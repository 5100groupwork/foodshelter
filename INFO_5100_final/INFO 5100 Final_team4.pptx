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embeddedFontLst>
    <p:embeddedFont>
      <p:font typeface="Belanosima" panose="020E0602020502020306" pitchFamily="34" charset="0"/>
      <p:regular r:id="rId28"/>
      <p:bold r:id="rId29"/>
    </p:embeddedFont>
    <p:embeddedFont>
      <p:font typeface="Heebo" pitchFamily="2" charset="-79"/>
      <p:regular r:id="rId30"/>
      <p:bold r:id="rId31"/>
    </p:embeddedFont>
    <p:embeddedFont>
      <p:font typeface="Heebo Light" pitchFamily="2" charset="-79"/>
      <p:regular r:id="rId32"/>
    </p:embeddedFont>
    <p:embeddedFont>
      <p:font typeface="Nunito Light" panose="020F0302020204030204" pitchFamily="34" charset="0"/>
      <p:regular r:id="rId33"/>
      <p: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84E2B60-0080-448A-B0BF-559428E8C22D}">
  <a:tblStyle styleId="{A84E2B60-0080-448A-B0BF-559428E8C22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66"/>
    <p:restoredTop sz="94664"/>
  </p:normalViewPr>
  <p:slideViewPr>
    <p:cSldViewPr snapToGrid="0">
      <p:cViewPr varScale="1">
        <p:scale>
          <a:sx n="202" d="100"/>
          <a:sy n="202" d="100"/>
        </p:scale>
        <p:origin x="2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5bafdd341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5bafdd341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161ca7da6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2161ca7da6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133f6155f6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133f6155f6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4db46aa7a9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4db46aa7a9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ed9256fe6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ed9256fe6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4db46aa7a9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34db46aa7a9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1dd46dd1d67_2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1dd46dd1d67_2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34db46aa7a9_0_4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34db46aa7a9_0_4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34db46aa7a9_0_25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34db46aa7a9_0_25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g34db46aa7a9_0_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2" name="Google Shape;1142;g34db46aa7a9_0_5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g34db46aa7a9_0_6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6" name="Google Shape;1246;g34db46aa7a9_0_6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g34db46aa7a9_0_7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2" name="Google Shape;1352;g34db46aa7a9_0_7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g34db46aa7a9_0_9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9" name="Google Shape;1359;g34db46aa7a9_0_9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g34db46aa7a9_0_10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5" name="Google Shape;1465;g34db46aa7a9_0_10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g34db46aa7a9_0_1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6" name="Google Shape;1506;g34db46aa7a9_0_1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g34db46aa7a9_0_13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2" name="Google Shape;1612;g34db46aa7a9_0_13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Google Shape;1702;g34db46aa7a9_0_14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3" name="Google Shape;1703;g34db46aa7a9_0_14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Google Shape;1808;g34db46aa7a9_0_15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9" name="Google Shape;1809;g34db46aa7a9_0_15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7" name="Google Shape;1937;g34db46aa7a9_0_17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8" name="Google Shape;1938;g34db46aa7a9_0_17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3" name="Google Shape;2043;g34db46aa7a9_0_18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4" name="Google Shape;2044;g34db46aa7a9_0_18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5" name="Google Shape;2205;g34db46aa7a9_0_2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6" name="Google Shape;2206;g34db46aa7a9_0_2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1" name="Google Shape;2311;g34db46aa7a9_0_24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2" name="Google Shape;2312;g34db46aa7a9_0_24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7" name="Google Shape;2327;g34db46aa7a9_0_24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8" name="Google Shape;2328;g34db46aa7a9_0_24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3" name="Google Shape;2343;g34db46aa7a9_0_25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4" name="Google Shape;2344;g34db46aa7a9_0_25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9" name="Google Shape;2359;g1dd46dd1d67_2_5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0" name="Google Shape;2360;g1dd46dd1d67_2_5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387100"/>
            <a:ext cx="6526500" cy="152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4725" y="1983900"/>
            <a:ext cx="51756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297102" y="309584"/>
            <a:ext cx="8549797" cy="4531627"/>
            <a:chOff x="297102" y="309584"/>
            <a:chExt cx="8549797" cy="4531627"/>
          </a:xfrm>
        </p:grpSpPr>
        <p:sp>
          <p:nvSpPr>
            <p:cNvPr id="12" name="Google Shape;12;p2"/>
            <p:cNvSpPr/>
            <p:nvPr/>
          </p:nvSpPr>
          <p:spPr>
            <a:xfrm rot="10800000">
              <a:off x="297102" y="2733007"/>
              <a:ext cx="2871487" cy="2108204"/>
            </a:xfrm>
            <a:custGeom>
              <a:avLst/>
              <a:gdLst/>
              <a:ahLst/>
              <a:cxnLst/>
              <a:rect l="l" t="t" r="r" b="b"/>
              <a:pathLst>
                <a:path w="107496" h="78922" extrusionOk="0">
                  <a:moveTo>
                    <a:pt x="0" y="0"/>
                  </a:moveTo>
                  <a:lnTo>
                    <a:pt x="107496" y="0"/>
                  </a:lnTo>
                  <a:lnTo>
                    <a:pt x="107496" y="7892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" name="Google Shape;13;p2"/>
            <p:cNvSpPr/>
            <p:nvPr/>
          </p:nvSpPr>
          <p:spPr>
            <a:xfrm>
              <a:off x="5975411" y="309584"/>
              <a:ext cx="2871487" cy="2108204"/>
            </a:xfrm>
            <a:custGeom>
              <a:avLst/>
              <a:gdLst/>
              <a:ahLst/>
              <a:cxnLst/>
              <a:rect l="l" t="t" r="r" b="b"/>
              <a:pathLst>
                <a:path w="107496" h="78922" extrusionOk="0">
                  <a:moveTo>
                    <a:pt x="0" y="0"/>
                  </a:moveTo>
                  <a:lnTo>
                    <a:pt x="107496" y="0"/>
                  </a:lnTo>
                  <a:lnTo>
                    <a:pt x="107496" y="7892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5191962" y="2080788"/>
            <a:ext cx="31854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5191962" y="1532113"/>
            <a:ext cx="1324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5191962" y="2919288"/>
            <a:ext cx="3185400" cy="69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18" name="Google Shape;18;p3"/>
          <p:cNvGrpSpPr/>
          <p:nvPr/>
        </p:nvGrpSpPr>
        <p:grpSpPr>
          <a:xfrm>
            <a:off x="297102" y="309584"/>
            <a:ext cx="8549797" cy="4531627"/>
            <a:chOff x="297102" y="309584"/>
            <a:chExt cx="8549797" cy="4531627"/>
          </a:xfrm>
        </p:grpSpPr>
        <p:sp>
          <p:nvSpPr>
            <p:cNvPr id="19" name="Google Shape;19;p3"/>
            <p:cNvSpPr/>
            <p:nvPr/>
          </p:nvSpPr>
          <p:spPr>
            <a:xfrm rot="10800000" flipH="1">
              <a:off x="5975411" y="2733007"/>
              <a:ext cx="2871487" cy="2108204"/>
            </a:xfrm>
            <a:custGeom>
              <a:avLst/>
              <a:gdLst/>
              <a:ahLst/>
              <a:cxnLst/>
              <a:rect l="l" t="t" r="r" b="b"/>
              <a:pathLst>
                <a:path w="107496" h="78922" extrusionOk="0">
                  <a:moveTo>
                    <a:pt x="0" y="0"/>
                  </a:moveTo>
                  <a:lnTo>
                    <a:pt x="107496" y="0"/>
                  </a:lnTo>
                  <a:lnTo>
                    <a:pt x="107496" y="7892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" name="Google Shape;20;p3"/>
            <p:cNvSpPr/>
            <p:nvPr/>
          </p:nvSpPr>
          <p:spPr>
            <a:xfrm flipH="1">
              <a:off x="297102" y="309584"/>
              <a:ext cx="2871487" cy="2108204"/>
            </a:xfrm>
            <a:custGeom>
              <a:avLst/>
              <a:gdLst/>
              <a:ahLst/>
              <a:cxnLst/>
              <a:rect l="l" t="t" r="r" b="b"/>
              <a:pathLst>
                <a:path w="107496" h="78922" extrusionOk="0">
                  <a:moveTo>
                    <a:pt x="0" y="0"/>
                  </a:moveTo>
                  <a:lnTo>
                    <a:pt x="107496" y="0"/>
                  </a:lnTo>
                  <a:lnTo>
                    <a:pt x="107496" y="7892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Belanosima"/>
              <a:buNone/>
              <a:defRPr>
                <a:latin typeface="Belanosima"/>
                <a:ea typeface="Belanosima"/>
                <a:cs typeface="Belanosima"/>
                <a:sym typeface="Belanosim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Belanosima"/>
              <a:buNone/>
              <a:defRPr>
                <a:latin typeface="Belanosima"/>
                <a:ea typeface="Belanosima"/>
                <a:cs typeface="Belanosima"/>
                <a:sym typeface="Belanosim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Belanosima"/>
              <a:buNone/>
              <a:defRPr>
                <a:latin typeface="Belanosima"/>
                <a:ea typeface="Belanosima"/>
                <a:cs typeface="Belanosima"/>
                <a:sym typeface="Belanosim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Belanosima"/>
              <a:buNone/>
              <a:defRPr>
                <a:latin typeface="Belanosima"/>
                <a:ea typeface="Belanosima"/>
                <a:cs typeface="Belanosima"/>
                <a:sym typeface="Belanosim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Belanosima"/>
              <a:buNone/>
              <a:defRPr>
                <a:latin typeface="Belanosima"/>
                <a:ea typeface="Belanosima"/>
                <a:cs typeface="Belanosima"/>
                <a:sym typeface="Belanosim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Belanosima"/>
              <a:buNone/>
              <a:defRPr>
                <a:latin typeface="Belanosima"/>
                <a:ea typeface="Belanosima"/>
                <a:cs typeface="Belanosima"/>
                <a:sym typeface="Belanosim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Belanosima"/>
              <a:buNone/>
              <a:defRPr>
                <a:latin typeface="Belanosima"/>
                <a:ea typeface="Belanosima"/>
                <a:cs typeface="Belanosima"/>
                <a:sym typeface="Belanosim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Belanosima"/>
              <a:buNone/>
              <a:defRPr>
                <a:latin typeface="Belanosima"/>
                <a:ea typeface="Belanosima"/>
                <a:cs typeface="Belanosima"/>
                <a:sym typeface="Belanosima"/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algn="ctr" rtl="0">
              <a:spcBef>
                <a:spcPts val="0"/>
              </a:spcBef>
              <a:spcAft>
                <a:spcPts val="0"/>
              </a:spcAft>
              <a:buSzPts val="800"/>
              <a:buFont typeface="Nunito Light"/>
              <a:buChar char="●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24" name="Google Shape;24;p4"/>
          <p:cNvGrpSpPr/>
          <p:nvPr/>
        </p:nvGrpSpPr>
        <p:grpSpPr>
          <a:xfrm>
            <a:off x="297100" y="309575"/>
            <a:ext cx="8549909" cy="4531632"/>
            <a:chOff x="297100" y="309575"/>
            <a:chExt cx="8549909" cy="4531632"/>
          </a:xfrm>
        </p:grpSpPr>
        <p:sp>
          <p:nvSpPr>
            <p:cNvPr id="25" name="Google Shape;25;p4"/>
            <p:cNvSpPr/>
            <p:nvPr/>
          </p:nvSpPr>
          <p:spPr>
            <a:xfrm rot="10800000" flipH="1">
              <a:off x="7766674" y="4048041"/>
              <a:ext cx="1080335" cy="793166"/>
            </a:xfrm>
            <a:custGeom>
              <a:avLst/>
              <a:gdLst/>
              <a:ahLst/>
              <a:cxnLst/>
              <a:rect l="l" t="t" r="r" b="b"/>
              <a:pathLst>
                <a:path w="107496" h="78922" extrusionOk="0">
                  <a:moveTo>
                    <a:pt x="0" y="0"/>
                  </a:moveTo>
                  <a:lnTo>
                    <a:pt x="107496" y="0"/>
                  </a:lnTo>
                  <a:lnTo>
                    <a:pt x="107496" y="7892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cxnSp>
          <p:nvCxnSpPr>
            <p:cNvPr id="26" name="Google Shape;26;p4"/>
            <p:cNvCxnSpPr/>
            <p:nvPr/>
          </p:nvCxnSpPr>
          <p:spPr>
            <a:xfrm>
              <a:off x="297100" y="309575"/>
              <a:ext cx="2875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1"/>
          </p:nvPr>
        </p:nvSpPr>
        <p:spPr>
          <a:xfrm>
            <a:off x="4725900" y="2000675"/>
            <a:ext cx="3698100" cy="260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■"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2"/>
          </p:nvPr>
        </p:nvSpPr>
        <p:spPr>
          <a:xfrm>
            <a:off x="720000" y="2000675"/>
            <a:ext cx="3698100" cy="260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■"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3"/>
          </p:nvPr>
        </p:nvSpPr>
        <p:spPr>
          <a:xfrm>
            <a:off x="720000" y="1754450"/>
            <a:ext cx="3698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1800">
                <a:latin typeface="Belanosima"/>
                <a:ea typeface="Belanosima"/>
                <a:cs typeface="Belanosima"/>
                <a:sym typeface="Belanosim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lanosima"/>
              <a:buNone/>
              <a:defRPr b="1">
                <a:latin typeface="Belanosima"/>
                <a:ea typeface="Belanosima"/>
                <a:cs typeface="Belanosima"/>
                <a:sym typeface="Belanosim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lanosima"/>
              <a:buNone/>
              <a:defRPr b="1">
                <a:latin typeface="Belanosima"/>
                <a:ea typeface="Belanosima"/>
                <a:cs typeface="Belanosima"/>
                <a:sym typeface="Belanosim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lanosima"/>
              <a:buNone/>
              <a:defRPr b="1">
                <a:latin typeface="Belanosima"/>
                <a:ea typeface="Belanosima"/>
                <a:cs typeface="Belanosima"/>
                <a:sym typeface="Belanosim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lanosima"/>
              <a:buNone/>
              <a:defRPr b="1">
                <a:latin typeface="Belanosima"/>
                <a:ea typeface="Belanosima"/>
                <a:cs typeface="Belanosima"/>
                <a:sym typeface="Belanosim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lanosima"/>
              <a:buNone/>
              <a:defRPr b="1">
                <a:latin typeface="Belanosima"/>
                <a:ea typeface="Belanosima"/>
                <a:cs typeface="Belanosima"/>
                <a:sym typeface="Belanosim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lanosima"/>
              <a:buNone/>
              <a:defRPr b="1">
                <a:latin typeface="Belanosima"/>
                <a:ea typeface="Belanosima"/>
                <a:cs typeface="Belanosima"/>
                <a:sym typeface="Belanosim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lanosima"/>
              <a:buNone/>
              <a:defRPr b="1">
                <a:latin typeface="Belanosima"/>
                <a:ea typeface="Belanosima"/>
                <a:cs typeface="Belanosima"/>
                <a:sym typeface="Belanosim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lanosima"/>
              <a:buNone/>
              <a:defRPr b="1">
                <a:latin typeface="Belanosima"/>
                <a:ea typeface="Belanosima"/>
                <a:cs typeface="Belanosima"/>
                <a:sym typeface="Belanosima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4"/>
          </p:nvPr>
        </p:nvSpPr>
        <p:spPr>
          <a:xfrm>
            <a:off x="4725900" y="1754450"/>
            <a:ext cx="3698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1800">
                <a:latin typeface="Belanosima"/>
                <a:ea typeface="Belanosima"/>
                <a:cs typeface="Belanosima"/>
                <a:sym typeface="Belanosim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lanosima"/>
              <a:buNone/>
              <a:defRPr b="1">
                <a:latin typeface="Belanosima"/>
                <a:ea typeface="Belanosima"/>
                <a:cs typeface="Belanosima"/>
                <a:sym typeface="Belanosim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lanosima"/>
              <a:buNone/>
              <a:defRPr b="1">
                <a:latin typeface="Belanosima"/>
                <a:ea typeface="Belanosima"/>
                <a:cs typeface="Belanosima"/>
                <a:sym typeface="Belanosim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lanosima"/>
              <a:buNone/>
              <a:defRPr b="1">
                <a:latin typeface="Belanosima"/>
                <a:ea typeface="Belanosima"/>
                <a:cs typeface="Belanosima"/>
                <a:sym typeface="Belanosim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lanosima"/>
              <a:buNone/>
              <a:defRPr b="1">
                <a:latin typeface="Belanosima"/>
                <a:ea typeface="Belanosima"/>
                <a:cs typeface="Belanosima"/>
                <a:sym typeface="Belanosim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lanosima"/>
              <a:buNone/>
              <a:defRPr b="1">
                <a:latin typeface="Belanosima"/>
                <a:ea typeface="Belanosima"/>
                <a:cs typeface="Belanosima"/>
                <a:sym typeface="Belanosim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lanosima"/>
              <a:buNone/>
              <a:defRPr b="1">
                <a:latin typeface="Belanosima"/>
                <a:ea typeface="Belanosima"/>
                <a:cs typeface="Belanosima"/>
                <a:sym typeface="Belanosim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lanosima"/>
              <a:buNone/>
              <a:defRPr b="1">
                <a:latin typeface="Belanosima"/>
                <a:ea typeface="Belanosima"/>
                <a:cs typeface="Belanosima"/>
                <a:sym typeface="Belanosim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lanosima"/>
              <a:buNone/>
              <a:defRPr b="1">
                <a:latin typeface="Belanosima"/>
                <a:ea typeface="Belanosima"/>
                <a:cs typeface="Belanosima"/>
                <a:sym typeface="Belanosima"/>
              </a:defRPr>
            </a:lvl9pPr>
          </a:lstStyle>
          <a:p>
            <a:endParaRPr/>
          </a:p>
        </p:txBody>
      </p:sp>
      <p:cxnSp>
        <p:nvCxnSpPr>
          <p:cNvPr id="33" name="Google Shape;33;p5"/>
          <p:cNvCxnSpPr/>
          <p:nvPr/>
        </p:nvCxnSpPr>
        <p:spPr>
          <a:xfrm>
            <a:off x="5968147" y="309575"/>
            <a:ext cx="2875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6" name="Google Shape;36;p6"/>
          <p:cNvGrpSpPr/>
          <p:nvPr/>
        </p:nvGrpSpPr>
        <p:grpSpPr>
          <a:xfrm>
            <a:off x="297102" y="309375"/>
            <a:ext cx="8549907" cy="4531832"/>
            <a:chOff x="297102" y="309375"/>
            <a:chExt cx="8549907" cy="4531832"/>
          </a:xfrm>
        </p:grpSpPr>
        <p:cxnSp>
          <p:nvCxnSpPr>
            <p:cNvPr id="37" name="Google Shape;37;p6"/>
            <p:cNvCxnSpPr/>
            <p:nvPr/>
          </p:nvCxnSpPr>
          <p:spPr>
            <a:xfrm>
              <a:off x="8847009" y="2734307"/>
              <a:ext cx="0" cy="2106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8" name="Google Shape;38;p6"/>
            <p:cNvSpPr/>
            <p:nvPr/>
          </p:nvSpPr>
          <p:spPr>
            <a:xfrm flipH="1">
              <a:off x="297102" y="309375"/>
              <a:ext cx="1080335" cy="793166"/>
            </a:xfrm>
            <a:custGeom>
              <a:avLst/>
              <a:gdLst/>
              <a:ahLst/>
              <a:cxnLst/>
              <a:rect l="l" t="t" r="r" b="b"/>
              <a:pathLst>
                <a:path w="107496" h="78922" extrusionOk="0">
                  <a:moveTo>
                    <a:pt x="0" y="0"/>
                  </a:moveTo>
                  <a:lnTo>
                    <a:pt x="107496" y="0"/>
                  </a:lnTo>
                  <a:lnTo>
                    <a:pt x="107496" y="7892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subTitle" idx="1"/>
          </p:nvPr>
        </p:nvSpPr>
        <p:spPr>
          <a:xfrm>
            <a:off x="766925" y="1346050"/>
            <a:ext cx="5337300" cy="29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Heebo Light"/>
              <a:buChar char="■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/>
          <p:nvPr/>
        </p:nvSpPr>
        <p:spPr>
          <a:xfrm rot="10800000" flipH="1">
            <a:off x="7766674" y="4048041"/>
            <a:ext cx="1080335" cy="793166"/>
          </a:xfrm>
          <a:custGeom>
            <a:avLst/>
            <a:gdLst/>
            <a:ahLst/>
            <a:cxnLst/>
            <a:rect l="l" t="t" r="r" b="b"/>
            <a:pathLst>
              <a:path w="107496" h="78922" extrusionOk="0">
                <a:moveTo>
                  <a:pt x="0" y="0"/>
                </a:moveTo>
                <a:lnTo>
                  <a:pt x="107496" y="0"/>
                </a:lnTo>
                <a:lnTo>
                  <a:pt x="107496" y="78922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>
            <a:spLocks noGrp="1"/>
          </p:cNvSpPr>
          <p:nvPr>
            <p:ph type="title"/>
          </p:nvPr>
        </p:nvSpPr>
        <p:spPr>
          <a:xfrm>
            <a:off x="2798700" y="1636650"/>
            <a:ext cx="3546600" cy="187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45" name="Google Shape;45;p8"/>
          <p:cNvGrpSpPr/>
          <p:nvPr/>
        </p:nvGrpSpPr>
        <p:grpSpPr>
          <a:xfrm>
            <a:off x="297102" y="309584"/>
            <a:ext cx="8549797" cy="4531627"/>
            <a:chOff x="297102" y="309584"/>
            <a:chExt cx="8549797" cy="4531627"/>
          </a:xfrm>
        </p:grpSpPr>
        <p:sp>
          <p:nvSpPr>
            <p:cNvPr id="46" name="Google Shape;46;p8"/>
            <p:cNvSpPr/>
            <p:nvPr/>
          </p:nvSpPr>
          <p:spPr>
            <a:xfrm rot="10800000">
              <a:off x="297102" y="2733007"/>
              <a:ext cx="2871487" cy="2108204"/>
            </a:xfrm>
            <a:custGeom>
              <a:avLst/>
              <a:gdLst/>
              <a:ahLst/>
              <a:cxnLst/>
              <a:rect l="l" t="t" r="r" b="b"/>
              <a:pathLst>
                <a:path w="107496" h="78922" extrusionOk="0">
                  <a:moveTo>
                    <a:pt x="0" y="0"/>
                  </a:moveTo>
                  <a:lnTo>
                    <a:pt x="107496" y="0"/>
                  </a:lnTo>
                  <a:lnTo>
                    <a:pt x="107496" y="7892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" name="Google Shape;47;p8"/>
            <p:cNvSpPr/>
            <p:nvPr/>
          </p:nvSpPr>
          <p:spPr>
            <a:xfrm>
              <a:off x="5975411" y="309584"/>
              <a:ext cx="2871487" cy="2108204"/>
            </a:xfrm>
            <a:custGeom>
              <a:avLst/>
              <a:gdLst/>
              <a:ahLst/>
              <a:cxnLst/>
              <a:rect l="l" t="t" r="r" b="b"/>
              <a:pathLst>
                <a:path w="107496" h="78922" extrusionOk="0">
                  <a:moveTo>
                    <a:pt x="0" y="0"/>
                  </a:moveTo>
                  <a:lnTo>
                    <a:pt x="107496" y="0"/>
                  </a:lnTo>
                  <a:lnTo>
                    <a:pt x="107496" y="7892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720000" y="1413525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subTitle" idx="1"/>
          </p:nvPr>
        </p:nvSpPr>
        <p:spPr>
          <a:xfrm>
            <a:off x="720000" y="3508800"/>
            <a:ext cx="4294800" cy="4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51" name="Google Shape;51;p9"/>
          <p:cNvGrpSpPr/>
          <p:nvPr/>
        </p:nvGrpSpPr>
        <p:grpSpPr>
          <a:xfrm flipH="1">
            <a:off x="297102" y="309584"/>
            <a:ext cx="8549797" cy="4531627"/>
            <a:chOff x="297102" y="309584"/>
            <a:chExt cx="8549797" cy="4531627"/>
          </a:xfrm>
        </p:grpSpPr>
        <p:sp>
          <p:nvSpPr>
            <p:cNvPr id="52" name="Google Shape;52;p9"/>
            <p:cNvSpPr/>
            <p:nvPr/>
          </p:nvSpPr>
          <p:spPr>
            <a:xfrm rot="10800000">
              <a:off x="297102" y="2733007"/>
              <a:ext cx="2871487" cy="2108204"/>
            </a:xfrm>
            <a:custGeom>
              <a:avLst/>
              <a:gdLst/>
              <a:ahLst/>
              <a:cxnLst/>
              <a:rect l="l" t="t" r="r" b="b"/>
              <a:pathLst>
                <a:path w="107496" h="78922" extrusionOk="0">
                  <a:moveTo>
                    <a:pt x="0" y="0"/>
                  </a:moveTo>
                  <a:lnTo>
                    <a:pt x="107496" y="0"/>
                  </a:lnTo>
                  <a:lnTo>
                    <a:pt x="107496" y="7892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" name="Google Shape;53;p9"/>
            <p:cNvSpPr/>
            <p:nvPr/>
          </p:nvSpPr>
          <p:spPr>
            <a:xfrm>
              <a:off x="5975411" y="309584"/>
              <a:ext cx="2871487" cy="2108204"/>
            </a:xfrm>
            <a:custGeom>
              <a:avLst/>
              <a:gdLst/>
              <a:ahLst/>
              <a:cxnLst/>
              <a:rect l="l" t="t" r="r" b="b"/>
              <a:pathLst>
                <a:path w="107496" h="78922" extrusionOk="0">
                  <a:moveTo>
                    <a:pt x="0" y="0"/>
                  </a:moveTo>
                  <a:lnTo>
                    <a:pt x="107496" y="0"/>
                  </a:lnTo>
                  <a:lnTo>
                    <a:pt x="107496" y="7892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10"/>
          <p:cNvSpPr txBox="1">
            <a:spLocks noGrp="1"/>
          </p:cNvSpPr>
          <p:nvPr>
            <p:ph type="title"/>
          </p:nvPr>
        </p:nvSpPr>
        <p:spPr>
          <a:xfrm>
            <a:off x="5305675" y="3464675"/>
            <a:ext cx="3125100" cy="11439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2317438" y="2673808"/>
            <a:ext cx="4751400" cy="103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subTitle" idx="1"/>
          </p:nvPr>
        </p:nvSpPr>
        <p:spPr>
          <a:xfrm>
            <a:off x="2317438" y="3657283"/>
            <a:ext cx="47514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60" name="Google Shape;60;p11"/>
          <p:cNvGrpSpPr/>
          <p:nvPr/>
        </p:nvGrpSpPr>
        <p:grpSpPr>
          <a:xfrm>
            <a:off x="297102" y="309584"/>
            <a:ext cx="8549797" cy="4531627"/>
            <a:chOff x="297102" y="309584"/>
            <a:chExt cx="8549797" cy="4531627"/>
          </a:xfrm>
        </p:grpSpPr>
        <p:sp>
          <p:nvSpPr>
            <p:cNvPr id="61" name="Google Shape;61;p11"/>
            <p:cNvSpPr/>
            <p:nvPr/>
          </p:nvSpPr>
          <p:spPr>
            <a:xfrm flipH="1">
              <a:off x="297102" y="309584"/>
              <a:ext cx="2871487" cy="2108204"/>
            </a:xfrm>
            <a:custGeom>
              <a:avLst/>
              <a:gdLst/>
              <a:ahLst/>
              <a:cxnLst/>
              <a:rect l="l" t="t" r="r" b="b"/>
              <a:pathLst>
                <a:path w="107496" h="78922" extrusionOk="0">
                  <a:moveTo>
                    <a:pt x="0" y="0"/>
                  </a:moveTo>
                  <a:lnTo>
                    <a:pt x="107496" y="0"/>
                  </a:lnTo>
                  <a:lnTo>
                    <a:pt x="107496" y="7892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2" name="Google Shape;62;p11"/>
            <p:cNvSpPr/>
            <p:nvPr/>
          </p:nvSpPr>
          <p:spPr>
            <a:xfrm rot="10800000" flipH="1">
              <a:off x="5975411" y="2733007"/>
              <a:ext cx="2871487" cy="2108204"/>
            </a:xfrm>
            <a:custGeom>
              <a:avLst/>
              <a:gdLst/>
              <a:ahLst/>
              <a:cxnLst/>
              <a:rect l="l" t="t" r="r" b="b"/>
              <a:pathLst>
                <a:path w="107496" h="78922" extrusionOk="0">
                  <a:moveTo>
                    <a:pt x="0" y="0"/>
                  </a:moveTo>
                  <a:lnTo>
                    <a:pt x="107496" y="0"/>
                  </a:lnTo>
                  <a:lnTo>
                    <a:pt x="107496" y="7892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1"/>
          </p:nvPr>
        </p:nvSpPr>
        <p:spPr>
          <a:xfrm>
            <a:off x="713225" y="1985446"/>
            <a:ext cx="24804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2"/>
          </p:nvPr>
        </p:nvSpPr>
        <p:spPr>
          <a:xfrm>
            <a:off x="713225" y="3640525"/>
            <a:ext cx="24804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3"/>
          </p:nvPr>
        </p:nvSpPr>
        <p:spPr>
          <a:xfrm>
            <a:off x="3333000" y="3640537"/>
            <a:ext cx="24780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4"/>
          </p:nvPr>
        </p:nvSpPr>
        <p:spPr>
          <a:xfrm>
            <a:off x="3333000" y="1985457"/>
            <a:ext cx="24780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5" hasCustomPrompt="1"/>
          </p:nvPr>
        </p:nvSpPr>
        <p:spPr>
          <a:xfrm>
            <a:off x="1468657" y="1250725"/>
            <a:ext cx="9696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6" hasCustomPrompt="1"/>
          </p:nvPr>
        </p:nvSpPr>
        <p:spPr>
          <a:xfrm>
            <a:off x="4087693" y="2905961"/>
            <a:ext cx="9687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>
            <a:spLocks noGrp="1"/>
          </p:cNvSpPr>
          <p:nvPr>
            <p:ph type="title" idx="7" hasCustomPrompt="1"/>
          </p:nvPr>
        </p:nvSpPr>
        <p:spPr>
          <a:xfrm>
            <a:off x="1468657" y="2905950"/>
            <a:ext cx="9696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3" name="Google Shape;73;p13"/>
          <p:cNvSpPr txBox="1">
            <a:spLocks noGrp="1"/>
          </p:cNvSpPr>
          <p:nvPr>
            <p:ph type="title" idx="8" hasCustomPrompt="1"/>
          </p:nvPr>
        </p:nvSpPr>
        <p:spPr>
          <a:xfrm>
            <a:off x="4087693" y="1250736"/>
            <a:ext cx="9687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9"/>
          </p:nvPr>
        </p:nvSpPr>
        <p:spPr>
          <a:xfrm>
            <a:off x="5950375" y="3640537"/>
            <a:ext cx="24780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3"/>
          </p:nvPr>
        </p:nvSpPr>
        <p:spPr>
          <a:xfrm>
            <a:off x="5950375" y="1985457"/>
            <a:ext cx="24780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 idx="14" hasCustomPrompt="1"/>
          </p:nvPr>
        </p:nvSpPr>
        <p:spPr>
          <a:xfrm>
            <a:off x="6705068" y="2905961"/>
            <a:ext cx="9687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7" name="Google Shape;77;p13"/>
          <p:cNvSpPr txBox="1">
            <a:spLocks noGrp="1"/>
          </p:cNvSpPr>
          <p:nvPr>
            <p:ph type="title" idx="15" hasCustomPrompt="1"/>
          </p:nvPr>
        </p:nvSpPr>
        <p:spPr>
          <a:xfrm>
            <a:off x="6705068" y="1250736"/>
            <a:ext cx="968700" cy="6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16"/>
          </p:nvPr>
        </p:nvSpPr>
        <p:spPr>
          <a:xfrm>
            <a:off x="713225" y="1785689"/>
            <a:ext cx="24804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1800">
                <a:latin typeface="Belanosima"/>
                <a:ea typeface="Belanosima"/>
                <a:cs typeface="Belanosima"/>
                <a:sym typeface="Belanosim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17"/>
          </p:nvPr>
        </p:nvSpPr>
        <p:spPr>
          <a:xfrm>
            <a:off x="713225" y="3440762"/>
            <a:ext cx="24804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1800">
                <a:latin typeface="Belanosima"/>
                <a:ea typeface="Belanosima"/>
                <a:cs typeface="Belanosima"/>
                <a:sym typeface="Belanosim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18"/>
          </p:nvPr>
        </p:nvSpPr>
        <p:spPr>
          <a:xfrm>
            <a:off x="3333000" y="3440773"/>
            <a:ext cx="24780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1800">
                <a:latin typeface="Belanosima"/>
                <a:ea typeface="Belanosima"/>
                <a:cs typeface="Belanosima"/>
                <a:sym typeface="Belanosim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19"/>
          </p:nvPr>
        </p:nvSpPr>
        <p:spPr>
          <a:xfrm>
            <a:off x="3333000" y="1785700"/>
            <a:ext cx="24780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1800">
                <a:latin typeface="Belanosima"/>
                <a:ea typeface="Belanosima"/>
                <a:cs typeface="Belanosima"/>
                <a:sym typeface="Belanosim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20"/>
          </p:nvPr>
        </p:nvSpPr>
        <p:spPr>
          <a:xfrm>
            <a:off x="5950375" y="3440773"/>
            <a:ext cx="24780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1800">
                <a:latin typeface="Belanosima"/>
                <a:ea typeface="Belanosima"/>
                <a:cs typeface="Belanosima"/>
                <a:sym typeface="Belanosim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21"/>
          </p:nvPr>
        </p:nvSpPr>
        <p:spPr>
          <a:xfrm>
            <a:off x="5950375" y="1785700"/>
            <a:ext cx="24780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1800">
                <a:latin typeface="Belanosima"/>
                <a:ea typeface="Belanosima"/>
                <a:cs typeface="Belanosima"/>
                <a:sym typeface="Belanosim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9pPr>
          </a:lstStyle>
          <a:p>
            <a:endParaRPr/>
          </a:p>
        </p:txBody>
      </p:sp>
      <p:sp>
        <p:nvSpPr>
          <p:cNvPr id="84" name="Google Shape;84;p13"/>
          <p:cNvSpPr/>
          <p:nvPr/>
        </p:nvSpPr>
        <p:spPr>
          <a:xfrm rot="10800000">
            <a:off x="297102" y="4045855"/>
            <a:ext cx="1083291" cy="795336"/>
          </a:xfrm>
          <a:custGeom>
            <a:avLst/>
            <a:gdLst/>
            <a:ahLst/>
            <a:cxnLst/>
            <a:rect l="l" t="t" r="r" b="b"/>
            <a:pathLst>
              <a:path w="107496" h="78922" extrusionOk="0">
                <a:moveTo>
                  <a:pt x="0" y="0"/>
                </a:moveTo>
                <a:lnTo>
                  <a:pt x="107496" y="0"/>
                </a:lnTo>
                <a:lnTo>
                  <a:pt x="107496" y="78922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>
            <a:spLocks noGrp="1"/>
          </p:cNvSpPr>
          <p:nvPr>
            <p:ph type="title"/>
          </p:nvPr>
        </p:nvSpPr>
        <p:spPr>
          <a:xfrm>
            <a:off x="1707100" y="2554000"/>
            <a:ext cx="66912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subTitle" idx="1"/>
          </p:nvPr>
        </p:nvSpPr>
        <p:spPr>
          <a:xfrm>
            <a:off x="1707100" y="803453"/>
            <a:ext cx="6691200" cy="180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5975411" y="309584"/>
            <a:ext cx="2871487" cy="2108204"/>
          </a:xfrm>
          <a:custGeom>
            <a:avLst/>
            <a:gdLst/>
            <a:ahLst/>
            <a:cxnLst/>
            <a:rect l="l" t="t" r="r" b="b"/>
            <a:pathLst>
              <a:path w="107496" h="78922" extrusionOk="0">
                <a:moveTo>
                  <a:pt x="0" y="0"/>
                </a:moveTo>
                <a:lnTo>
                  <a:pt x="107496" y="0"/>
                </a:lnTo>
                <a:lnTo>
                  <a:pt x="107496" y="78922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91" name="Google Shape;91;p15"/>
          <p:cNvGrpSpPr/>
          <p:nvPr/>
        </p:nvGrpSpPr>
        <p:grpSpPr>
          <a:xfrm>
            <a:off x="297100" y="309575"/>
            <a:ext cx="8549909" cy="4531632"/>
            <a:chOff x="297100" y="309575"/>
            <a:chExt cx="8549909" cy="4531632"/>
          </a:xfrm>
        </p:grpSpPr>
        <p:sp>
          <p:nvSpPr>
            <p:cNvPr id="92" name="Google Shape;92;p15"/>
            <p:cNvSpPr/>
            <p:nvPr/>
          </p:nvSpPr>
          <p:spPr>
            <a:xfrm rot="10800000" flipH="1">
              <a:off x="7766674" y="4048041"/>
              <a:ext cx="1080335" cy="793166"/>
            </a:xfrm>
            <a:custGeom>
              <a:avLst/>
              <a:gdLst/>
              <a:ahLst/>
              <a:cxnLst/>
              <a:rect l="l" t="t" r="r" b="b"/>
              <a:pathLst>
                <a:path w="107496" h="78922" extrusionOk="0">
                  <a:moveTo>
                    <a:pt x="0" y="0"/>
                  </a:moveTo>
                  <a:lnTo>
                    <a:pt x="107496" y="0"/>
                  </a:lnTo>
                  <a:lnTo>
                    <a:pt x="107496" y="7892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cxnSp>
          <p:nvCxnSpPr>
            <p:cNvPr id="93" name="Google Shape;93;p15"/>
            <p:cNvCxnSpPr/>
            <p:nvPr/>
          </p:nvCxnSpPr>
          <p:spPr>
            <a:xfrm>
              <a:off x="297100" y="309575"/>
              <a:ext cx="2875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96" name="Google Shape;96;p16"/>
          <p:cNvGrpSpPr/>
          <p:nvPr/>
        </p:nvGrpSpPr>
        <p:grpSpPr>
          <a:xfrm>
            <a:off x="297102" y="309375"/>
            <a:ext cx="8549906" cy="4531817"/>
            <a:chOff x="297102" y="309375"/>
            <a:chExt cx="8549906" cy="4531817"/>
          </a:xfrm>
        </p:grpSpPr>
        <p:sp>
          <p:nvSpPr>
            <p:cNvPr id="97" name="Google Shape;97;p16"/>
            <p:cNvSpPr/>
            <p:nvPr/>
          </p:nvSpPr>
          <p:spPr>
            <a:xfrm rot="10800000">
              <a:off x="297102" y="4045855"/>
              <a:ext cx="1083291" cy="795336"/>
            </a:xfrm>
            <a:custGeom>
              <a:avLst/>
              <a:gdLst/>
              <a:ahLst/>
              <a:cxnLst/>
              <a:rect l="l" t="t" r="r" b="b"/>
              <a:pathLst>
                <a:path w="107496" h="78922" extrusionOk="0">
                  <a:moveTo>
                    <a:pt x="0" y="0"/>
                  </a:moveTo>
                  <a:lnTo>
                    <a:pt x="107496" y="0"/>
                  </a:lnTo>
                  <a:lnTo>
                    <a:pt x="107496" y="7892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8" name="Google Shape;98;p16"/>
            <p:cNvSpPr/>
            <p:nvPr/>
          </p:nvSpPr>
          <p:spPr>
            <a:xfrm>
              <a:off x="7766674" y="309375"/>
              <a:ext cx="1080335" cy="793166"/>
            </a:xfrm>
            <a:custGeom>
              <a:avLst/>
              <a:gdLst/>
              <a:ahLst/>
              <a:cxnLst/>
              <a:rect l="l" t="t" r="r" b="b"/>
              <a:pathLst>
                <a:path w="107496" h="78922" extrusionOk="0">
                  <a:moveTo>
                    <a:pt x="0" y="0"/>
                  </a:moveTo>
                  <a:lnTo>
                    <a:pt x="107496" y="0"/>
                  </a:lnTo>
                  <a:lnTo>
                    <a:pt x="107496" y="7892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9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>
            <a:spLocks noGrp="1"/>
          </p:cNvSpPr>
          <p:nvPr>
            <p:ph type="title"/>
          </p:nvPr>
        </p:nvSpPr>
        <p:spPr>
          <a:xfrm>
            <a:off x="4713175" y="1638923"/>
            <a:ext cx="3717600" cy="111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7"/>
          <p:cNvSpPr txBox="1">
            <a:spLocks noGrp="1"/>
          </p:cNvSpPr>
          <p:nvPr>
            <p:ph type="subTitle" idx="1"/>
          </p:nvPr>
        </p:nvSpPr>
        <p:spPr>
          <a:xfrm>
            <a:off x="4713175" y="2616577"/>
            <a:ext cx="3717600" cy="88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7"/>
          <p:cNvSpPr>
            <a:spLocks noGrp="1"/>
          </p:cNvSpPr>
          <p:nvPr>
            <p:ph type="pic" idx="2"/>
          </p:nvPr>
        </p:nvSpPr>
        <p:spPr>
          <a:xfrm>
            <a:off x="713225" y="533875"/>
            <a:ext cx="3650100" cy="4075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17"/>
          <p:cNvSpPr/>
          <p:nvPr/>
        </p:nvSpPr>
        <p:spPr>
          <a:xfrm rot="10800000" flipH="1">
            <a:off x="7766674" y="4048041"/>
            <a:ext cx="1080335" cy="793166"/>
          </a:xfrm>
          <a:custGeom>
            <a:avLst/>
            <a:gdLst/>
            <a:ahLst/>
            <a:cxnLst/>
            <a:rect l="l" t="t" r="r" b="b"/>
            <a:pathLst>
              <a:path w="107496" h="78922" extrusionOk="0">
                <a:moveTo>
                  <a:pt x="0" y="0"/>
                </a:moveTo>
                <a:lnTo>
                  <a:pt x="107496" y="0"/>
                </a:lnTo>
                <a:lnTo>
                  <a:pt x="107496" y="78922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>
            <a:spLocks noGrp="1"/>
          </p:cNvSpPr>
          <p:nvPr>
            <p:ph type="title"/>
          </p:nvPr>
        </p:nvSpPr>
        <p:spPr>
          <a:xfrm>
            <a:off x="887725" y="1739600"/>
            <a:ext cx="3116700" cy="66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subTitle" idx="1"/>
          </p:nvPr>
        </p:nvSpPr>
        <p:spPr>
          <a:xfrm>
            <a:off x="887725" y="2176300"/>
            <a:ext cx="3116700" cy="122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8"/>
          <p:cNvSpPr/>
          <p:nvPr/>
        </p:nvSpPr>
        <p:spPr>
          <a:xfrm rot="10800000">
            <a:off x="297102" y="2733007"/>
            <a:ext cx="2871487" cy="2108204"/>
          </a:xfrm>
          <a:custGeom>
            <a:avLst/>
            <a:gdLst/>
            <a:ahLst/>
            <a:cxnLst/>
            <a:rect l="l" t="t" r="r" b="b"/>
            <a:pathLst>
              <a:path w="107496" h="78922" extrusionOk="0">
                <a:moveTo>
                  <a:pt x="0" y="0"/>
                </a:moveTo>
                <a:lnTo>
                  <a:pt x="107496" y="0"/>
                </a:lnTo>
                <a:lnTo>
                  <a:pt x="107496" y="78922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>
            <a:spLocks noGrp="1"/>
          </p:cNvSpPr>
          <p:nvPr>
            <p:ph type="subTitle" idx="1"/>
          </p:nvPr>
        </p:nvSpPr>
        <p:spPr>
          <a:xfrm>
            <a:off x="720000" y="1197000"/>
            <a:ext cx="7704000" cy="31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ebo Light"/>
              <a:buChar char="■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9"/>
          <p:cNvSpPr/>
          <p:nvPr/>
        </p:nvSpPr>
        <p:spPr>
          <a:xfrm rot="10800000" flipH="1">
            <a:off x="7766674" y="4048041"/>
            <a:ext cx="1080335" cy="793166"/>
          </a:xfrm>
          <a:custGeom>
            <a:avLst/>
            <a:gdLst/>
            <a:ahLst/>
            <a:cxnLst/>
            <a:rect l="l" t="t" r="r" b="b"/>
            <a:pathLst>
              <a:path w="107496" h="78922" extrusionOk="0">
                <a:moveTo>
                  <a:pt x="0" y="0"/>
                </a:moveTo>
                <a:lnTo>
                  <a:pt x="107496" y="0"/>
                </a:lnTo>
                <a:lnTo>
                  <a:pt x="107496" y="78922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0"/>
          <p:cNvSpPr txBox="1">
            <a:spLocks noGrp="1"/>
          </p:cNvSpPr>
          <p:nvPr>
            <p:ph type="subTitle" idx="1"/>
          </p:nvPr>
        </p:nvSpPr>
        <p:spPr>
          <a:xfrm>
            <a:off x="4614400" y="1191325"/>
            <a:ext cx="3813000" cy="286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Heebo Light"/>
              <a:buChar char="■"/>
              <a:defRPr sz="12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 sz="2800"/>
            </a:lvl9pPr>
          </a:lstStyle>
          <a:p>
            <a:endParaRPr/>
          </a:p>
        </p:txBody>
      </p:sp>
      <p:sp>
        <p:nvSpPr>
          <p:cNvPr id="115" name="Google Shape;115;p20"/>
          <p:cNvSpPr txBox="1">
            <a:spLocks noGrp="1"/>
          </p:cNvSpPr>
          <p:nvPr>
            <p:ph type="subTitle" idx="2"/>
          </p:nvPr>
        </p:nvSpPr>
        <p:spPr>
          <a:xfrm>
            <a:off x="716625" y="1191325"/>
            <a:ext cx="3813000" cy="286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ebo Light"/>
              <a:buChar char="■"/>
              <a:defRPr sz="12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 sz="2800"/>
            </a:lvl9pPr>
          </a:lstStyle>
          <a:p>
            <a:endParaRPr/>
          </a:p>
        </p:txBody>
      </p:sp>
      <p:sp>
        <p:nvSpPr>
          <p:cNvPr id="116" name="Google Shape;116;p20"/>
          <p:cNvSpPr/>
          <p:nvPr/>
        </p:nvSpPr>
        <p:spPr>
          <a:xfrm rot="10800000" flipH="1">
            <a:off x="7766674" y="4048041"/>
            <a:ext cx="1080335" cy="793166"/>
          </a:xfrm>
          <a:custGeom>
            <a:avLst/>
            <a:gdLst/>
            <a:ahLst/>
            <a:cxnLst/>
            <a:rect l="l" t="t" r="r" b="b"/>
            <a:pathLst>
              <a:path w="107496" h="78922" extrusionOk="0">
                <a:moveTo>
                  <a:pt x="0" y="0"/>
                </a:moveTo>
                <a:lnTo>
                  <a:pt x="107496" y="0"/>
                </a:lnTo>
                <a:lnTo>
                  <a:pt x="107496" y="78922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1"/>
          <p:cNvSpPr txBox="1">
            <a:spLocks noGrp="1"/>
          </p:cNvSpPr>
          <p:nvPr>
            <p:ph type="subTitle" idx="1"/>
          </p:nvPr>
        </p:nvSpPr>
        <p:spPr>
          <a:xfrm>
            <a:off x="901862" y="2326115"/>
            <a:ext cx="2363400" cy="9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1"/>
          <p:cNvSpPr txBox="1">
            <a:spLocks noGrp="1"/>
          </p:cNvSpPr>
          <p:nvPr>
            <p:ph type="subTitle" idx="2"/>
          </p:nvPr>
        </p:nvSpPr>
        <p:spPr>
          <a:xfrm>
            <a:off x="3359100" y="3243590"/>
            <a:ext cx="2425800" cy="9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ubTitle" idx="3"/>
          </p:nvPr>
        </p:nvSpPr>
        <p:spPr>
          <a:xfrm>
            <a:off x="5878738" y="2326115"/>
            <a:ext cx="2363400" cy="9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1"/>
          <p:cNvSpPr txBox="1">
            <a:spLocks noGrp="1"/>
          </p:cNvSpPr>
          <p:nvPr>
            <p:ph type="subTitle" idx="4"/>
          </p:nvPr>
        </p:nvSpPr>
        <p:spPr>
          <a:xfrm>
            <a:off x="901862" y="2066075"/>
            <a:ext cx="2363400" cy="4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1800">
                <a:latin typeface="Belanosima"/>
                <a:ea typeface="Belanosima"/>
                <a:cs typeface="Belanosima"/>
                <a:sym typeface="Belanosim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2600" b="1">
                <a:latin typeface="Belanosima"/>
                <a:ea typeface="Belanosima"/>
                <a:cs typeface="Belanosima"/>
                <a:sym typeface="Belanosim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2600" b="1">
                <a:latin typeface="Belanosima"/>
                <a:ea typeface="Belanosima"/>
                <a:cs typeface="Belanosima"/>
                <a:sym typeface="Belanosim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2600" b="1">
                <a:latin typeface="Belanosima"/>
                <a:ea typeface="Belanosima"/>
                <a:cs typeface="Belanosima"/>
                <a:sym typeface="Belanosim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2600" b="1">
                <a:latin typeface="Belanosima"/>
                <a:ea typeface="Belanosima"/>
                <a:cs typeface="Belanosima"/>
                <a:sym typeface="Belanosim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2600" b="1">
                <a:latin typeface="Belanosima"/>
                <a:ea typeface="Belanosima"/>
                <a:cs typeface="Belanosima"/>
                <a:sym typeface="Belanosim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2600" b="1">
                <a:latin typeface="Belanosima"/>
                <a:ea typeface="Belanosima"/>
                <a:cs typeface="Belanosima"/>
                <a:sym typeface="Belanosim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2600" b="1">
                <a:latin typeface="Belanosima"/>
                <a:ea typeface="Belanosima"/>
                <a:cs typeface="Belanosima"/>
                <a:sym typeface="Belanosim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2600" b="1">
                <a:latin typeface="Belanosima"/>
                <a:ea typeface="Belanosima"/>
                <a:cs typeface="Belanosima"/>
                <a:sym typeface="Belanosima"/>
              </a:defRPr>
            </a:lvl9pPr>
          </a:lstStyle>
          <a:p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subTitle" idx="5"/>
          </p:nvPr>
        </p:nvSpPr>
        <p:spPr>
          <a:xfrm>
            <a:off x="3359100" y="2983550"/>
            <a:ext cx="2425800" cy="4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1800">
                <a:latin typeface="Belanosima"/>
                <a:ea typeface="Belanosima"/>
                <a:cs typeface="Belanosima"/>
                <a:sym typeface="Belanosim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2600" b="1">
                <a:latin typeface="Belanosima"/>
                <a:ea typeface="Belanosima"/>
                <a:cs typeface="Belanosima"/>
                <a:sym typeface="Belanosim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2600" b="1">
                <a:latin typeface="Belanosima"/>
                <a:ea typeface="Belanosima"/>
                <a:cs typeface="Belanosima"/>
                <a:sym typeface="Belanosim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2600" b="1">
                <a:latin typeface="Belanosima"/>
                <a:ea typeface="Belanosima"/>
                <a:cs typeface="Belanosima"/>
                <a:sym typeface="Belanosim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2600" b="1">
                <a:latin typeface="Belanosima"/>
                <a:ea typeface="Belanosima"/>
                <a:cs typeface="Belanosima"/>
                <a:sym typeface="Belanosim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2600" b="1">
                <a:latin typeface="Belanosima"/>
                <a:ea typeface="Belanosima"/>
                <a:cs typeface="Belanosima"/>
                <a:sym typeface="Belanosim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2600" b="1">
                <a:latin typeface="Belanosima"/>
                <a:ea typeface="Belanosima"/>
                <a:cs typeface="Belanosima"/>
                <a:sym typeface="Belanosim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2600" b="1">
                <a:latin typeface="Belanosima"/>
                <a:ea typeface="Belanosima"/>
                <a:cs typeface="Belanosima"/>
                <a:sym typeface="Belanosim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2600" b="1">
                <a:latin typeface="Belanosima"/>
                <a:ea typeface="Belanosima"/>
                <a:cs typeface="Belanosima"/>
                <a:sym typeface="Belanosima"/>
              </a:defRPr>
            </a:lvl9pPr>
          </a:lstStyle>
          <a:p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subTitle" idx="6"/>
          </p:nvPr>
        </p:nvSpPr>
        <p:spPr>
          <a:xfrm>
            <a:off x="5878738" y="2066075"/>
            <a:ext cx="2363400" cy="4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1800">
                <a:latin typeface="Belanosima"/>
                <a:ea typeface="Belanosima"/>
                <a:cs typeface="Belanosima"/>
                <a:sym typeface="Belanosim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2600" b="1">
                <a:latin typeface="Belanosima"/>
                <a:ea typeface="Belanosima"/>
                <a:cs typeface="Belanosima"/>
                <a:sym typeface="Belanosim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2600" b="1">
                <a:latin typeface="Belanosima"/>
                <a:ea typeface="Belanosima"/>
                <a:cs typeface="Belanosima"/>
                <a:sym typeface="Belanosim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2600" b="1">
                <a:latin typeface="Belanosima"/>
                <a:ea typeface="Belanosima"/>
                <a:cs typeface="Belanosima"/>
                <a:sym typeface="Belanosim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2600" b="1">
                <a:latin typeface="Belanosima"/>
                <a:ea typeface="Belanosima"/>
                <a:cs typeface="Belanosima"/>
                <a:sym typeface="Belanosim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2600" b="1">
                <a:latin typeface="Belanosima"/>
                <a:ea typeface="Belanosima"/>
                <a:cs typeface="Belanosima"/>
                <a:sym typeface="Belanosim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2600" b="1">
                <a:latin typeface="Belanosima"/>
                <a:ea typeface="Belanosima"/>
                <a:cs typeface="Belanosima"/>
                <a:sym typeface="Belanosim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2600" b="1">
                <a:latin typeface="Belanosima"/>
                <a:ea typeface="Belanosima"/>
                <a:cs typeface="Belanosima"/>
                <a:sym typeface="Belanosim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2600" b="1">
                <a:latin typeface="Belanosima"/>
                <a:ea typeface="Belanosima"/>
                <a:cs typeface="Belanosima"/>
                <a:sym typeface="Belanosima"/>
              </a:defRPr>
            </a:lvl9pPr>
          </a:lstStyle>
          <a:p>
            <a:endParaRPr/>
          </a:p>
        </p:txBody>
      </p:sp>
      <p:grpSp>
        <p:nvGrpSpPr>
          <p:cNvPr id="125" name="Google Shape;125;p21"/>
          <p:cNvGrpSpPr/>
          <p:nvPr/>
        </p:nvGrpSpPr>
        <p:grpSpPr>
          <a:xfrm>
            <a:off x="297100" y="309375"/>
            <a:ext cx="8548549" cy="4531832"/>
            <a:chOff x="297100" y="309375"/>
            <a:chExt cx="8548549" cy="4531832"/>
          </a:xfrm>
        </p:grpSpPr>
        <p:sp>
          <p:nvSpPr>
            <p:cNvPr id="126" name="Google Shape;126;p21"/>
            <p:cNvSpPr/>
            <p:nvPr/>
          </p:nvSpPr>
          <p:spPr>
            <a:xfrm rot="10800000" flipH="1">
              <a:off x="7765314" y="4048041"/>
              <a:ext cx="1080335" cy="793166"/>
            </a:xfrm>
            <a:custGeom>
              <a:avLst/>
              <a:gdLst/>
              <a:ahLst/>
              <a:cxnLst/>
              <a:rect l="l" t="t" r="r" b="b"/>
              <a:pathLst>
                <a:path w="107496" h="78922" extrusionOk="0">
                  <a:moveTo>
                    <a:pt x="0" y="0"/>
                  </a:moveTo>
                  <a:lnTo>
                    <a:pt x="107496" y="0"/>
                  </a:lnTo>
                  <a:lnTo>
                    <a:pt x="107496" y="7892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cxnSp>
          <p:nvCxnSpPr>
            <p:cNvPr id="127" name="Google Shape;127;p21"/>
            <p:cNvCxnSpPr/>
            <p:nvPr/>
          </p:nvCxnSpPr>
          <p:spPr>
            <a:xfrm rot="10800000">
              <a:off x="297100" y="309375"/>
              <a:ext cx="0" cy="2106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2"/>
          <p:cNvSpPr txBox="1">
            <a:spLocks noGrp="1"/>
          </p:cNvSpPr>
          <p:nvPr>
            <p:ph type="subTitle" idx="1"/>
          </p:nvPr>
        </p:nvSpPr>
        <p:spPr>
          <a:xfrm>
            <a:off x="720000" y="1590541"/>
            <a:ext cx="7704000" cy="6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subTitle" idx="2"/>
          </p:nvPr>
        </p:nvSpPr>
        <p:spPr>
          <a:xfrm>
            <a:off x="720000" y="2710878"/>
            <a:ext cx="7704000" cy="6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2"/>
          <p:cNvSpPr txBox="1">
            <a:spLocks noGrp="1"/>
          </p:cNvSpPr>
          <p:nvPr>
            <p:ph type="subTitle" idx="3"/>
          </p:nvPr>
        </p:nvSpPr>
        <p:spPr>
          <a:xfrm>
            <a:off x="720000" y="3831214"/>
            <a:ext cx="7704000" cy="6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2"/>
          <p:cNvSpPr txBox="1">
            <a:spLocks noGrp="1"/>
          </p:cNvSpPr>
          <p:nvPr>
            <p:ph type="subTitle" idx="4"/>
          </p:nvPr>
        </p:nvSpPr>
        <p:spPr>
          <a:xfrm>
            <a:off x="720000" y="1241271"/>
            <a:ext cx="77040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1800">
                <a:latin typeface="Belanosima"/>
                <a:ea typeface="Belanosima"/>
                <a:cs typeface="Belanosima"/>
                <a:sym typeface="Belanosim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9pPr>
          </a:lstStyle>
          <a:p>
            <a:endParaRPr/>
          </a:p>
        </p:txBody>
      </p:sp>
      <p:sp>
        <p:nvSpPr>
          <p:cNvPr id="134" name="Google Shape;134;p22"/>
          <p:cNvSpPr txBox="1">
            <a:spLocks noGrp="1"/>
          </p:cNvSpPr>
          <p:nvPr>
            <p:ph type="subTitle" idx="5"/>
          </p:nvPr>
        </p:nvSpPr>
        <p:spPr>
          <a:xfrm>
            <a:off x="720000" y="2357298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1800">
                <a:latin typeface="Belanosima"/>
                <a:ea typeface="Belanosima"/>
                <a:cs typeface="Belanosima"/>
                <a:sym typeface="Belanosim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9pPr>
          </a:lstStyle>
          <a:p>
            <a:endParaRPr/>
          </a:p>
        </p:txBody>
      </p:sp>
      <p:sp>
        <p:nvSpPr>
          <p:cNvPr id="135" name="Google Shape;135;p22"/>
          <p:cNvSpPr txBox="1">
            <a:spLocks noGrp="1"/>
          </p:cNvSpPr>
          <p:nvPr>
            <p:ph type="subTitle" idx="6"/>
          </p:nvPr>
        </p:nvSpPr>
        <p:spPr>
          <a:xfrm>
            <a:off x="720000" y="3470625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1800">
                <a:latin typeface="Belanosima"/>
                <a:ea typeface="Belanosima"/>
                <a:cs typeface="Belanosima"/>
                <a:sym typeface="Belanosim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9pPr>
          </a:lstStyle>
          <a:p>
            <a:endParaRPr/>
          </a:p>
        </p:txBody>
      </p:sp>
      <p:grpSp>
        <p:nvGrpSpPr>
          <p:cNvPr id="136" name="Google Shape;136;p22"/>
          <p:cNvGrpSpPr/>
          <p:nvPr/>
        </p:nvGrpSpPr>
        <p:grpSpPr>
          <a:xfrm>
            <a:off x="297349" y="309375"/>
            <a:ext cx="8549660" cy="4531832"/>
            <a:chOff x="297349" y="309375"/>
            <a:chExt cx="8549660" cy="4531832"/>
          </a:xfrm>
        </p:grpSpPr>
        <p:sp>
          <p:nvSpPr>
            <p:cNvPr id="137" name="Google Shape;137;p22"/>
            <p:cNvSpPr/>
            <p:nvPr/>
          </p:nvSpPr>
          <p:spPr>
            <a:xfrm rot="10800000" flipH="1">
              <a:off x="7766674" y="4048041"/>
              <a:ext cx="1080335" cy="793166"/>
            </a:xfrm>
            <a:custGeom>
              <a:avLst/>
              <a:gdLst/>
              <a:ahLst/>
              <a:cxnLst/>
              <a:rect l="l" t="t" r="r" b="b"/>
              <a:pathLst>
                <a:path w="107496" h="78922" extrusionOk="0">
                  <a:moveTo>
                    <a:pt x="0" y="0"/>
                  </a:moveTo>
                  <a:lnTo>
                    <a:pt x="107496" y="0"/>
                  </a:lnTo>
                  <a:lnTo>
                    <a:pt x="107496" y="7892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cxnSp>
          <p:nvCxnSpPr>
            <p:cNvPr id="138" name="Google Shape;138;p22"/>
            <p:cNvCxnSpPr/>
            <p:nvPr/>
          </p:nvCxnSpPr>
          <p:spPr>
            <a:xfrm rot="10800000">
              <a:off x="297349" y="309375"/>
              <a:ext cx="0" cy="2106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6_1_1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3"/>
          <p:cNvSpPr txBox="1">
            <a:spLocks noGrp="1"/>
          </p:cNvSpPr>
          <p:nvPr>
            <p:ph type="subTitle" idx="1"/>
          </p:nvPr>
        </p:nvSpPr>
        <p:spPr>
          <a:xfrm>
            <a:off x="1796086" y="1489425"/>
            <a:ext cx="61014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3"/>
          <p:cNvSpPr txBox="1">
            <a:spLocks noGrp="1"/>
          </p:cNvSpPr>
          <p:nvPr>
            <p:ph type="subTitle" idx="2"/>
          </p:nvPr>
        </p:nvSpPr>
        <p:spPr>
          <a:xfrm>
            <a:off x="1796086" y="2632425"/>
            <a:ext cx="61014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3"/>
          <p:cNvSpPr txBox="1">
            <a:spLocks noGrp="1"/>
          </p:cNvSpPr>
          <p:nvPr>
            <p:ph type="subTitle" idx="3"/>
          </p:nvPr>
        </p:nvSpPr>
        <p:spPr>
          <a:xfrm>
            <a:off x="1796086" y="3775425"/>
            <a:ext cx="61014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3"/>
          <p:cNvSpPr txBox="1">
            <a:spLocks noGrp="1"/>
          </p:cNvSpPr>
          <p:nvPr>
            <p:ph type="subTitle" idx="4"/>
          </p:nvPr>
        </p:nvSpPr>
        <p:spPr>
          <a:xfrm>
            <a:off x="1796086" y="1253625"/>
            <a:ext cx="61014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1800">
                <a:latin typeface="Belanosima"/>
                <a:ea typeface="Belanosima"/>
                <a:cs typeface="Belanosima"/>
                <a:sym typeface="Belanosim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2600" b="1">
                <a:latin typeface="Belanosima"/>
                <a:ea typeface="Belanosima"/>
                <a:cs typeface="Belanosima"/>
                <a:sym typeface="Belanosim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2600" b="1">
                <a:latin typeface="Belanosima"/>
                <a:ea typeface="Belanosima"/>
                <a:cs typeface="Belanosima"/>
                <a:sym typeface="Belanosim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2600" b="1">
                <a:latin typeface="Belanosima"/>
                <a:ea typeface="Belanosima"/>
                <a:cs typeface="Belanosima"/>
                <a:sym typeface="Belanosim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2600" b="1">
                <a:latin typeface="Belanosima"/>
                <a:ea typeface="Belanosima"/>
                <a:cs typeface="Belanosima"/>
                <a:sym typeface="Belanosim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2600" b="1">
                <a:latin typeface="Belanosima"/>
                <a:ea typeface="Belanosima"/>
                <a:cs typeface="Belanosima"/>
                <a:sym typeface="Belanosim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2600" b="1">
                <a:latin typeface="Belanosima"/>
                <a:ea typeface="Belanosima"/>
                <a:cs typeface="Belanosima"/>
                <a:sym typeface="Belanosim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2600" b="1">
                <a:latin typeface="Belanosima"/>
                <a:ea typeface="Belanosima"/>
                <a:cs typeface="Belanosima"/>
                <a:sym typeface="Belanosim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2600" b="1">
                <a:latin typeface="Belanosima"/>
                <a:ea typeface="Belanosima"/>
                <a:cs typeface="Belanosima"/>
                <a:sym typeface="Belanosima"/>
              </a:defRPr>
            </a:lvl9pPr>
          </a:lstStyle>
          <a:p>
            <a:endParaRPr/>
          </a:p>
        </p:txBody>
      </p:sp>
      <p:sp>
        <p:nvSpPr>
          <p:cNvPr id="145" name="Google Shape;145;p23"/>
          <p:cNvSpPr txBox="1">
            <a:spLocks noGrp="1"/>
          </p:cNvSpPr>
          <p:nvPr>
            <p:ph type="subTitle" idx="5"/>
          </p:nvPr>
        </p:nvSpPr>
        <p:spPr>
          <a:xfrm>
            <a:off x="1796086" y="2374175"/>
            <a:ext cx="61014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1800">
                <a:latin typeface="Belanosima"/>
                <a:ea typeface="Belanosima"/>
                <a:cs typeface="Belanosima"/>
                <a:sym typeface="Belanosim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2600" b="1">
                <a:latin typeface="Belanosima"/>
                <a:ea typeface="Belanosima"/>
                <a:cs typeface="Belanosima"/>
                <a:sym typeface="Belanosim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2600" b="1">
                <a:latin typeface="Belanosima"/>
                <a:ea typeface="Belanosima"/>
                <a:cs typeface="Belanosima"/>
                <a:sym typeface="Belanosim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2600" b="1">
                <a:latin typeface="Belanosima"/>
                <a:ea typeface="Belanosima"/>
                <a:cs typeface="Belanosima"/>
                <a:sym typeface="Belanosim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2600" b="1">
                <a:latin typeface="Belanosima"/>
                <a:ea typeface="Belanosima"/>
                <a:cs typeface="Belanosima"/>
                <a:sym typeface="Belanosim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2600" b="1">
                <a:latin typeface="Belanosima"/>
                <a:ea typeface="Belanosima"/>
                <a:cs typeface="Belanosima"/>
                <a:sym typeface="Belanosim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2600" b="1">
                <a:latin typeface="Belanosima"/>
                <a:ea typeface="Belanosima"/>
                <a:cs typeface="Belanosima"/>
                <a:sym typeface="Belanosim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2600" b="1">
                <a:latin typeface="Belanosima"/>
                <a:ea typeface="Belanosima"/>
                <a:cs typeface="Belanosima"/>
                <a:sym typeface="Belanosim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2600" b="1">
                <a:latin typeface="Belanosima"/>
                <a:ea typeface="Belanosima"/>
                <a:cs typeface="Belanosima"/>
                <a:sym typeface="Belanosima"/>
              </a:defRPr>
            </a:lvl9pPr>
          </a:lstStyle>
          <a:p>
            <a:endParaRPr/>
          </a:p>
        </p:txBody>
      </p:sp>
      <p:sp>
        <p:nvSpPr>
          <p:cNvPr id="146" name="Google Shape;146;p23"/>
          <p:cNvSpPr txBox="1">
            <a:spLocks noGrp="1"/>
          </p:cNvSpPr>
          <p:nvPr>
            <p:ph type="subTitle" idx="6"/>
          </p:nvPr>
        </p:nvSpPr>
        <p:spPr>
          <a:xfrm>
            <a:off x="1796086" y="3494725"/>
            <a:ext cx="61014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1800">
                <a:latin typeface="Belanosima"/>
                <a:ea typeface="Belanosima"/>
                <a:cs typeface="Belanosima"/>
                <a:sym typeface="Belanosim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2600" b="1">
                <a:latin typeface="Belanosima"/>
                <a:ea typeface="Belanosima"/>
                <a:cs typeface="Belanosima"/>
                <a:sym typeface="Belanosim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2600" b="1">
                <a:latin typeface="Belanosima"/>
                <a:ea typeface="Belanosima"/>
                <a:cs typeface="Belanosima"/>
                <a:sym typeface="Belanosim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2600" b="1">
                <a:latin typeface="Belanosima"/>
                <a:ea typeface="Belanosima"/>
                <a:cs typeface="Belanosima"/>
                <a:sym typeface="Belanosim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2600" b="1">
                <a:latin typeface="Belanosima"/>
                <a:ea typeface="Belanosima"/>
                <a:cs typeface="Belanosima"/>
                <a:sym typeface="Belanosim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2600" b="1">
                <a:latin typeface="Belanosima"/>
                <a:ea typeface="Belanosima"/>
                <a:cs typeface="Belanosima"/>
                <a:sym typeface="Belanosim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2600" b="1">
                <a:latin typeface="Belanosima"/>
                <a:ea typeface="Belanosima"/>
                <a:cs typeface="Belanosima"/>
                <a:sym typeface="Belanosim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2600" b="1">
                <a:latin typeface="Belanosima"/>
                <a:ea typeface="Belanosima"/>
                <a:cs typeface="Belanosima"/>
                <a:sym typeface="Belanosim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lanosima"/>
              <a:buNone/>
              <a:defRPr sz="2600" b="1">
                <a:latin typeface="Belanosima"/>
                <a:ea typeface="Belanosima"/>
                <a:cs typeface="Belanosima"/>
                <a:sym typeface="Belanosima"/>
              </a:defRPr>
            </a:lvl9pPr>
          </a:lstStyle>
          <a:p>
            <a:endParaRPr/>
          </a:p>
        </p:txBody>
      </p:sp>
      <p:grpSp>
        <p:nvGrpSpPr>
          <p:cNvPr id="147" name="Google Shape;147;p23"/>
          <p:cNvGrpSpPr/>
          <p:nvPr/>
        </p:nvGrpSpPr>
        <p:grpSpPr>
          <a:xfrm>
            <a:off x="297100" y="309375"/>
            <a:ext cx="8549909" cy="4531825"/>
            <a:chOff x="297100" y="309375"/>
            <a:chExt cx="8549909" cy="4531825"/>
          </a:xfrm>
        </p:grpSpPr>
        <p:sp>
          <p:nvSpPr>
            <p:cNvPr id="148" name="Google Shape;148;p23"/>
            <p:cNvSpPr/>
            <p:nvPr/>
          </p:nvSpPr>
          <p:spPr>
            <a:xfrm>
              <a:off x="7766674" y="309375"/>
              <a:ext cx="1080335" cy="793166"/>
            </a:xfrm>
            <a:custGeom>
              <a:avLst/>
              <a:gdLst/>
              <a:ahLst/>
              <a:cxnLst/>
              <a:rect l="l" t="t" r="r" b="b"/>
              <a:pathLst>
                <a:path w="107496" h="78922" extrusionOk="0">
                  <a:moveTo>
                    <a:pt x="0" y="0"/>
                  </a:moveTo>
                  <a:lnTo>
                    <a:pt x="107496" y="0"/>
                  </a:lnTo>
                  <a:lnTo>
                    <a:pt x="107496" y="7892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cxnSp>
          <p:nvCxnSpPr>
            <p:cNvPr id="149" name="Google Shape;149;p23"/>
            <p:cNvCxnSpPr/>
            <p:nvPr/>
          </p:nvCxnSpPr>
          <p:spPr>
            <a:xfrm>
              <a:off x="297100" y="4841200"/>
              <a:ext cx="2875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4"/>
          <p:cNvSpPr txBox="1">
            <a:spLocks noGrp="1"/>
          </p:cNvSpPr>
          <p:nvPr>
            <p:ph type="subTitle" idx="1"/>
          </p:nvPr>
        </p:nvSpPr>
        <p:spPr>
          <a:xfrm>
            <a:off x="1826399" y="1638997"/>
            <a:ext cx="25329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4"/>
          <p:cNvSpPr txBox="1">
            <a:spLocks noGrp="1"/>
          </p:cNvSpPr>
          <p:nvPr>
            <p:ph type="subTitle" idx="2"/>
          </p:nvPr>
        </p:nvSpPr>
        <p:spPr>
          <a:xfrm>
            <a:off x="5250549" y="1638997"/>
            <a:ext cx="25374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4"/>
          <p:cNvSpPr txBox="1">
            <a:spLocks noGrp="1"/>
          </p:cNvSpPr>
          <p:nvPr>
            <p:ph type="subTitle" idx="3"/>
          </p:nvPr>
        </p:nvSpPr>
        <p:spPr>
          <a:xfrm>
            <a:off x="1826399" y="3222997"/>
            <a:ext cx="25329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4"/>
          <p:cNvSpPr txBox="1">
            <a:spLocks noGrp="1"/>
          </p:cNvSpPr>
          <p:nvPr>
            <p:ph type="subTitle" idx="4"/>
          </p:nvPr>
        </p:nvSpPr>
        <p:spPr>
          <a:xfrm>
            <a:off x="5250549" y="3223000"/>
            <a:ext cx="2537400" cy="9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4"/>
          <p:cNvSpPr txBox="1">
            <a:spLocks noGrp="1"/>
          </p:cNvSpPr>
          <p:nvPr>
            <p:ph type="subTitle" idx="5"/>
          </p:nvPr>
        </p:nvSpPr>
        <p:spPr>
          <a:xfrm>
            <a:off x="1826399" y="1386725"/>
            <a:ext cx="2532900" cy="4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1800">
                <a:latin typeface="Belanosima"/>
                <a:ea typeface="Belanosima"/>
                <a:cs typeface="Belanosima"/>
                <a:sym typeface="Belanosim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9pPr>
          </a:lstStyle>
          <a:p>
            <a:endParaRPr/>
          </a:p>
        </p:txBody>
      </p:sp>
      <p:sp>
        <p:nvSpPr>
          <p:cNvPr id="157" name="Google Shape;157;p24"/>
          <p:cNvSpPr txBox="1">
            <a:spLocks noGrp="1"/>
          </p:cNvSpPr>
          <p:nvPr>
            <p:ph type="subTitle" idx="6"/>
          </p:nvPr>
        </p:nvSpPr>
        <p:spPr>
          <a:xfrm>
            <a:off x="5250551" y="1386725"/>
            <a:ext cx="2537400" cy="4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1800">
                <a:latin typeface="Belanosima"/>
                <a:ea typeface="Belanosima"/>
                <a:cs typeface="Belanosima"/>
                <a:sym typeface="Belanosim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9pPr>
          </a:lstStyle>
          <a:p>
            <a:endParaRPr/>
          </a:p>
        </p:txBody>
      </p:sp>
      <p:sp>
        <p:nvSpPr>
          <p:cNvPr id="158" name="Google Shape;158;p24"/>
          <p:cNvSpPr txBox="1">
            <a:spLocks noGrp="1"/>
          </p:cNvSpPr>
          <p:nvPr>
            <p:ph type="subTitle" idx="7"/>
          </p:nvPr>
        </p:nvSpPr>
        <p:spPr>
          <a:xfrm>
            <a:off x="1826399" y="3028575"/>
            <a:ext cx="2532900" cy="35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1800">
                <a:latin typeface="Belanosima"/>
                <a:ea typeface="Belanosima"/>
                <a:cs typeface="Belanosima"/>
                <a:sym typeface="Belanosim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9pPr>
          </a:lstStyle>
          <a:p>
            <a:endParaRPr/>
          </a:p>
        </p:txBody>
      </p:sp>
      <p:sp>
        <p:nvSpPr>
          <p:cNvPr id="159" name="Google Shape;159;p24"/>
          <p:cNvSpPr txBox="1">
            <a:spLocks noGrp="1"/>
          </p:cNvSpPr>
          <p:nvPr>
            <p:ph type="subTitle" idx="8"/>
          </p:nvPr>
        </p:nvSpPr>
        <p:spPr>
          <a:xfrm>
            <a:off x="5250549" y="3028577"/>
            <a:ext cx="2537400" cy="35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1800">
                <a:latin typeface="Belanosima"/>
                <a:ea typeface="Belanosima"/>
                <a:cs typeface="Belanosima"/>
                <a:sym typeface="Belanosim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9pPr>
          </a:lstStyle>
          <a:p>
            <a:endParaRPr/>
          </a:p>
        </p:txBody>
      </p:sp>
      <p:sp>
        <p:nvSpPr>
          <p:cNvPr id="160" name="Google Shape;160;p24"/>
          <p:cNvSpPr/>
          <p:nvPr/>
        </p:nvSpPr>
        <p:spPr>
          <a:xfrm flipH="1">
            <a:off x="297102" y="309375"/>
            <a:ext cx="1080335" cy="793166"/>
          </a:xfrm>
          <a:custGeom>
            <a:avLst/>
            <a:gdLst/>
            <a:ahLst/>
            <a:cxnLst/>
            <a:rect l="l" t="t" r="r" b="b"/>
            <a:pathLst>
              <a:path w="107496" h="78922" extrusionOk="0">
                <a:moveTo>
                  <a:pt x="0" y="0"/>
                </a:moveTo>
                <a:lnTo>
                  <a:pt x="107496" y="0"/>
                </a:lnTo>
                <a:lnTo>
                  <a:pt x="107496" y="78922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_1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25"/>
          <p:cNvSpPr txBox="1">
            <a:spLocks noGrp="1"/>
          </p:cNvSpPr>
          <p:nvPr>
            <p:ph type="subTitle" idx="1"/>
          </p:nvPr>
        </p:nvSpPr>
        <p:spPr>
          <a:xfrm>
            <a:off x="715027" y="2114182"/>
            <a:ext cx="23739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5"/>
          <p:cNvSpPr txBox="1">
            <a:spLocks noGrp="1"/>
          </p:cNvSpPr>
          <p:nvPr>
            <p:ph type="subTitle" idx="2"/>
          </p:nvPr>
        </p:nvSpPr>
        <p:spPr>
          <a:xfrm>
            <a:off x="3384788" y="2114182"/>
            <a:ext cx="23739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5"/>
          <p:cNvSpPr txBox="1">
            <a:spLocks noGrp="1"/>
          </p:cNvSpPr>
          <p:nvPr>
            <p:ph type="subTitle" idx="3"/>
          </p:nvPr>
        </p:nvSpPr>
        <p:spPr>
          <a:xfrm>
            <a:off x="715027" y="3773007"/>
            <a:ext cx="23739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25"/>
          <p:cNvSpPr txBox="1">
            <a:spLocks noGrp="1"/>
          </p:cNvSpPr>
          <p:nvPr>
            <p:ph type="subTitle" idx="4"/>
          </p:nvPr>
        </p:nvSpPr>
        <p:spPr>
          <a:xfrm>
            <a:off x="3384788" y="3773007"/>
            <a:ext cx="23739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5"/>
          <p:cNvSpPr txBox="1">
            <a:spLocks noGrp="1"/>
          </p:cNvSpPr>
          <p:nvPr>
            <p:ph type="subTitle" idx="5"/>
          </p:nvPr>
        </p:nvSpPr>
        <p:spPr>
          <a:xfrm>
            <a:off x="6054550" y="2114185"/>
            <a:ext cx="23709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25"/>
          <p:cNvSpPr txBox="1">
            <a:spLocks noGrp="1"/>
          </p:cNvSpPr>
          <p:nvPr>
            <p:ph type="subTitle" idx="6"/>
          </p:nvPr>
        </p:nvSpPr>
        <p:spPr>
          <a:xfrm>
            <a:off x="6054550" y="3773003"/>
            <a:ext cx="23709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25"/>
          <p:cNvSpPr txBox="1">
            <a:spLocks noGrp="1"/>
          </p:cNvSpPr>
          <p:nvPr>
            <p:ph type="subTitle" idx="7"/>
          </p:nvPr>
        </p:nvSpPr>
        <p:spPr>
          <a:xfrm>
            <a:off x="713227" y="1809170"/>
            <a:ext cx="23775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1800">
                <a:solidFill>
                  <a:schemeClr val="dk1"/>
                </a:solidFill>
                <a:latin typeface="Belanosima"/>
                <a:ea typeface="Belanosima"/>
                <a:cs typeface="Belanosima"/>
                <a:sym typeface="Belanosim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9pPr>
          </a:lstStyle>
          <a:p>
            <a:endParaRPr/>
          </a:p>
        </p:txBody>
      </p:sp>
      <p:sp>
        <p:nvSpPr>
          <p:cNvPr id="170" name="Google Shape;170;p25"/>
          <p:cNvSpPr txBox="1">
            <a:spLocks noGrp="1"/>
          </p:cNvSpPr>
          <p:nvPr>
            <p:ph type="subTitle" idx="8"/>
          </p:nvPr>
        </p:nvSpPr>
        <p:spPr>
          <a:xfrm>
            <a:off x="3382988" y="1809170"/>
            <a:ext cx="23775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1800">
                <a:solidFill>
                  <a:schemeClr val="dk1"/>
                </a:solidFill>
                <a:latin typeface="Belanosima"/>
                <a:ea typeface="Belanosima"/>
                <a:cs typeface="Belanosima"/>
                <a:sym typeface="Belanosim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9pPr>
          </a:lstStyle>
          <a:p>
            <a:endParaRPr/>
          </a:p>
        </p:txBody>
      </p:sp>
      <p:sp>
        <p:nvSpPr>
          <p:cNvPr id="171" name="Google Shape;171;p25"/>
          <p:cNvSpPr txBox="1">
            <a:spLocks noGrp="1"/>
          </p:cNvSpPr>
          <p:nvPr>
            <p:ph type="subTitle" idx="9"/>
          </p:nvPr>
        </p:nvSpPr>
        <p:spPr>
          <a:xfrm>
            <a:off x="6052750" y="1809175"/>
            <a:ext cx="23745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1800">
                <a:solidFill>
                  <a:schemeClr val="dk1"/>
                </a:solidFill>
                <a:latin typeface="Belanosima"/>
                <a:ea typeface="Belanosima"/>
                <a:cs typeface="Belanosima"/>
                <a:sym typeface="Belanosim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9pPr>
          </a:lstStyle>
          <a:p>
            <a:endParaRPr/>
          </a:p>
        </p:txBody>
      </p:sp>
      <p:sp>
        <p:nvSpPr>
          <p:cNvPr id="172" name="Google Shape;172;p25"/>
          <p:cNvSpPr txBox="1">
            <a:spLocks noGrp="1"/>
          </p:cNvSpPr>
          <p:nvPr>
            <p:ph type="subTitle" idx="13"/>
          </p:nvPr>
        </p:nvSpPr>
        <p:spPr>
          <a:xfrm>
            <a:off x="713227" y="3467800"/>
            <a:ext cx="23775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1800">
                <a:solidFill>
                  <a:schemeClr val="dk1"/>
                </a:solidFill>
                <a:latin typeface="Belanosima"/>
                <a:ea typeface="Belanosima"/>
                <a:cs typeface="Belanosima"/>
                <a:sym typeface="Belanosim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9pPr>
          </a:lstStyle>
          <a:p>
            <a:endParaRPr/>
          </a:p>
        </p:txBody>
      </p:sp>
      <p:sp>
        <p:nvSpPr>
          <p:cNvPr id="173" name="Google Shape;173;p25"/>
          <p:cNvSpPr txBox="1">
            <a:spLocks noGrp="1"/>
          </p:cNvSpPr>
          <p:nvPr>
            <p:ph type="subTitle" idx="14"/>
          </p:nvPr>
        </p:nvSpPr>
        <p:spPr>
          <a:xfrm>
            <a:off x="3382988" y="3467800"/>
            <a:ext cx="23775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1800">
                <a:solidFill>
                  <a:schemeClr val="dk1"/>
                </a:solidFill>
                <a:latin typeface="Belanosima"/>
                <a:ea typeface="Belanosima"/>
                <a:cs typeface="Belanosima"/>
                <a:sym typeface="Belanosim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9pPr>
          </a:lstStyle>
          <a:p>
            <a:endParaRPr/>
          </a:p>
        </p:txBody>
      </p:sp>
      <p:sp>
        <p:nvSpPr>
          <p:cNvPr id="174" name="Google Shape;174;p25"/>
          <p:cNvSpPr txBox="1">
            <a:spLocks noGrp="1"/>
          </p:cNvSpPr>
          <p:nvPr>
            <p:ph type="subTitle" idx="15"/>
          </p:nvPr>
        </p:nvSpPr>
        <p:spPr>
          <a:xfrm>
            <a:off x="6052750" y="3467798"/>
            <a:ext cx="23745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1800">
                <a:solidFill>
                  <a:schemeClr val="dk1"/>
                </a:solidFill>
                <a:latin typeface="Belanosima"/>
                <a:ea typeface="Belanosima"/>
                <a:cs typeface="Belanosima"/>
                <a:sym typeface="Belanosim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lanosima"/>
              <a:buNone/>
              <a:defRPr sz="2400" b="1">
                <a:latin typeface="Belanosima"/>
                <a:ea typeface="Belanosima"/>
                <a:cs typeface="Belanosima"/>
                <a:sym typeface="Belanosima"/>
              </a:defRPr>
            </a:lvl9pPr>
          </a:lstStyle>
          <a:p>
            <a:endParaRPr/>
          </a:p>
        </p:txBody>
      </p:sp>
      <p:sp>
        <p:nvSpPr>
          <p:cNvPr id="175" name="Google Shape;175;p25"/>
          <p:cNvSpPr/>
          <p:nvPr/>
        </p:nvSpPr>
        <p:spPr>
          <a:xfrm rot="10800000">
            <a:off x="297102" y="4045855"/>
            <a:ext cx="1083291" cy="795336"/>
          </a:xfrm>
          <a:custGeom>
            <a:avLst/>
            <a:gdLst/>
            <a:ahLst/>
            <a:cxnLst/>
            <a:rect l="l" t="t" r="r" b="b"/>
            <a:pathLst>
              <a:path w="107496" h="78922" extrusionOk="0">
                <a:moveTo>
                  <a:pt x="0" y="0"/>
                </a:moveTo>
                <a:lnTo>
                  <a:pt x="107496" y="0"/>
                </a:lnTo>
                <a:lnTo>
                  <a:pt x="107496" y="78922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_1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>
            <a:spLocks noGrp="1"/>
          </p:cNvSpPr>
          <p:nvPr>
            <p:ph type="title" hasCustomPrompt="1"/>
          </p:nvPr>
        </p:nvSpPr>
        <p:spPr>
          <a:xfrm>
            <a:off x="4521475" y="783375"/>
            <a:ext cx="3909300" cy="63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8" name="Google Shape;178;p26"/>
          <p:cNvSpPr txBox="1">
            <a:spLocks noGrp="1"/>
          </p:cNvSpPr>
          <p:nvPr>
            <p:ph type="subTitle" idx="1"/>
          </p:nvPr>
        </p:nvSpPr>
        <p:spPr>
          <a:xfrm>
            <a:off x="4521475" y="1234708"/>
            <a:ext cx="3909300" cy="42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9" name="Google Shape;179;p26"/>
          <p:cNvSpPr txBox="1">
            <a:spLocks noGrp="1"/>
          </p:cNvSpPr>
          <p:nvPr>
            <p:ph type="title" idx="2" hasCustomPrompt="1"/>
          </p:nvPr>
        </p:nvSpPr>
        <p:spPr>
          <a:xfrm>
            <a:off x="4521475" y="2136528"/>
            <a:ext cx="3909300" cy="630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0" name="Google Shape;180;p26"/>
          <p:cNvSpPr txBox="1">
            <a:spLocks noGrp="1"/>
          </p:cNvSpPr>
          <p:nvPr>
            <p:ph type="subTitle" idx="3"/>
          </p:nvPr>
        </p:nvSpPr>
        <p:spPr>
          <a:xfrm>
            <a:off x="4521475" y="2586967"/>
            <a:ext cx="3909300" cy="42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1" name="Google Shape;181;p26"/>
          <p:cNvSpPr txBox="1">
            <a:spLocks noGrp="1"/>
          </p:cNvSpPr>
          <p:nvPr>
            <p:ph type="title" idx="4" hasCustomPrompt="1"/>
          </p:nvPr>
        </p:nvSpPr>
        <p:spPr>
          <a:xfrm>
            <a:off x="4521475" y="3487882"/>
            <a:ext cx="3909300" cy="630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2" name="Google Shape;182;p26"/>
          <p:cNvSpPr txBox="1">
            <a:spLocks noGrp="1"/>
          </p:cNvSpPr>
          <p:nvPr>
            <p:ph type="subTitle" idx="5"/>
          </p:nvPr>
        </p:nvSpPr>
        <p:spPr>
          <a:xfrm>
            <a:off x="4521475" y="3939225"/>
            <a:ext cx="3909300" cy="42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183" name="Google Shape;183;p26"/>
          <p:cNvGrpSpPr/>
          <p:nvPr/>
        </p:nvGrpSpPr>
        <p:grpSpPr>
          <a:xfrm>
            <a:off x="297102" y="309375"/>
            <a:ext cx="8548547" cy="4531836"/>
            <a:chOff x="297102" y="309375"/>
            <a:chExt cx="8548547" cy="4531836"/>
          </a:xfrm>
        </p:grpSpPr>
        <p:sp>
          <p:nvSpPr>
            <p:cNvPr id="184" name="Google Shape;184;p26"/>
            <p:cNvSpPr/>
            <p:nvPr/>
          </p:nvSpPr>
          <p:spPr>
            <a:xfrm rot="10800000">
              <a:off x="297102" y="2733007"/>
              <a:ext cx="2871487" cy="2108204"/>
            </a:xfrm>
            <a:custGeom>
              <a:avLst/>
              <a:gdLst/>
              <a:ahLst/>
              <a:cxnLst/>
              <a:rect l="l" t="t" r="r" b="b"/>
              <a:pathLst>
                <a:path w="107496" h="78922" extrusionOk="0">
                  <a:moveTo>
                    <a:pt x="0" y="0"/>
                  </a:moveTo>
                  <a:lnTo>
                    <a:pt x="107496" y="0"/>
                  </a:lnTo>
                  <a:lnTo>
                    <a:pt x="107496" y="7892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cxnSp>
          <p:nvCxnSpPr>
            <p:cNvPr id="185" name="Google Shape;185;p26"/>
            <p:cNvCxnSpPr/>
            <p:nvPr/>
          </p:nvCxnSpPr>
          <p:spPr>
            <a:xfrm rot="10800000">
              <a:off x="8845649" y="309375"/>
              <a:ext cx="0" cy="2106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7"/>
          <p:cNvSpPr txBox="1">
            <a:spLocks noGrp="1"/>
          </p:cNvSpPr>
          <p:nvPr>
            <p:ph type="title"/>
          </p:nvPr>
        </p:nvSpPr>
        <p:spPr>
          <a:xfrm>
            <a:off x="3824000" y="539500"/>
            <a:ext cx="46119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27"/>
          <p:cNvSpPr txBox="1">
            <a:spLocks noGrp="1"/>
          </p:cNvSpPr>
          <p:nvPr>
            <p:ph type="subTitle" idx="1"/>
          </p:nvPr>
        </p:nvSpPr>
        <p:spPr>
          <a:xfrm>
            <a:off x="3824000" y="1596753"/>
            <a:ext cx="4611900" cy="112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27"/>
          <p:cNvSpPr txBox="1"/>
          <p:nvPr/>
        </p:nvSpPr>
        <p:spPr>
          <a:xfrm>
            <a:off x="3824560" y="3180568"/>
            <a:ext cx="46107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CREDITS: This presentation template was created by </a:t>
            </a:r>
            <a:r>
              <a:rPr lang="en" sz="1100" b="1" u="sng">
                <a:solidFill>
                  <a:schemeClr val="hlink"/>
                </a:solidFill>
                <a:latin typeface="Heebo"/>
                <a:ea typeface="Heebo"/>
                <a:cs typeface="Heebo"/>
                <a:sym typeface="Heebo"/>
                <a:hlinkClick r:id="rId2"/>
              </a:rPr>
              <a:t>Slidesgo</a:t>
            </a:r>
            <a:r>
              <a:rPr lang="en" sz="11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,</a:t>
            </a:r>
            <a:r>
              <a:rPr lang="en" sz="11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 and includes icons by</a:t>
            </a:r>
            <a:r>
              <a:rPr lang="en" sz="11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lang="en" sz="1100" b="1" u="sng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,</a:t>
            </a:r>
            <a:r>
              <a:rPr lang="en" sz="11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 and infographics &amp; images by </a:t>
            </a:r>
            <a:r>
              <a:rPr lang="en" sz="1100" b="1" u="sng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100" b="1" u="sng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endParaRPr sz="1100" b="1" u="sng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190" name="Google Shape;190;p27"/>
          <p:cNvSpPr/>
          <p:nvPr/>
        </p:nvSpPr>
        <p:spPr>
          <a:xfrm>
            <a:off x="5975411" y="309584"/>
            <a:ext cx="2871487" cy="2108204"/>
          </a:xfrm>
          <a:custGeom>
            <a:avLst/>
            <a:gdLst/>
            <a:ahLst/>
            <a:cxnLst/>
            <a:rect l="l" t="t" r="r" b="b"/>
            <a:pathLst>
              <a:path w="107496" h="78922" extrusionOk="0">
                <a:moveTo>
                  <a:pt x="0" y="0"/>
                </a:moveTo>
                <a:lnTo>
                  <a:pt x="107496" y="0"/>
                </a:lnTo>
                <a:lnTo>
                  <a:pt x="107496" y="78922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28"/>
          <p:cNvGrpSpPr/>
          <p:nvPr/>
        </p:nvGrpSpPr>
        <p:grpSpPr>
          <a:xfrm flipH="1">
            <a:off x="297100" y="309375"/>
            <a:ext cx="8549909" cy="4531825"/>
            <a:chOff x="297100" y="309375"/>
            <a:chExt cx="8549909" cy="4531825"/>
          </a:xfrm>
        </p:grpSpPr>
        <p:sp>
          <p:nvSpPr>
            <p:cNvPr id="193" name="Google Shape;193;p28"/>
            <p:cNvSpPr/>
            <p:nvPr/>
          </p:nvSpPr>
          <p:spPr>
            <a:xfrm>
              <a:off x="7766674" y="309375"/>
              <a:ext cx="1080335" cy="793166"/>
            </a:xfrm>
            <a:custGeom>
              <a:avLst/>
              <a:gdLst/>
              <a:ahLst/>
              <a:cxnLst/>
              <a:rect l="l" t="t" r="r" b="b"/>
              <a:pathLst>
                <a:path w="107496" h="78922" extrusionOk="0">
                  <a:moveTo>
                    <a:pt x="0" y="0"/>
                  </a:moveTo>
                  <a:lnTo>
                    <a:pt x="107496" y="0"/>
                  </a:lnTo>
                  <a:lnTo>
                    <a:pt x="107496" y="7892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cxnSp>
          <p:nvCxnSpPr>
            <p:cNvPr id="194" name="Google Shape;194;p28"/>
            <p:cNvCxnSpPr/>
            <p:nvPr/>
          </p:nvCxnSpPr>
          <p:spPr>
            <a:xfrm>
              <a:off x="297100" y="4841200"/>
              <a:ext cx="2875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oogle Shape;196;p29"/>
          <p:cNvGrpSpPr/>
          <p:nvPr/>
        </p:nvGrpSpPr>
        <p:grpSpPr>
          <a:xfrm rot="10800000">
            <a:off x="297102" y="309375"/>
            <a:ext cx="8548547" cy="4531836"/>
            <a:chOff x="297102" y="309375"/>
            <a:chExt cx="8548547" cy="4531836"/>
          </a:xfrm>
        </p:grpSpPr>
        <p:sp>
          <p:nvSpPr>
            <p:cNvPr id="197" name="Google Shape;197;p29"/>
            <p:cNvSpPr/>
            <p:nvPr/>
          </p:nvSpPr>
          <p:spPr>
            <a:xfrm rot="10800000">
              <a:off x="297102" y="2733007"/>
              <a:ext cx="2871487" cy="2108204"/>
            </a:xfrm>
            <a:custGeom>
              <a:avLst/>
              <a:gdLst/>
              <a:ahLst/>
              <a:cxnLst/>
              <a:rect l="l" t="t" r="r" b="b"/>
              <a:pathLst>
                <a:path w="107496" h="78922" extrusionOk="0">
                  <a:moveTo>
                    <a:pt x="0" y="0"/>
                  </a:moveTo>
                  <a:lnTo>
                    <a:pt x="107496" y="0"/>
                  </a:lnTo>
                  <a:lnTo>
                    <a:pt x="107496" y="7892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cxnSp>
          <p:nvCxnSpPr>
            <p:cNvPr id="198" name="Google Shape;198;p29"/>
            <p:cNvCxnSpPr/>
            <p:nvPr/>
          </p:nvCxnSpPr>
          <p:spPr>
            <a:xfrm rot="10800000">
              <a:off x="8845649" y="309375"/>
              <a:ext cx="0" cy="2106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lanosima"/>
              <a:buNone/>
              <a:defRPr sz="3000">
                <a:solidFill>
                  <a:schemeClr val="dk1"/>
                </a:solidFill>
                <a:latin typeface="Belanosima"/>
                <a:ea typeface="Belanosima"/>
                <a:cs typeface="Belanosima"/>
                <a:sym typeface="Belanosim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lanosima"/>
              <a:buNone/>
              <a:defRPr sz="3000">
                <a:solidFill>
                  <a:schemeClr val="dk1"/>
                </a:solidFill>
                <a:latin typeface="Belanosima"/>
                <a:ea typeface="Belanosima"/>
                <a:cs typeface="Belanosima"/>
                <a:sym typeface="Belanosim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lanosima"/>
              <a:buNone/>
              <a:defRPr sz="3000">
                <a:solidFill>
                  <a:schemeClr val="dk1"/>
                </a:solidFill>
                <a:latin typeface="Belanosima"/>
                <a:ea typeface="Belanosima"/>
                <a:cs typeface="Belanosima"/>
                <a:sym typeface="Belanosim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lanosima"/>
              <a:buNone/>
              <a:defRPr sz="3000">
                <a:solidFill>
                  <a:schemeClr val="dk1"/>
                </a:solidFill>
                <a:latin typeface="Belanosima"/>
                <a:ea typeface="Belanosima"/>
                <a:cs typeface="Belanosima"/>
                <a:sym typeface="Belanosim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lanosima"/>
              <a:buNone/>
              <a:defRPr sz="3000">
                <a:solidFill>
                  <a:schemeClr val="dk1"/>
                </a:solidFill>
                <a:latin typeface="Belanosima"/>
                <a:ea typeface="Belanosima"/>
                <a:cs typeface="Belanosima"/>
                <a:sym typeface="Belanosim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lanosima"/>
              <a:buNone/>
              <a:defRPr sz="3000">
                <a:solidFill>
                  <a:schemeClr val="dk1"/>
                </a:solidFill>
                <a:latin typeface="Belanosima"/>
                <a:ea typeface="Belanosima"/>
                <a:cs typeface="Belanosima"/>
                <a:sym typeface="Belanosim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lanosima"/>
              <a:buNone/>
              <a:defRPr sz="3000">
                <a:solidFill>
                  <a:schemeClr val="dk1"/>
                </a:solidFill>
                <a:latin typeface="Belanosima"/>
                <a:ea typeface="Belanosima"/>
                <a:cs typeface="Belanosima"/>
                <a:sym typeface="Belanosim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lanosima"/>
              <a:buNone/>
              <a:defRPr sz="3000">
                <a:solidFill>
                  <a:schemeClr val="dk1"/>
                </a:solidFill>
                <a:latin typeface="Belanosima"/>
                <a:ea typeface="Belanosima"/>
                <a:cs typeface="Belanosima"/>
                <a:sym typeface="Belanosim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lanosima"/>
              <a:buNone/>
              <a:defRPr sz="3000">
                <a:solidFill>
                  <a:schemeClr val="dk1"/>
                </a:solidFill>
                <a:latin typeface="Belanosima"/>
                <a:ea typeface="Belanosima"/>
                <a:cs typeface="Belanosima"/>
                <a:sym typeface="Belanosim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ebo"/>
              <a:buChar char="●"/>
              <a:defRPr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ebo"/>
              <a:buChar char="○"/>
              <a:defRPr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ebo"/>
              <a:buChar char="■"/>
              <a:defRPr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ebo"/>
              <a:buChar char="●"/>
              <a:defRPr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ebo"/>
              <a:buChar char="○"/>
              <a:defRPr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ebo"/>
              <a:buChar char="■"/>
              <a:defRPr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ebo"/>
              <a:buChar char="●"/>
              <a:defRPr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ebo"/>
              <a:buChar char="○"/>
              <a:defRPr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ebo"/>
              <a:buChar char="■"/>
              <a:defRPr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>
            <a:spLocks noGrp="1"/>
          </p:cNvSpPr>
          <p:nvPr>
            <p:ph type="ctrTitle"/>
          </p:nvPr>
        </p:nvSpPr>
        <p:spPr>
          <a:xfrm>
            <a:off x="565450" y="876825"/>
            <a:ext cx="6526500" cy="152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9E1C"/>
                </a:solidFill>
              </a:rPr>
              <a:t>FoodLink:</a:t>
            </a:r>
            <a:r>
              <a:rPr lang="en" sz="4000"/>
              <a:t> A Collaborative Platform for Food Rescue and Redistribution</a:t>
            </a:r>
            <a:endParaRPr sz="3500"/>
          </a:p>
        </p:txBody>
      </p:sp>
      <p:sp>
        <p:nvSpPr>
          <p:cNvPr id="204" name="Google Shape;204;p30"/>
          <p:cNvSpPr txBox="1">
            <a:spLocks noGrp="1"/>
          </p:cNvSpPr>
          <p:nvPr>
            <p:ph type="subTitle" idx="1"/>
          </p:nvPr>
        </p:nvSpPr>
        <p:spPr>
          <a:xfrm>
            <a:off x="394125" y="2745976"/>
            <a:ext cx="3850742" cy="214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>
              <a:buNone/>
            </a:pPr>
            <a:r>
              <a:rPr lang="en-US" altLang="zh-CN" b="1" i="0" u="none" strike="noStrike" dirty="0">
                <a:solidFill>
                  <a:srgbClr val="011627"/>
                </a:solidFill>
                <a:effectLst/>
                <a:latin typeface="Heebo" pitchFamily="2" charset="-79"/>
                <a:cs typeface="Heebo" pitchFamily="2" charset="-79"/>
              </a:rPr>
              <a:t>INFO 5100</a:t>
            </a:r>
            <a:r>
              <a:rPr lang="en-US" altLang="zh-CN" b="0" i="0" u="none" strike="noStrike" dirty="0">
                <a:solidFill>
                  <a:srgbClr val="011627"/>
                </a:solidFill>
                <a:effectLst/>
                <a:latin typeface="Heebo" pitchFamily="2" charset="-79"/>
                <a:cs typeface="Heebo" pitchFamily="2" charset="-79"/>
              </a:rPr>
              <a:t> Final Project Presentation</a:t>
            </a:r>
            <a:endParaRPr lang="en-US" altLang="zh-CN" b="0" dirty="0">
              <a:effectLst/>
            </a:endParaRPr>
          </a:p>
          <a:p>
            <a:pPr rtl="0">
              <a:buNone/>
            </a:pPr>
            <a:r>
              <a:rPr lang="en-US" altLang="zh-CN" b="1" i="0" u="none" strike="noStrike" dirty="0">
                <a:solidFill>
                  <a:srgbClr val="011627"/>
                </a:solidFill>
                <a:effectLst/>
                <a:latin typeface="Heebo" pitchFamily="2" charset="-79"/>
                <a:cs typeface="Heebo" pitchFamily="2" charset="-79"/>
              </a:rPr>
              <a:t>Northeastern University</a:t>
            </a:r>
            <a:r>
              <a:rPr lang="en-US" altLang="zh-CN" b="0" i="0" u="none" strike="noStrike" dirty="0">
                <a:solidFill>
                  <a:srgbClr val="011627"/>
                </a:solidFill>
                <a:effectLst/>
                <a:latin typeface="Heebo" pitchFamily="2" charset="-79"/>
                <a:cs typeface="Heebo" pitchFamily="2" charset="-79"/>
              </a:rPr>
              <a:t> – Spring 2025</a:t>
            </a:r>
            <a:endParaRPr lang="en-US" altLang="zh-CN" b="0" dirty="0">
              <a:effectLst/>
            </a:endParaRPr>
          </a:p>
          <a:p>
            <a:pPr rtl="0">
              <a:buNone/>
            </a:pPr>
            <a:r>
              <a:rPr lang="en-US" altLang="zh-CN" b="1" i="0" u="none" strike="noStrike" dirty="0">
                <a:solidFill>
                  <a:srgbClr val="011627"/>
                </a:solidFill>
                <a:effectLst/>
                <a:latin typeface="Heebo" pitchFamily="2" charset="-79"/>
                <a:cs typeface="Heebo" pitchFamily="2" charset="-79"/>
              </a:rPr>
              <a:t>Team Members:  </a:t>
            </a:r>
            <a:r>
              <a:rPr lang="en-US" altLang="zh-CN" b="0" i="0" u="none" strike="noStrike" dirty="0" err="1">
                <a:solidFill>
                  <a:srgbClr val="011627"/>
                </a:solidFill>
                <a:effectLst/>
                <a:latin typeface="Heebo" pitchFamily="2" charset="-79"/>
                <a:cs typeface="Heebo" pitchFamily="2" charset="-79"/>
              </a:rPr>
              <a:t>Yige</a:t>
            </a:r>
            <a:r>
              <a:rPr lang="en-US" altLang="zh-CN" b="0" i="0" u="none" strike="noStrike" dirty="0">
                <a:solidFill>
                  <a:srgbClr val="011627"/>
                </a:solidFill>
                <a:effectLst/>
                <a:latin typeface="Heebo" pitchFamily="2" charset="-79"/>
                <a:cs typeface="Heebo" pitchFamily="2" charset="-79"/>
              </a:rPr>
              <a:t> Wang </a:t>
            </a:r>
            <a:endParaRPr lang="en-US" altLang="zh-CN" b="0" dirty="0">
              <a:effectLst/>
            </a:endParaRPr>
          </a:p>
          <a:p>
            <a:pPr rtl="0">
              <a:buNone/>
            </a:pPr>
            <a:r>
              <a:rPr lang="en-US" altLang="zh-CN" b="0" i="0" u="none" strike="noStrike" dirty="0">
                <a:solidFill>
                  <a:srgbClr val="011627"/>
                </a:solidFill>
                <a:effectLst/>
                <a:latin typeface="Heebo" pitchFamily="2" charset="-79"/>
                <a:cs typeface="Heebo" pitchFamily="2" charset="-79"/>
              </a:rPr>
              <a:t>                                Yue Wu</a:t>
            </a:r>
            <a:endParaRPr lang="en-US" altLang="zh-CN" b="0" dirty="0">
              <a:effectLst/>
            </a:endParaRPr>
          </a:p>
          <a:p>
            <a:pPr rtl="0">
              <a:buNone/>
            </a:pPr>
            <a:r>
              <a:rPr lang="en-US" altLang="zh-CN" b="0" i="0" u="none" strike="noStrike" dirty="0">
                <a:solidFill>
                  <a:srgbClr val="011627"/>
                </a:solidFill>
                <a:effectLst/>
                <a:latin typeface="Heebo" pitchFamily="2" charset="-79"/>
                <a:cs typeface="Heebo" pitchFamily="2" charset="-79"/>
              </a:rPr>
              <a:t>                                Zhiyu Sun</a:t>
            </a:r>
            <a:endParaRPr lang="en-US" altLang="zh-CN" b="0" dirty="0">
              <a:effectLst/>
            </a:endParaRPr>
          </a:p>
          <a:p>
            <a:pPr>
              <a:buNone/>
            </a:pPr>
            <a:br>
              <a:rPr lang="en-US" altLang="zh-CN" dirty="0"/>
            </a:br>
            <a:endParaRPr lang="en" dirty="0"/>
          </a:p>
        </p:txBody>
      </p:sp>
      <p:grpSp>
        <p:nvGrpSpPr>
          <p:cNvPr id="205" name="Google Shape;205;p30"/>
          <p:cNvGrpSpPr/>
          <p:nvPr/>
        </p:nvGrpSpPr>
        <p:grpSpPr>
          <a:xfrm>
            <a:off x="4149007" y="1024616"/>
            <a:ext cx="4762756" cy="3812448"/>
            <a:chOff x="4149007" y="1024616"/>
            <a:chExt cx="4762756" cy="3812448"/>
          </a:xfrm>
        </p:grpSpPr>
        <p:grpSp>
          <p:nvGrpSpPr>
            <p:cNvPr id="206" name="Google Shape;206;p30"/>
            <p:cNvGrpSpPr/>
            <p:nvPr/>
          </p:nvGrpSpPr>
          <p:grpSpPr>
            <a:xfrm>
              <a:off x="4491115" y="2304341"/>
              <a:ext cx="3891517" cy="2258004"/>
              <a:chOff x="4432350" y="2194900"/>
              <a:chExt cx="4120900" cy="2391100"/>
            </a:xfrm>
          </p:grpSpPr>
          <p:sp>
            <p:nvSpPr>
              <p:cNvPr id="207" name="Google Shape;207;p30"/>
              <p:cNvSpPr/>
              <p:nvPr/>
            </p:nvSpPr>
            <p:spPr>
              <a:xfrm>
                <a:off x="4432350" y="2491675"/>
                <a:ext cx="384000" cy="20940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30"/>
              <p:cNvSpPr/>
              <p:nvPr/>
            </p:nvSpPr>
            <p:spPr>
              <a:xfrm>
                <a:off x="4816350" y="2297025"/>
                <a:ext cx="672000" cy="22887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30"/>
              <p:cNvSpPr/>
              <p:nvPr/>
            </p:nvSpPr>
            <p:spPr>
              <a:xfrm>
                <a:off x="5488375" y="3105975"/>
                <a:ext cx="672000" cy="14799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30"/>
              <p:cNvSpPr/>
              <p:nvPr/>
            </p:nvSpPr>
            <p:spPr>
              <a:xfrm>
                <a:off x="6718750" y="2194900"/>
                <a:ext cx="672000" cy="23910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30"/>
              <p:cNvSpPr/>
              <p:nvPr/>
            </p:nvSpPr>
            <p:spPr>
              <a:xfrm>
                <a:off x="7390750" y="3013600"/>
                <a:ext cx="843000" cy="15723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30"/>
              <p:cNvSpPr/>
              <p:nvPr/>
            </p:nvSpPr>
            <p:spPr>
              <a:xfrm>
                <a:off x="8233750" y="2533100"/>
                <a:ext cx="319500" cy="20529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13" name="Google Shape;213;p30"/>
            <p:cNvSpPr/>
            <p:nvPr/>
          </p:nvSpPr>
          <p:spPr>
            <a:xfrm>
              <a:off x="4149007" y="4600565"/>
              <a:ext cx="4762756" cy="236498"/>
            </a:xfrm>
            <a:prstGeom prst="ellipse">
              <a:avLst/>
            </a:prstGeom>
            <a:solidFill>
              <a:srgbClr val="011627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30"/>
            <p:cNvSpPr/>
            <p:nvPr/>
          </p:nvSpPr>
          <p:spPr>
            <a:xfrm>
              <a:off x="5299536" y="4620099"/>
              <a:ext cx="1044368" cy="95063"/>
            </a:xfrm>
            <a:prstGeom prst="ellipse">
              <a:avLst/>
            </a:prstGeom>
            <a:solidFill>
              <a:srgbClr val="011627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30"/>
            <p:cNvSpPr/>
            <p:nvPr/>
          </p:nvSpPr>
          <p:spPr>
            <a:xfrm>
              <a:off x="6258346" y="4646162"/>
              <a:ext cx="1024826" cy="95063"/>
            </a:xfrm>
            <a:prstGeom prst="ellipse">
              <a:avLst/>
            </a:prstGeom>
            <a:solidFill>
              <a:srgbClr val="011627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30"/>
            <p:cNvSpPr/>
            <p:nvPr/>
          </p:nvSpPr>
          <p:spPr>
            <a:xfrm>
              <a:off x="7267913" y="4636389"/>
              <a:ext cx="1312664" cy="95063"/>
            </a:xfrm>
            <a:prstGeom prst="ellipse">
              <a:avLst/>
            </a:prstGeom>
            <a:solidFill>
              <a:srgbClr val="011627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30"/>
            <p:cNvSpPr/>
            <p:nvPr/>
          </p:nvSpPr>
          <p:spPr>
            <a:xfrm flipH="1">
              <a:off x="8067326" y="4205501"/>
              <a:ext cx="795967" cy="462189"/>
            </a:xfrm>
            <a:custGeom>
              <a:avLst/>
              <a:gdLst/>
              <a:ahLst/>
              <a:cxnLst/>
              <a:rect l="l" t="t" r="r" b="b"/>
              <a:pathLst>
                <a:path w="8740" h="5075" extrusionOk="0">
                  <a:moveTo>
                    <a:pt x="3537" y="0"/>
                  </a:moveTo>
                  <a:cubicBezTo>
                    <a:pt x="3524" y="0"/>
                    <a:pt x="3512" y="2"/>
                    <a:pt x="3499" y="5"/>
                  </a:cubicBezTo>
                  <a:cubicBezTo>
                    <a:pt x="3253" y="75"/>
                    <a:pt x="3216" y="860"/>
                    <a:pt x="3389" y="2352"/>
                  </a:cubicBezTo>
                  <a:cubicBezTo>
                    <a:pt x="3226" y="2109"/>
                    <a:pt x="2535" y="1093"/>
                    <a:pt x="2140" y="1093"/>
                  </a:cubicBezTo>
                  <a:cubicBezTo>
                    <a:pt x="2114" y="1093"/>
                    <a:pt x="2090" y="1097"/>
                    <a:pt x="2067" y="1106"/>
                  </a:cubicBezTo>
                  <a:cubicBezTo>
                    <a:pt x="1597" y="1289"/>
                    <a:pt x="2039" y="3356"/>
                    <a:pt x="2067" y="3491"/>
                  </a:cubicBezTo>
                  <a:cubicBezTo>
                    <a:pt x="1687" y="3290"/>
                    <a:pt x="1317" y="3208"/>
                    <a:pt x="1004" y="3208"/>
                  </a:cubicBezTo>
                  <a:cubicBezTo>
                    <a:pt x="578" y="3208"/>
                    <a:pt x="257" y="3360"/>
                    <a:pt x="159" y="3567"/>
                  </a:cubicBezTo>
                  <a:cubicBezTo>
                    <a:pt x="1" y="3892"/>
                    <a:pt x="320" y="4630"/>
                    <a:pt x="1039" y="5069"/>
                  </a:cubicBezTo>
                  <a:cubicBezTo>
                    <a:pt x="1489" y="5073"/>
                    <a:pt x="1938" y="5075"/>
                    <a:pt x="2388" y="5075"/>
                  </a:cubicBezTo>
                  <a:cubicBezTo>
                    <a:pt x="3896" y="5075"/>
                    <a:pt x="5404" y="5056"/>
                    <a:pt x="6915" y="5056"/>
                  </a:cubicBezTo>
                  <a:cubicBezTo>
                    <a:pt x="7256" y="5056"/>
                    <a:pt x="7597" y="5057"/>
                    <a:pt x="7938" y="5059"/>
                  </a:cubicBezTo>
                  <a:cubicBezTo>
                    <a:pt x="8531" y="3759"/>
                    <a:pt x="8739" y="3050"/>
                    <a:pt x="8563" y="2936"/>
                  </a:cubicBezTo>
                  <a:cubicBezTo>
                    <a:pt x="8546" y="2925"/>
                    <a:pt x="8525" y="2919"/>
                    <a:pt x="8501" y="2919"/>
                  </a:cubicBezTo>
                  <a:cubicBezTo>
                    <a:pt x="8328" y="2919"/>
                    <a:pt x="7970" y="3208"/>
                    <a:pt x="7427" y="3778"/>
                  </a:cubicBezTo>
                  <a:cubicBezTo>
                    <a:pt x="7320" y="3176"/>
                    <a:pt x="6951" y="1176"/>
                    <a:pt x="6472" y="1176"/>
                  </a:cubicBezTo>
                  <a:cubicBezTo>
                    <a:pt x="6472" y="1176"/>
                    <a:pt x="6472" y="1176"/>
                    <a:pt x="6471" y="1176"/>
                  </a:cubicBezTo>
                  <a:cubicBezTo>
                    <a:pt x="6090" y="1179"/>
                    <a:pt x="5802" y="2472"/>
                    <a:pt x="5664" y="3195"/>
                  </a:cubicBezTo>
                  <a:cubicBezTo>
                    <a:pt x="5389" y="1217"/>
                    <a:pt x="5105" y="226"/>
                    <a:pt x="4821" y="226"/>
                  </a:cubicBezTo>
                  <a:cubicBezTo>
                    <a:pt x="4673" y="226"/>
                    <a:pt x="4525" y="482"/>
                    <a:pt x="4380" y="996"/>
                  </a:cubicBezTo>
                  <a:cubicBezTo>
                    <a:pt x="4000" y="328"/>
                    <a:pt x="3719" y="0"/>
                    <a:pt x="3537" y="0"/>
                  </a:cubicBezTo>
                  <a:close/>
                </a:path>
              </a:pathLst>
            </a:custGeom>
            <a:solidFill>
              <a:srgbClr val="1A75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8" name="Google Shape;218;p30"/>
            <p:cNvGrpSpPr/>
            <p:nvPr/>
          </p:nvGrpSpPr>
          <p:grpSpPr>
            <a:xfrm>
              <a:off x="4438353" y="3065012"/>
              <a:ext cx="1337216" cy="1602627"/>
              <a:chOff x="3464250" y="652575"/>
              <a:chExt cx="264475" cy="316975"/>
            </a:xfrm>
          </p:grpSpPr>
          <p:sp>
            <p:nvSpPr>
              <p:cNvPr id="219" name="Google Shape;219;p30"/>
              <p:cNvSpPr/>
              <p:nvPr/>
            </p:nvSpPr>
            <p:spPr>
              <a:xfrm>
                <a:off x="3464250" y="652575"/>
                <a:ext cx="264475" cy="185125"/>
              </a:xfrm>
              <a:custGeom>
                <a:avLst/>
                <a:gdLst/>
                <a:ahLst/>
                <a:cxnLst/>
                <a:rect l="l" t="t" r="r" b="b"/>
                <a:pathLst>
                  <a:path w="10579" h="7405" extrusionOk="0">
                    <a:moveTo>
                      <a:pt x="3376" y="0"/>
                    </a:moveTo>
                    <a:cubicBezTo>
                      <a:pt x="1995" y="0"/>
                      <a:pt x="868" y="988"/>
                      <a:pt x="868" y="2205"/>
                    </a:cubicBezTo>
                    <a:cubicBezTo>
                      <a:pt x="868" y="2505"/>
                      <a:pt x="938" y="2789"/>
                      <a:pt x="1058" y="3044"/>
                    </a:cubicBezTo>
                    <a:cubicBezTo>
                      <a:pt x="436" y="3294"/>
                      <a:pt x="1" y="3839"/>
                      <a:pt x="1" y="4480"/>
                    </a:cubicBezTo>
                    <a:cubicBezTo>
                      <a:pt x="1" y="5351"/>
                      <a:pt x="802" y="6057"/>
                      <a:pt x="1793" y="6057"/>
                    </a:cubicBezTo>
                    <a:cubicBezTo>
                      <a:pt x="2111" y="6057"/>
                      <a:pt x="2414" y="5981"/>
                      <a:pt x="2676" y="5852"/>
                    </a:cubicBezTo>
                    <a:cubicBezTo>
                      <a:pt x="3014" y="6751"/>
                      <a:pt x="4070" y="7404"/>
                      <a:pt x="5323" y="7404"/>
                    </a:cubicBezTo>
                    <a:cubicBezTo>
                      <a:pt x="6547" y="7404"/>
                      <a:pt x="7585" y="6780"/>
                      <a:pt x="7948" y="5906"/>
                    </a:cubicBezTo>
                    <a:cubicBezTo>
                      <a:pt x="8213" y="6029"/>
                      <a:pt x="8525" y="6095"/>
                      <a:pt x="8856" y="6095"/>
                    </a:cubicBezTo>
                    <a:cubicBezTo>
                      <a:pt x="9803" y="6095"/>
                      <a:pt x="10569" y="5537"/>
                      <a:pt x="10569" y="4843"/>
                    </a:cubicBezTo>
                    <a:cubicBezTo>
                      <a:pt x="10579" y="4259"/>
                      <a:pt x="10014" y="3761"/>
                      <a:pt x="9254" y="3631"/>
                    </a:cubicBezTo>
                    <a:cubicBezTo>
                      <a:pt x="9367" y="3442"/>
                      <a:pt x="9430" y="3231"/>
                      <a:pt x="9430" y="3013"/>
                    </a:cubicBezTo>
                    <a:cubicBezTo>
                      <a:pt x="9430" y="2130"/>
                      <a:pt x="8405" y="1413"/>
                      <a:pt x="7143" y="1413"/>
                    </a:cubicBezTo>
                    <a:cubicBezTo>
                      <a:pt x="6651" y="1413"/>
                      <a:pt x="6194" y="1524"/>
                      <a:pt x="5818" y="1707"/>
                    </a:cubicBezTo>
                    <a:cubicBezTo>
                      <a:pt x="5563" y="729"/>
                      <a:pt x="4566" y="0"/>
                      <a:pt x="3376" y="0"/>
                    </a:cubicBez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30"/>
              <p:cNvSpPr/>
              <p:nvPr/>
            </p:nvSpPr>
            <p:spPr>
              <a:xfrm>
                <a:off x="3464425" y="750025"/>
                <a:ext cx="263900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10556" h="3516" extrusionOk="0">
                    <a:moveTo>
                      <a:pt x="959" y="0"/>
                    </a:moveTo>
                    <a:cubicBezTo>
                      <a:pt x="539" y="0"/>
                      <a:pt x="238" y="142"/>
                      <a:pt x="22" y="342"/>
                    </a:cubicBezTo>
                    <a:cubicBezTo>
                      <a:pt x="6" y="424"/>
                      <a:pt x="0" y="503"/>
                      <a:pt x="0" y="588"/>
                    </a:cubicBezTo>
                    <a:cubicBezTo>
                      <a:pt x="0" y="1500"/>
                      <a:pt x="839" y="2147"/>
                      <a:pt x="1757" y="2166"/>
                    </a:cubicBezTo>
                    <a:cubicBezTo>
                      <a:pt x="2290" y="2178"/>
                      <a:pt x="2808" y="2355"/>
                      <a:pt x="3193" y="2724"/>
                    </a:cubicBezTo>
                    <a:cubicBezTo>
                      <a:pt x="3697" y="3207"/>
                      <a:pt x="4467" y="3516"/>
                      <a:pt x="5322" y="3516"/>
                    </a:cubicBezTo>
                    <a:cubicBezTo>
                      <a:pt x="6127" y="3516"/>
                      <a:pt x="6849" y="3244"/>
                      <a:pt x="7354" y="2815"/>
                    </a:cubicBezTo>
                    <a:cubicBezTo>
                      <a:pt x="7780" y="2446"/>
                      <a:pt x="8313" y="2216"/>
                      <a:pt x="8874" y="2210"/>
                    </a:cubicBezTo>
                    <a:cubicBezTo>
                      <a:pt x="9679" y="2203"/>
                      <a:pt x="10430" y="1774"/>
                      <a:pt x="10556" y="1134"/>
                    </a:cubicBezTo>
                    <a:cubicBezTo>
                      <a:pt x="10282" y="849"/>
                      <a:pt x="9835" y="747"/>
                      <a:pt x="9304" y="747"/>
                    </a:cubicBezTo>
                    <a:cubicBezTo>
                      <a:pt x="8529" y="747"/>
                      <a:pt x="7576" y="963"/>
                      <a:pt x="6720" y="1147"/>
                    </a:cubicBezTo>
                    <a:cubicBezTo>
                      <a:pt x="6212" y="1252"/>
                      <a:pt x="5819" y="1310"/>
                      <a:pt x="5449" y="1310"/>
                    </a:cubicBezTo>
                    <a:cubicBezTo>
                      <a:pt x="4586" y="1310"/>
                      <a:pt x="3854" y="998"/>
                      <a:pt x="2098" y="266"/>
                    </a:cubicBezTo>
                    <a:cubicBezTo>
                      <a:pt x="1644" y="78"/>
                      <a:pt x="1269" y="0"/>
                      <a:pt x="959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30"/>
              <p:cNvSpPr/>
              <p:nvPr/>
            </p:nvSpPr>
            <p:spPr>
              <a:xfrm>
                <a:off x="3529950" y="762200"/>
                <a:ext cx="131025" cy="207350"/>
              </a:xfrm>
              <a:custGeom>
                <a:avLst/>
                <a:gdLst/>
                <a:ahLst/>
                <a:cxnLst/>
                <a:rect l="l" t="t" r="r" b="b"/>
                <a:pathLst>
                  <a:path w="5241" h="8294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54" y="95"/>
                      <a:pt x="108" y="189"/>
                      <a:pt x="162" y="284"/>
                    </a:cubicBezTo>
                    <a:cubicBezTo>
                      <a:pt x="512" y="874"/>
                      <a:pt x="1058" y="1672"/>
                      <a:pt x="1638" y="2212"/>
                    </a:cubicBezTo>
                    <a:cubicBezTo>
                      <a:pt x="1976" y="2527"/>
                      <a:pt x="2168" y="2972"/>
                      <a:pt x="2168" y="3436"/>
                    </a:cubicBezTo>
                    <a:lnTo>
                      <a:pt x="2168" y="8281"/>
                    </a:lnTo>
                    <a:cubicBezTo>
                      <a:pt x="2225" y="8291"/>
                      <a:pt x="2282" y="8294"/>
                      <a:pt x="2340" y="8294"/>
                    </a:cubicBezTo>
                    <a:cubicBezTo>
                      <a:pt x="2457" y="8294"/>
                      <a:pt x="2576" y="8281"/>
                      <a:pt x="2698" y="8281"/>
                    </a:cubicBezTo>
                    <a:cubicBezTo>
                      <a:pt x="2793" y="8281"/>
                      <a:pt x="2887" y="8291"/>
                      <a:pt x="2979" y="8291"/>
                    </a:cubicBezTo>
                    <a:lnTo>
                      <a:pt x="2979" y="4048"/>
                    </a:lnTo>
                    <a:cubicBezTo>
                      <a:pt x="2979" y="3417"/>
                      <a:pt x="3250" y="2811"/>
                      <a:pt x="3739" y="2414"/>
                    </a:cubicBezTo>
                    <a:cubicBezTo>
                      <a:pt x="4370" y="1906"/>
                      <a:pt x="4925" y="1025"/>
                      <a:pt x="5241" y="423"/>
                    </a:cubicBezTo>
                    <a:lnTo>
                      <a:pt x="5241" y="423"/>
                    </a:lnTo>
                    <a:cubicBezTo>
                      <a:pt x="5143" y="442"/>
                      <a:pt x="5045" y="461"/>
                      <a:pt x="4941" y="480"/>
                    </a:cubicBezTo>
                    <a:cubicBezTo>
                      <a:pt x="4672" y="830"/>
                      <a:pt x="3626" y="2193"/>
                      <a:pt x="3183" y="2193"/>
                    </a:cubicBezTo>
                    <a:cubicBezTo>
                      <a:pt x="3059" y="2193"/>
                      <a:pt x="2983" y="2088"/>
                      <a:pt x="2982" y="1827"/>
                    </a:cubicBezTo>
                    <a:lnTo>
                      <a:pt x="2982" y="820"/>
                    </a:lnTo>
                    <a:cubicBezTo>
                      <a:pt x="2931" y="823"/>
                      <a:pt x="2880" y="824"/>
                      <a:pt x="2830" y="824"/>
                    </a:cubicBezTo>
                    <a:cubicBezTo>
                      <a:pt x="2608" y="824"/>
                      <a:pt x="2395" y="802"/>
                      <a:pt x="2174" y="760"/>
                    </a:cubicBezTo>
                    <a:lnTo>
                      <a:pt x="2174" y="1940"/>
                    </a:lnTo>
                    <a:cubicBezTo>
                      <a:pt x="1575" y="1505"/>
                      <a:pt x="808" y="723"/>
                      <a:pt x="338" y="139"/>
                    </a:cubicBezTo>
                    <a:cubicBezTo>
                      <a:pt x="234" y="95"/>
                      <a:pt x="117" y="48"/>
                      <a:pt x="1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2" name="Google Shape;222;p30"/>
            <p:cNvGrpSpPr/>
            <p:nvPr/>
          </p:nvGrpSpPr>
          <p:grpSpPr>
            <a:xfrm>
              <a:off x="4937967" y="4128289"/>
              <a:ext cx="538826" cy="539446"/>
              <a:chOff x="4683550" y="1106675"/>
              <a:chExt cx="195475" cy="195700"/>
            </a:xfrm>
          </p:grpSpPr>
          <p:sp>
            <p:nvSpPr>
              <p:cNvPr id="223" name="Google Shape;223;p30"/>
              <p:cNvSpPr/>
              <p:nvPr/>
            </p:nvSpPr>
            <p:spPr>
              <a:xfrm>
                <a:off x="4683550" y="1106675"/>
                <a:ext cx="195475" cy="195700"/>
              </a:xfrm>
              <a:custGeom>
                <a:avLst/>
                <a:gdLst/>
                <a:ahLst/>
                <a:cxnLst/>
                <a:rect l="l" t="t" r="r" b="b"/>
                <a:pathLst>
                  <a:path w="7819" h="7828" extrusionOk="0">
                    <a:moveTo>
                      <a:pt x="5916" y="1"/>
                    </a:moveTo>
                    <a:cubicBezTo>
                      <a:pt x="5679" y="1"/>
                      <a:pt x="5479" y="217"/>
                      <a:pt x="5342" y="421"/>
                    </a:cubicBezTo>
                    <a:cubicBezTo>
                      <a:pt x="4774" y="1269"/>
                      <a:pt x="4427" y="2250"/>
                      <a:pt x="4212" y="3250"/>
                    </a:cubicBezTo>
                    <a:cubicBezTo>
                      <a:pt x="4001" y="4247"/>
                      <a:pt x="3909" y="5285"/>
                      <a:pt x="3827" y="6301"/>
                    </a:cubicBezTo>
                    <a:cubicBezTo>
                      <a:pt x="3862" y="5541"/>
                      <a:pt x="3670" y="4774"/>
                      <a:pt x="3279" y="4121"/>
                    </a:cubicBezTo>
                    <a:cubicBezTo>
                      <a:pt x="3190" y="3976"/>
                      <a:pt x="3092" y="3828"/>
                      <a:pt x="2954" y="3727"/>
                    </a:cubicBezTo>
                    <a:cubicBezTo>
                      <a:pt x="2847" y="3645"/>
                      <a:pt x="2712" y="3592"/>
                      <a:pt x="2580" y="3592"/>
                    </a:cubicBezTo>
                    <a:cubicBezTo>
                      <a:pt x="2544" y="3592"/>
                      <a:pt x="2509" y="3596"/>
                      <a:pt x="2474" y="3604"/>
                    </a:cubicBezTo>
                    <a:cubicBezTo>
                      <a:pt x="2304" y="3648"/>
                      <a:pt x="2171" y="3790"/>
                      <a:pt x="2096" y="3951"/>
                    </a:cubicBezTo>
                    <a:cubicBezTo>
                      <a:pt x="2020" y="4112"/>
                      <a:pt x="2001" y="4295"/>
                      <a:pt x="1988" y="4471"/>
                    </a:cubicBezTo>
                    <a:cubicBezTo>
                      <a:pt x="1935" y="5323"/>
                      <a:pt x="2067" y="6244"/>
                      <a:pt x="2354" y="7052"/>
                    </a:cubicBezTo>
                    <a:cubicBezTo>
                      <a:pt x="1988" y="6541"/>
                      <a:pt x="1493" y="6131"/>
                      <a:pt x="928" y="5869"/>
                    </a:cubicBezTo>
                    <a:cubicBezTo>
                      <a:pt x="793" y="5806"/>
                      <a:pt x="651" y="5746"/>
                      <a:pt x="502" y="5746"/>
                    </a:cubicBezTo>
                    <a:cubicBezTo>
                      <a:pt x="351" y="5746"/>
                      <a:pt x="193" y="5809"/>
                      <a:pt x="121" y="5935"/>
                    </a:cubicBezTo>
                    <a:cubicBezTo>
                      <a:pt x="1" y="6131"/>
                      <a:pt x="111" y="6383"/>
                      <a:pt x="231" y="6579"/>
                    </a:cubicBezTo>
                    <a:cubicBezTo>
                      <a:pt x="506" y="7030"/>
                      <a:pt x="875" y="7456"/>
                      <a:pt x="1253" y="7828"/>
                    </a:cubicBezTo>
                    <a:cubicBezTo>
                      <a:pt x="2919" y="7825"/>
                      <a:pt x="4585" y="7815"/>
                      <a:pt x="6253" y="7809"/>
                    </a:cubicBezTo>
                    <a:cubicBezTo>
                      <a:pt x="6973" y="7134"/>
                      <a:pt x="7459" y="6083"/>
                      <a:pt x="7717" y="5134"/>
                    </a:cubicBezTo>
                    <a:cubicBezTo>
                      <a:pt x="7787" y="4885"/>
                      <a:pt x="7818" y="4585"/>
                      <a:pt x="7635" y="4408"/>
                    </a:cubicBezTo>
                    <a:cubicBezTo>
                      <a:pt x="7547" y="4323"/>
                      <a:pt x="7435" y="4290"/>
                      <a:pt x="7315" y="4290"/>
                    </a:cubicBezTo>
                    <a:cubicBezTo>
                      <a:pt x="7150" y="4290"/>
                      <a:pt x="6970" y="4352"/>
                      <a:pt x="6818" y="4427"/>
                    </a:cubicBezTo>
                    <a:cubicBezTo>
                      <a:pt x="6152" y="4768"/>
                      <a:pt x="5597" y="5244"/>
                      <a:pt x="5219" y="5891"/>
                    </a:cubicBezTo>
                    <a:cubicBezTo>
                      <a:pt x="5856" y="4295"/>
                      <a:pt x="6247" y="2597"/>
                      <a:pt x="6370" y="884"/>
                    </a:cubicBezTo>
                    <a:cubicBezTo>
                      <a:pt x="6383" y="705"/>
                      <a:pt x="6389" y="528"/>
                      <a:pt x="6339" y="364"/>
                    </a:cubicBezTo>
                    <a:cubicBezTo>
                      <a:pt x="6288" y="197"/>
                      <a:pt x="6156" y="42"/>
                      <a:pt x="5988" y="7"/>
                    </a:cubicBezTo>
                    <a:cubicBezTo>
                      <a:pt x="5964" y="3"/>
                      <a:pt x="5940" y="1"/>
                      <a:pt x="5916" y="1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30"/>
              <p:cNvSpPr/>
              <p:nvPr/>
            </p:nvSpPr>
            <p:spPr>
              <a:xfrm>
                <a:off x="4792625" y="1137300"/>
                <a:ext cx="33325" cy="143725"/>
              </a:xfrm>
              <a:custGeom>
                <a:avLst/>
                <a:gdLst/>
                <a:ahLst/>
                <a:cxnLst/>
                <a:rect l="l" t="t" r="r" b="b"/>
                <a:pathLst>
                  <a:path w="1333" h="5749" extrusionOk="0">
                    <a:moveTo>
                      <a:pt x="1263" y="0"/>
                    </a:moveTo>
                    <a:cubicBezTo>
                      <a:pt x="1250" y="29"/>
                      <a:pt x="300" y="2710"/>
                      <a:pt x="1" y="5739"/>
                    </a:cubicBezTo>
                    <a:lnTo>
                      <a:pt x="76" y="5748"/>
                    </a:lnTo>
                    <a:cubicBezTo>
                      <a:pt x="376" y="2726"/>
                      <a:pt x="1323" y="57"/>
                      <a:pt x="1332" y="29"/>
                    </a:cubicBezTo>
                    <a:lnTo>
                      <a:pt x="1263" y="0"/>
                    </a:ln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30"/>
              <p:cNvSpPr/>
              <p:nvPr/>
            </p:nvSpPr>
            <p:spPr>
              <a:xfrm>
                <a:off x="4824100" y="1226325"/>
                <a:ext cx="40400" cy="60050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2402" extrusionOk="0">
                    <a:moveTo>
                      <a:pt x="1568" y="1"/>
                    </a:moveTo>
                    <a:cubicBezTo>
                      <a:pt x="1556" y="10"/>
                      <a:pt x="452" y="897"/>
                      <a:pt x="0" y="2379"/>
                    </a:cubicBezTo>
                    <a:lnTo>
                      <a:pt x="73" y="2402"/>
                    </a:lnTo>
                    <a:cubicBezTo>
                      <a:pt x="521" y="944"/>
                      <a:pt x="1603" y="73"/>
                      <a:pt x="1616" y="61"/>
                    </a:cubicBezTo>
                    <a:lnTo>
                      <a:pt x="1568" y="1"/>
                    </a:ln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30"/>
              <p:cNvSpPr/>
              <p:nvPr/>
            </p:nvSpPr>
            <p:spPr>
              <a:xfrm>
                <a:off x="4747275" y="1217900"/>
                <a:ext cx="14150" cy="65250"/>
              </a:xfrm>
              <a:custGeom>
                <a:avLst/>
                <a:gdLst/>
                <a:ahLst/>
                <a:cxnLst/>
                <a:rect l="l" t="t" r="r" b="b"/>
                <a:pathLst>
                  <a:path w="566" h="2610" extrusionOk="0">
                    <a:moveTo>
                      <a:pt x="70" y="0"/>
                    </a:moveTo>
                    <a:lnTo>
                      <a:pt x="1" y="22"/>
                    </a:lnTo>
                    <a:cubicBezTo>
                      <a:pt x="4" y="38"/>
                      <a:pt x="490" y="1455"/>
                      <a:pt x="461" y="2609"/>
                    </a:cubicBezTo>
                    <a:lnTo>
                      <a:pt x="537" y="2609"/>
                    </a:lnTo>
                    <a:cubicBezTo>
                      <a:pt x="565" y="1439"/>
                      <a:pt x="76" y="10"/>
                      <a:pt x="70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30"/>
              <p:cNvSpPr/>
              <p:nvPr/>
            </p:nvSpPr>
            <p:spPr>
              <a:xfrm>
                <a:off x="4699575" y="1264025"/>
                <a:ext cx="30850" cy="31350"/>
              </a:xfrm>
              <a:custGeom>
                <a:avLst/>
                <a:gdLst/>
                <a:ahLst/>
                <a:cxnLst/>
                <a:rect l="l" t="t" r="r" b="b"/>
                <a:pathLst>
                  <a:path w="1234" h="1254" extrusionOk="0">
                    <a:moveTo>
                      <a:pt x="35" y="1"/>
                    </a:moveTo>
                    <a:lnTo>
                      <a:pt x="0" y="67"/>
                    </a:lnTo>
                    <a:cubicBezTo>
                      <a:pt x="3" y="70"/>
                      <a:pt x="647" y="433"/>
                      <a:pt x="1171" y="1253"/>
                    </a:cubicBezTo>
                    <a:lnTo>
                      <a:pt x="1234" y="1209"/>
                    </a:lnTo>
                    <a:cubicBezTo>
                      <a:pt x="701" y="373"/>
                      <a:pt x="44" y="4"/>
                      <a:pt x="35" y="1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8" name="Google Shape;228;p30"/>
            <p:cNvSpPr/>
            <p:nvPr/>
          </p:nvSpPr>
          <p:spPr>
            <a:xfrm>
              <a:off x="4410392" y="4205501"/>
              <a:ext cx="795967" cy="462189"/>
            </a:xfrm>
            <a:custGeom>
              <a:avLst/>
              <a:gdLst/>
              <a:ahLst/>
              <a:cxnLst/>
              <a:rect l="l" t="t" r="r" b="b"/>
              <a:pathLst>
                <a:path w="8740" h="5075" extrusionOk="0">
                  <a:moveTo>
                    <a:pt x="3537" y="0"/>
                  </a:moveTo>
                  <a:cubicBezTo>
                    <a:pt x="3524" y="0"/>
                    <a:pt x="3512" y="2"/>
                    <a:pt x="3499" y="5"/>
                  </a:cubicBezTo>
                  <a:cubicBezTo>
                    <a:pt x="3253" y="75"/>
                    <a:pt x="3216" y="860"/>
                    <a:pt x="3389" y="2352"/>
                  </a:cubicBezTo>
                  <a:cubicBezTo>
                    <a:pt x="3226" y="2109"/>
                    <a:pt x="2535" y="1093"/>
                    <a:pt x="2140" y="1093"/>
                  </a:cubicBezTo>
                  <a:cubicBezTo>
                    <a:pt x="2114" y="1093"/>
                    <a:pt x="2090" y="1097"/>
                    <a:pt x="2067" y="1106"/>
                  </a:cubicBezTo>
                  <a:cubicBezTo>
                    <a:pt x="1597" y="1289"/>
                    <a:pt x="2039" y="3356"/>
                    <a:pt x="2067" y="3491"/>
                  </a:cubicBezTo>
                  <a:cubicBezTo>
                    <a:pt x="1687" y="3290"/>
                    <a:pt x="1317" y="3208"/>
                    <a:pt x="1004" y="3208"/>
                  </a:cubicBezTo>
                  <a:cubicBezTo>
                    <a:pt x="578" y="3208"/>
                    <a:pt x="257" y="3360"/>
                    <a:pt x="159" y="3567"/>
                  </a:cubicBezTo>
                  <a:cubicBezTo>
                    <a:pt x="1" y="3892"/>
                    <a:pt x="320" y="4630"/>
                    <a:pt x="1039" y="5069"/>
                  </a:cubicBezTo>
                  <a:cubicBezTo>
                    <a:pt x="1489" y="5073"/>
                    <a:pt x="1938" y="5075"/>
                    <a:pt x="2388" y="5075"/>
                  </a:cubicBezTo>
                  <a:cubicBezTo>
                    <a:pt x="3896" y="5075"/>
                    <a:pt x="5404" y="5056"/>
                    <a:pt x="6915" y="5056"/>
                  </a:cubicBezTo>
                  <a:cubicBezTo>
                    <a:pt x="7256" y="5056"/>
                    <a:pt x="7597" y="5057"/>
                    <a:pt x="7938" y="5059"/>
                  </a:cubicBezTo>
                  <a:cubicBezTo>
                    <a:pt x="8531" y="3759"/>
                    <a:pt x="8739" y="3050"/>
                    <a:pt x="8563" y="2936"/>
                  </a:cubicBezTo>
                  <a:cubicBezTo>
                    <a:pt x="8546" y="2925"/>
                    <a:pt x="8525" y="2919"/>
                    <a:pt x="8501" y="2919"/>
                  </a:cubicBezTo>
                  <a:cubicBezTo>
                    <a:pt x="8328" y="2919"/>
                    <a:pt x="7970" y="3208"/>
                    <a:pt x="7427" y="3778"/>
                  </a:cubicBezTo>
                  <a:cubicBezTo>
                    <a:pt x="7320" y="3176"/>
                    <a:pt x="6951" y="1176"/>
                    <a:pt x="6472" y="1176"/>
                  </a:cubicBezTo>
                  <a:cubicBezTo>
                    <a:pt x="6472" y="1176"/>
                    <a:pt x="6472" y="1176"/>
                    <a:pt x="6471" y="1176"/>
                  </a:cubicBezTo>
                  <a:cubicBezTo>
                    <a:pt x="6090" y="1179"/>
                    <a:pt x="5802" y="2472"/>
                    <a:pt x="5664" y="3195"/>
                  </a:cubicBezTo>
                  <a:cubicBezTo>
                    <a:pt x="5389" y="1217"/>
                    <a:pt x="5105" y="226"/>
                    <a:pt x="4821" y="226"/>
                  </a:cubicBezTo>
                  <a:cubicBezTo>
                    <a:pt x="4673" y="226"/>
                    <a:pt x="4525" y="482"/>
                    <a:pt x="4380" y="996"/>
                  </a:cubicBezTo>
                  <a:cubicBezTo>
                    <a:pt x="4000" y="328"/>
                    <a:pt x="3719" y="0"/>
                    <a:pt x="3537" y="0"/>
                  </a:cubicBezTo>
                  <a:close/>
                </a:path>
              </a:pathLst>
            </a:custGeom>
            <a:solidFill>
              <a:srgbClr val="1A75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9" name="Google Shape;229;p30"/>
            <p:cNvGrpSpPr/>
            <p:nvPr/>
          </p:nvGrpSpPr>
          <p:grpSpPr>
            <a:xfrm>
              <a:off x="6657828" y="2530584"/>
              <a:ext cx="1328830" cy="2019187"/>
              <a:chOff x="3812375" y="587100"/>
              <a:chExt cx="288225" cy="437975"/>
            </a:xfrm>
          </p:grpSpPr>
          <p:sp>
            <p:nvSpPr>
              <p:cNvPr id="230" name="Google Shape;230;p30"/>
              <p:cNvSpPr/>
              <p:nvPr/>
            </p:nvSpPr>
            <p:spPr>
              <a:xfrm>
                <a:off x="3812375" y="587100"/>
                <a:ext cx="288225" cy="217000"/>
              </a:xfrm>
              <a:custGeom>
                <a:avLst/>
                <a:gdLst/>
                <a:ahLst/>
                <a:cxnLst/>
                <a:rect l="l" t="t" r="r" b="b"/>
                <a:pathLst>
                  <a:path w="11529" h="8680" extrusionOk="0">
                    <a:moveTo>
                      <a:pt x="3799" y="1"/>
                    </a:moveTo>
                    <a:cubicBezTo>
                      <a:pt x="2755" y="1"/>
                      <a:pt x="1906" y="849"/>
                      <a:pt x="1906" y="1894"/>
                    </a:cubicBezTo>
                    <a:cubicBezTo>
                      <a:pt x="1906" y="2130"/>
                      <a:pt x="1950" y="2354"/>
                      <a:pt x="2029" y="2559"/>
                    </a:cubicBezTo>
                    <a:cubicBezTo>
                      <a:pt x="1988" y="2556"/>
                      <a:pt x="1950" y="2556"/>
                      <a:pt x="1906" y="2556"/>
                    </a:cubicBezTo>
                    <a:cubicBezTo>
                      <a:pt x="853" y="2556"/>
                      <a:pt x="1" y="3408"/>
                      <a:pt x="1" y="4461"/>
                    </a:cubicBezTo>
                    <a:cubicBezTo>
                      <a:pt x="1" y="5512"/>
                      <a:pt x="853" y="6367"/>
                      <a:pt x="1906" y="6367"/>
                    </a:cubicBezTo>
                    <a:lnTo>
                      <a:pt x="1919" y="6367"/>
                    </a:lnTo>
                    <a:cubicBezTo>
                      <a:pt x="1909" y="6433"/>
                      <a:pt x="1906" y="6503"/>
                      <a:pt x="1906" y="6572"/>
                    </a:cubicBezTo>
                    <a:cubicBezTo>
                      <a:pt x="1906" y="7739"/>
                      <a:pt x="2853" y="8679"/>
                      <a:pt x="4020" y="8679"/>
                    </a:cubicBezTo>
                    <a:cubicBezTo>
                      <a:pt x="4932" y="8679"/>
                      <a:pt x="5708" y="8102"/>
                      <a:pt x="6004" y="7291"/>
                    </a:cubicBezTo>
                    <a:cubicBezTo>
                      <a:pt x="6386" y="7758"/>
                      <a:pt x="6960" y="8052"/>
                      <a:pt x="7613" y="8052"/>
                    </a:cubicBezTo>
                    <a:cubicBezTo>
                      <a:pt x="8468" y="8052"/>
                      <a:pt x="9200" y="7537"/>
                      <a:pt x="9515" y="6799"/>
                    </a:cubicBezTo>
                    <a:cubicBezTo>
                      <a:pt x="9664" y="6846"/>
                      <a:pt x="9815" y="6869"/>
                      <a:pt x="9979" y="6869"/>
                    </a:cubicBezTo>
                    <a:cubicBezTo>
                      <a:pt x="10834" y="6869"/>
                      <a:pt x="11525" y="6175"/>
                      <a:pt x="11525" y="5323"/>
                    </a:cubicBezTo>
                    <a:cubicBezTo>
                      <a:pt x="11528" y="4749"/>
                      <a:pt x="11209" y="4247"/>
                      <a:pt x="10743" y="3979"/>
                    </a:cubicBezTo>
                    <a:cubicBezTo>
                      <a:pt x="10790" y="3831"/>
                      <a:pt x="10818" y="3673"/>
                      <a:pt x="10818" y="3506"/>
                    </a:cubicBezTo>
                    <a:cubicBezTo>
                      <a:pt x="10818" y="2701"/>
                      <a:pt x="10203" y="2042"/>
                      <a:pt x="9418" y="1969"/>
                    </a:cubicBezTo>
                    <a:cubicBezTo>
                      <a:pt x="9247" y="960"/>
                      <a:pt x="8373" y="193"/>
                      <a:pt x="7317" y="193"/>
                    </a:cubicBezTo>
                    <a:cubicBezTo>
                      <a:pt x="6891" y="193"/>
                      <a:pt x="6496" y="319"/>
                      <a:pt x="6165" y="534"/>
                    </a:cubicBezTo>
                    <a:cubicBezTo>
                      <a:pt x="6023" y="218"/>
                      <a:pt x="5708" y="1"/>
                      <a:pt x="5335" y="1"/>
                    </a:cubicBezTo>
                    <a:cubicBezTo>
                      <a:pt x="5099" y="1"/>
                      <a:pt x="4884" y="92"/>
                      <a:pt x="4720" y="240"/>
                    </a:cubicBezTo>
                    <a:cubicBezTo>
                      <a:pt x="4449" y="89"/>
                      <a:pt x="4133" y="1"/>
                      <a:pt x="3799" y="1"/>
                    </a:cubicBez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30"/>
              <p:cNvSpPr/>
              <p:nvPr/>
            </p:nvSpPr>
            <p:spPr>
              <a:xfrm>
                <a:off x="3827450" y="704200"/>
                <a:ext cx="269900" cy="99900"/>
              </a:xfrm>
              <a:custGeom>
                <a:avLst/>
                <a:gdLst/>
                <a:ahLst/>
                <a:cxnLst/>
                <a:rect l="l" t="t" r="r" b="b"/>
                <a:pathLst>
                  <a:path w="10796" h="3996" extrusionOk="0">
                    <a:moveTo>
                      <a:pt x="1673" y="1"/>
                    </a:moveTo>
                    <a:cubicBezTo>
                      <a:pt x="892" y="1"/>
                      <a:pt x="345" y="602"/>
                      <a:pt x="0" y="1166"/>
                    </a:cubicBezTo>
                    <a:cubicBezTo>
                      <a:pt x="123" y="1279"/>
                      <a:pt x="259" y="1374"/>
                      <a:pt x="404" y="1453"/>
                    </a:cubicBezTo>
                    <a:cubicBezTo>
                      <a:pt x="890" y="1714"/>
                      <a:pt x="1246" y="2147"/>
                      <a:pt x="1448" y="2661"/>
                    </a:cubicBezTo>
                    <a:cubicBezTo>
                      <a:pt x="1757" y="3440"/>
                      <a:pt x="2518" y="3995"/>
                      <a:pt x="3414" y="3995"/>
                    </a:cubicBezTo>
                    <a:cubicBezTo>
                      <a:pt x="3903" y="3995"/>
                      <a:pt x="4347" y="3831"/>
                      <a:pt x="4707" y="3554"/>
                    </a:cubicBezTo>
                    <a:cubicBezTo>
                      <a:pt x="5022" y="3308"/>
                      <a:pt x="5410" y="3178"/>
                      <a:pt x="5802" y="3178"/>
                    </a:cubicBezTo>
                    <a:cubicBezTo>
                      <a:pt x="5988" y="3178"/>
                      <a:pt x="6174" y="3207"/>
                      <a:pt x="6354" y="3267"/>
                    </a:cubicBezTo>
                    <a:cubicBezTo>
                      <a:pt x="6559" y="3333"/>
                      <a:pt x="6777" y="3371"/>
                      <a:pt x="7004" y="3371"/>
                    </a:cubicBezTo>
                    <a:cubicBezTo>
                      <a:pt x="7594" y="3371"/>
                      <a:pt x="8124" y="3125"/>
                      <a:pt x="8502" y="2730"/>
                    </a:cubicBezTo>
                    <a:cubicBezTo>
                      <a:pt x="8796" y="2427"/>
                      <a:pt x="9177" y="2229"/>
                      <a:pt x="9591" y="2169"/>
                    </a:cubicBezTo>
                    <a:cubicBezTo>
                      <a:pt x="10108" y="2096"/>
                      <a:pt x="10575" y="1765"/>
                      <a:pt x="10796" y="1257"/>
                    </a:cubicBezTo>
                    <a:cubicBezTo>
                      <a:pt x="10149" y="1158"/>
                      <a:pt x="9788" y="927"/>
                      <a:pt x="8939" y="927"/>
                    </a:cubicBezTo>
                    <a:cubicBezTo>
                      <a:pt x="8467" y="927"/>
                      <a:pt x="7844" y="998"/>
                      <a:pt x="6938" y="1203"/>
                    </a:cubicBezTo>
                    <a:cubicBezTo>
                      <a:pt x="6487" y="1306"/>
                      <a:pt x="6101" y="1350"/>
                      <a:pt x="5759" y="1350"/>
                    </a:cubicBezTo>
                    <a:cubicBezTo>
                      <a:pt x="4229" y="1350"/>
                      <a:pt x="3596" y="472"/>
                      <a:pt x="2123" y="65"/>
                    </a:cubicBezTo>
                    <a:cubicBezTo>
                      <a:pt x="1966" y="21"/>
                      <a:pt x="1816" y="1"/>
                      <a:pt x="1673" y="1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30"/>
              <p:cNvSpPr/>
              <p:nvPr/>
            </p:nvSpPr>
            <p:spPr>
              <a:xfrm>
                <a:off x="3892500" y="709825"/>
                <a:ext cx="135125" cy="315250"/>
              </a:xfrm>
              <a:custGeom>
                <a:avLst/>
                <a:gdLst/>
                <a:ahLst/>
                <a:cxnLst/>
                <a:rect l="l" t="t" r="r" b="b"/>
                <a:pathLst>
                  <a:path w="5405" h="12610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222" y="600"/>
                      <a:pt x="626" y="1540"/>
                      <a:pt x="1553" y="2338"/>
                    </a:cubicBezTo>
                    <a:cubicBezTo>
                      <a:pt x="1919" y="2650"/>
                      <a:pt x="2124" y="3117"/>
                      <a:pt x="2124" y="3600"/>
                    </a:cubicBezTo>
                    <a:lnTo>
                      <a:pt x="2124" y="12610"/>
                    </a:lnTo>
                    <a:lnTo>
                      <a:pt x="3086" y="12610"/>
                    </a:lnTo>
                    <a:lnTo>
                      <a:pt x="3200" y="7203"/>
                    </a:lnTo>
                    <a:cubicBezTo>
                      <a:pt x="3225" y="6304"/>
                      <a:pt x="3417" y="5420"/>
                      <a:pt x="3768" y="4591"/>
                    </a:cubicBezTo>
                    <a:lnTo>
                      <a:pt x="5405" y="773"/>
                    </a:lnTo>
                    <a:lnTo>
                      <a:pt x="5405" y="773"/>
                    </a:lnTo>
                    <a:cubicBezTo>
                      <a:pt x="5282" y="789"/>
                      <a:pt x="5153" y="814"/>
                      <a:pt x="5014" y="836"/>
                    </a:cubicBezTo>
                    <a:cubicBezTo>
                      <a:pt x="5014" y="836"/>
                      <a:pt x="3571" y="3805"/>
                      <a:pt x="3154" y="3805"/>
                    </a:cubicBezTo>
                    <a:cubicBezTo>
                      <a:pt x="3083" y="3805"/>
                      <a:pt x="3042" y="3720"/>
                      <a:pt x="3042" y="3521"/>
                    </a:cubicBezTo>
                    <a:lnTo>
                      <a:pt x="3042" y="1120"/>
                    </a:lnTo>
                    <a:cubicBezTo>
                      <a:pt x="2695" y="1108"/>
                      <a:pt x="2395" y="1054"/>
                      <a:pt x="2124" y="972"/>
                    </a:cubicBezTo>
                    <a:lnTo>
                      <a:pt x="2124" y="1862"/>
                    </a:lnTo>
                    <a:cubicBezTo>
                      <a:pt x="2124" y="1962"/>
                      <a:pt x="2044" y="2035"/>
                      <a:pt x="1954" y="2035"/>
                    </a:cubicBezTo>
                    <a:cubicBezTo>
                      <a:pt x="1931" y="2035"/>
                      <a:pt x="1908" y="2030"/>
                      <a:pt x="1884" y="2019"/>
                    </a:cubicBezTo>
                    <a:cubicBezTo>
                      <a:pt x="1222" y="1732"/>
                      <a:pt x="648" y="918"/>
                      <a:pt x="338" y="139"/>
                    </a:cubicBezTo>
                    <a:cubicBezTo>
                      <a:pt x="231" y="92"/>
                      <a:pt x="121" y="45"/>
                      <a:pt x="1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3" name="Google Shape;233;p30"/>
            <p:cNvGrpSpPr/>
            <p:nvPr/>
          </p:nvGrpSpPr>
          <p:grpSpPr>
            <a:xfrm>
              <a:off x="5555971" y="3584494"/>
              <a:ext cx="1949191" cy="1082945"/>
              <a:chOff x="3605600" y="3935550"/>
              <a:chExt cx="949350" cy="527475"/>
            </a:xfrm>
          </p:grpSpPr>
          <p:sp>
            <p:nvSpPr>
              <p:cNvPr id="234" name="Google Shape;234;p30"/>
              <p:cNvSpPr/>
              <p:nvPr/>
            </p:nvSpPr>
            <p:spPr>
              <a:xfrm>
                <a:off x="4437325" y="3935550"/>
                <a:ext cx="31575" cy="527475"/>
              </a:xfrm>
              <a:custGeom>
                <a:avLst/>
                <a:gdLst/>
                <a:ahLst/>
                <a:cxnLst/>
                <a:rect l="l" t="t" r="r" b="b"/>
                <a:pathLst>
                  <a:path w="1263" h="21099" extrusionOk="0">
                    <a:moveTo>
                      <a:pt x="1" y="0"/>
                    </a:moveTo>
                    <a:lnTo>
                      <a:pt x="1" y="21099"/>
                    </a:lnTo>
                    <a:lnTo>
                      <a:pt x="1263" y="21099"/>
                    </a:lnTo>
                    <a:lnTo>
                      <a:pt x="1263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30"/>
              <p:cNvSpPr/>
              <p:nvPr/>
            </p:nvSpPr>
            <p:spPr>
              <a:xfrm>
                <a:off x="4408075" y="4258100"/>
                <a:ext cx="90175" cy="24000"/>
              </a:xfrm>
              <a:custGeom>
                <a:avLst/>
                <a:gdLst/>
                <a:ahLst/>
                <a:cxnLst/>
                <a:rect l="l" t="t" r="r" b="b"/>
                <a:pathLst>
                  <a:path w="3607" h="960" extrusionOk="0">
                    <a:moveTo>
                      <a:pt x="0" y="1"/>
                    </a:moveTo>
                    <a:lnTo>
                      <a:pt x="0" y="960"/>
                    </a:lnTo>
                    <a:lnTo>
                      <a:pt x="3606" y="960"/>
                    </a:lnTo>
                    <a:lnTo>
                      <a:pt x="3606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30"/>
              <p:cNvSpPr/>
              <p:nvPr/>
            </p:nvSpPr>
            <p:spPr>
              <a:xfrm>
                <a:off x="3694150" y="3935550"/>
                <a:ext cx="31575" cy="527475"/>
              </a:xfrm>
              <a:custGeom>
                <a:avLst/>
                <a:gdLst/>
                <a:ahLst/>
                <a:cxnLst/>
                <a:rect l="l" t="t" r="r" b="b"/>
                <a:pathLst>
                  <a:path w="1263" h="21099" extrusionOk="0">
                    <a:moveTo>
                      <a:pt x="1" y="0"/>
                    </a:moveTo>
                    <a:lnTo>
                      <a:pt x="1" y="21099"/>
                    </a:lnTo>
                    <a:lnTo>
                      <a:pt x="1263" y="21099"/>
                    </a:lnTo>
                    <a:lnTo>
                      <a:pt x="1263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30"/>
              <p:cNvSpPr/>
              <p:nvPr/>
            </p:nvSpPr>
            <p:spPr>
              <a:xfrm>
                <a:off x="3664900" y="4258100"/>
                <a:ext cx="90250" cy="24000"/>
              </a:xfrm>
              <a:custGeom>
                <a:avLst/>
                <a:gdLst/>
                <a:ahLst/>
                <a:cxnLst/>
                <a:rect l="l" t="t" r="r" b="b"/>
                <a:pathLst>
                  <a:path w="3610" h="960" extrusionOk="0">
                    <a:moveTo>
                      <a:pt x="0" y="1"/>
                    </a:moveTo>
                    <a:lnTo>
                      <a:pt x="0" y="960"/>
                    </a:lnTo>
                    <a:lnTo>
                      <a:pt x="3609" y="960"/>
                    </a:lnTo>
                    <a:lnTo>
                      <a:pt x="3609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30"/>
              <p:cNvSpPr/>
              <p:nvPr/>
            </p:nvSpPr>
            <p:spPr>
              <a:xfrm>
                <a:off x="3605600" y="4209775"/>
                <a:ext cx="949350" cy="48350"/>
              </a:xfrm>
              <a:custGeom>
                <a:avLst/>
                <a:gdLst/>
                <a:ahLst/>
                <a:cxnLst/>
                <a:rect l="l" t="t" r="r" b="b"/>
                <a:pathLst>
                  <a:path w="37974" h="1934" extrusionOk="0">
                    <a:moveTo>
                      <a:pt x="334" y="0"/>
                    </a:moveTo>
                    <a:cubicBezTo>
                      <a:pt x="148" y="0"/>
                      <a:pt x="0" y="148"/>
                      <a:pt x="0" y="334"/>
                    </a:cubicBezTo>
                    <a:lnTo>
                      <a:pt x="0" y="1600"/>
                    </a:lnTo>
                    <a:cubicBezTo>
                      <a:pt x="0" y="1786"/>
                      <a:pt x="148" y="1934"/>
                      <a:pt x="334" y="1934"/>
                    </a:cubicBezTo>
                    <a:lnTo>
                      <a:pt x="37639" y="1934"/>
                    </a:lnTo>
                    <a:cubicBezTo>
                      <a:pt x="37825" y="1934"/>
                      <a:pt x="37973" y="1786"/>
                      <a:pt x="37973" y="1600"/>
                    </a:cubicBezTo>
                    <a:lnTo>
                      <a:pt x="37973" y="334"/>
                    </a:lnTo>
                    <a:cubicBezTo>
                      <a:pt x="37973" y="148"/>
                      <a:pt x="37825" y="0"/>
                      <a:pt x="37639" y="0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30"/>
              <p:cNvSpPr/>
              <p:nvPr/>
            </p:nvSpPr>
            <p:spPr>
              <a:xfrm>
                <a:off x="3605600" y="3971425"/>
                <a:ext cx="949350" cy="74700"/>
              </a:xfrm>
              <a:custGeom>
                <a:avLst/>
                <a:gdLst/>
                <a:ahLst/>
                <a:cxnLst/>
                <a:rect l="l" t="t" r="r" b="b"/>
                <a:pathLst>
                  <a:path w="37974" h="2988" extrusionOk="0">
                    <a:moveTo>
                      <a:pt x="334" y="0"/>
                    </a:moveTo>
                    <a:cubicBezTo>
                      <a:pt x="148" y="0"/>
                      <a:pt x="0" y="152"/>
                      <a:pt x="0" y="338"/>
                    </a:cubicBezTo>
                    <a:lnTo>
                      <a:pt x="0" y="2650"/>
                    </a:lnTo>
                    <a:cubicBezTo>
                      <a:pt x="0" y="2837"/>
                      <a:pt x="148" y="2988"/>
                      <a:pt x="334" y="2988"/>
                    </a:cubicBezTo>
                    <a:lnTo>
                      <a:pt x="37639" y="2988"/>
                    </a:lnTo>
                    <a:cubicBezTo>
                      <a:pt x="37825" y="2988"/>
                      <a:pt x="37973" y="2833"/>
                      <a:pt x="37973" y="2650"/>
                    </a:cubicBezTo>
                    <a:lnTo>
                      <a:pt x="37973" y="338"/>
                    </a:lnTo>
                    <a:cubicBezTo>
                      <a:pt x="37973" y="152"/>
                      <a:pt x="37825" y="0"/>
                      <a:pt x="37639" y="0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30"/>
              <p:cNvSpPr/>
              <p:nvPr/>
            </p:nvSpPr>
            <p:spPr>
              <a:xfrm>
                <a:off x="3605600" y="4062525"/>
                <a:ext cx="949350" cy="74700"/>
              </a:xfrm>
              <a:custGeom>
                <a:avLst/>
                <a:gdLst/>
                <a:ahLst/>
                <a:cxnLst/>
                <a:rect l="l" t="t" r="r" b="b"/>
                <a:pathLst>
                  <a:path w="37974" h="2988" extrusionOk="0">
                    <a:moveTo>
                      <a:pt x="334" y="0"/>
                    </a:moveTo>
                    <a:cubicBezTo>
                      <a:pt x="148" y="0"/>
                      <a:pt x="0" y="152"/>
                      <a:pt x="0" y="338"/>
                    </a:cubicBezTo>
                    <a:lnTo>
                      <a:pt x="0" y="2650"/>
                    </a:lnTo>
                    <a:cubicBezTo>
                      <a:pt x="0" y="2836"/>
                      <a:pt x="148" y="2988"/>
                      <a:pt x="334" y="2988"/>
                    </a:cubicBezTo>
                    <a:lnTo>
                      <a:pt x="37639" y="2988"/>
                    </a:lnTo>
                    <a:cubicBezTo>
                      <a:pt x="37825" y="2988"/>
                      <a:pt x="37973" y="2836"/>
                      <a:pt x="37973" y="2650"/>
                    </a:cubicBezTo>
                    <a:lnTo>
                      <a:pt x="37973" y="338"/>
                    </a:lnTo>
                    <a:cubicBezTo>
                      <a:pt x="37973" y="152"/>
                      <a:pt x="37825" y="0"/>
                      <a:pt x="37639" y="0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1" name="Google Shape;241;p30"/>
            <p:cNvGrpSpPr/>
            <p:nvPr/>
          </p:nvGrpSpPr>
          <p:grpSpPr>
            <a:xfrm>
              <a:off x="5299566" y="2530669"/>
              <a:ext cx="1378961" cy="2161206"/>
              <a:chOff x="1465350" y="2941225"/>
              <a:chExt cx="523075" cy="819800"/>
            </a:xfrm>
          </p:grpSpPr>
          <p:sp>
            <p:nvSpPr>
              <p:cNvPr id="242" name="Google Shape;242;p30"/>
              <p:cNvSpPr/>
              <p:nvPr/>
            </p:nvSpPr>
            <p:spPr>
              <a:xfrm>
                <a:off x="1708100" y="3673925"/>
                <a:ext cx="143875" cy="87100"/>
              </a:xfrm>
              <a:custGeom>
                <a:avLst/>
                <a:gdLst/>
                <a:ahLst/>
                <a:cxnLst/>
                <a:rect l="l" t="t" r="r" b="b"/>
                <a:pathLst>
                  <a:path w="5755" h="3484" extrusionOk="0">
                    <a:moveTo>
                      <a:pt x="285" y="1"/>
                    </a:moveTo>
                    <a:lnTo>
                      <a:pt x="1" y="3168"/>
                    </a:lnTo>
                    <a:lnTo>
                      <a:pt x="5755" y="3484"/>
                    </a:lnTo>
                    <a:cubicBezTo>
                      <a:pt x="5755" y="3484"/>
                      <a:pt x="5742" y="2872"/>
                      <a:pt x="5020" y="2572"/>
                    </a:cubicBezTo>
                    <a:cubicBezTo>
                      <a:pt x="4364" y="2301"/>
                      <a:pt x="4058" y="1890"/>
                      <a:pt x="3853" y="1455"/>
                    </a:cubicBezTo>
                    <a:cubicBezTo>
                      <a:pt x="3764" y="1275"/>
                      <a:pt x="3758" y="51"/>
                      <a:pt x="3758" y="51"/>
                    </a:cubicBezTo>
                    <a:lnTo>
                      <a:pt x="285" y="1"/>
                    </a:ln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30"/>
              <p:cNvSpPr/>
              <p:nvPr/>
            </p:nvSpPr>
            <p:spPr>
              <a:xfrm>
                <a:off x="1710625" y="3743725"/>
                <a:ext cx="138925" cy="9900"/>
              </a:xfrm>
              <a:custGeom>
                <a:avLst/>
                <a:gdLst/>
                <a:ahLst/>
                <a:cxnLst/>
                <a:rect l="l" t="t" r="r" b="b"/>
                <a:pathLst>
                  <a:path w="5557" h="396" extrusionOk="0">
                    <a:moveTo>
                      <a:pt x="7" y="1"/>
                    </a:moveTo>
                    <a:lnTo>
                      <a:pt x="1" y="92"/>
                    </a:lnTo>
                    <a:lnTo>
                      <a:pt x="5553" y="395"/>
                    </a:lnTo>
                    <a:lnTo>
                      <a:pt x="5556" y="304"/>
                    </a:lnTo>
                    <a:lnTo>
                      <a:pt x="7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30"/>
              <p:cNvSpPr/>
              <p:nvPr/>
            </p:nvSpPr>
            <p:spPr>
              <a:xfrm>
                <a:off x="1797150" y="3722275"/>
                <a:ext cx="16025" cy="10450"/>
              </a:xfrm>
              <a:custGeom>
                <a:avLst/>
                <a:gdLst/>
                <a:ahLst/>
                <a:cxnLst/>
                <a:rect l="l" t="t" r="r" b="b"/>
                <a:pathLst>
                  <a:path w="641" h="418" extrusionOk="0">
                    <a:moveTo>
                      <a:pt x="597" y="1"/>
                    </a:moveTo>
                    <a:lnTo>
                      <a:pt x="0" y="338"/>
                    </a:lnTo>
                    <a:lnTo>
                      <a:pt x="44" y="417"/>
                    </a:lnTo>
                    <a:lnTo>
                      <a:pt x="641" y="80"/>
                    </a:lnTo>
                    <a:lnTo>
                      <a:pt x="597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30"/>
              <p:cNvSpPr/>
              <p:nvPr/>
            </p:nvSpPr>
            <p:spPr>
              <a:xfrm>
                <a:off x="1802200" y="3729150"/>
                <a:ext cx="170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682" h="430" extrusionOk="0">
                    <a:moveTo>
                      <a:pt x="637" y="0"/>
                    </a:moveTo>
                    <a:lnTo>
                      <a:pt x="0" y="350"/>
                    </a:lnTo>
                    <a:lnTo>
                      <a:pt x="41" y="429"/>
                    </a:lnTo>
                    <a:lnTo>
                      <a:pt x="682" y="79"/>
                    </a:lnTo>
                    <a:lnTo>
                      <a:pt x="637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30"/>
              <p:cNvSpPr/>
              <p:nvPr/>
            </p:nvSpPr>
            <p:spPr>
              <a:xfrm>
                <a:off x="1465350" y="3635750"/>
                <a:ext cx="141050" cy="118025"/>
              </a:xfrm>
              <a:custGeom>
                <a:avLst/>
                <a:gdLst/>
                <a:ahLst/>
                <a:cxnLst/>
                <a:rect l="l" t="t" r="r" b="b"/>
                <a:pathLst>
                  <a:path w="5642" h="4721" extrusionOk="0">
                    <a:moveTo>
                      <a:pt x="1057" y="1"/>
                    </a:moveTo>
                    <a:lnTo>
                      <a:pt x="0" y="3001"/>
                    </a:lnTo>
                    <a:lnTo>
                      <a:pt x="5499" y="4720"/>
                    </a:lnTo>
                    <a:cubicBezTo>
                      <a:pt x="5499" y="4720"/>
                      <a:pt x="5641" y="4127"/>
                      <a:pt x="5013" y="3657"/>
                    </a:cubicBezTo>
                    <a:cubicBezTo>
                      <a:pt x="4445" y="3235"/>
                      <a:pt x="4250" y="2758"/>
                      <a:pt x="4158" y="2288"/>
                    </a:cubicBezTo>
                    <a:cubicBezTo>
                      <a:pt x="4117" y="2093"/>
                      <a:pt x="4411" y="903"/>
                      <a:pt x="4411" y="903"/>
                    </a:cubicBezTo>
                    <a:lnTo>
                      <a:pt x="1057" y="1"/>
                    </a:ln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30"/>
              <p:cNvSpPr/>
              <p:nvPr/>
            </p:nvSpPr>
            <p:spPr>
              <a:xfrm>
                <a:off x="1469675" y="3702325"/>
                <a:ext cx="133400" cy="43650"/>
              </a:xfrm>
              <a:custGeom>
                <a:avLst/>
                <a:gdLst/>
                <a:ahLst/>
                <a:cxnLst/>
                <a:rect l="l" t="t" r="r" b="b"/>
                <a:pathLst>
                  <a:path w="5336" h="1746" extrusionOk="0">
                    <a:moveTo>
                      <a:pt x="29" y="1"/>
                    </a:moveTo>
                    <a:lnTo>
                      <a:pt x="1" y="86"/>
                    </a:lnTo>
                    <a:lnTo>
                      <a:pt x="5310" y="1745"/>
                    </a:lnTo>
                    <a:lnTo>
                      <a:pt x="5336" y="1660"/>
                    </a:lnTo>
                    <a:lnTo>
                      <a:pt x="29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30"/>
              <p:cNvSpPr/>
              <p:nvPr/>
            </p:nvSpPr>
            <p:spPr>
              <a:xfrm>
                <a:off x="1557000" y="3706425"/>
                <a:ext cx="17125" cy="6725"/>
              </a:xfrm>
              <a:custGeom>
                <a:avLst/>
                <a:gdLst/>
                <a:ahLst/>
                <a:cxnLst/>
                <a:rect l="l" t="t" r="r" b="b"/>
                <a:pathLst>
                  <a:path w="685" h="269" extrusionOk="0">
                    <a:moveTo>
                      <a:pt x="660" y="1"/>
                    </a:moveTo>
                    <a:lnTo>
                      <a:pt x="0" y="184"/>
                    </a:lnTo>
                    <a:lnTo>
                      <a:pt x="22" y="269"/>
                    </a:lnTo>
                    <a:lnTo>
                      <a:pt x="685" y="89"/>
                    </a:lnTo>
                    <a:lnTo>
                      <a:pt x="660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30"/>
              <p:cNvSpPr/>
              <p:nvPr/>
            </p:nvSpPr>
            <p:spPr>
              <a:xfrm>
                <a:off x="1560375" y="3714550"/>
                <a:ext cx="18250" cy="6800"/>
              </a:xfrm>
              <a:custGeom>
                <a:avLst/>
                <a:gdLst/>
                <a:ahLst/>
                <a:cxnLst/>
                <a:rect l="l" t="t" r="r" b="b"/>
                <a:pathLst>
                  <a:path w="730" h="272" extrusionOk="0">
                    <a:moveTo>
                      <a:pt x="707" y="0"/>
                    </a:moveTo>
                    <a:lnTo>
                      <a:pt x="1" y="183"/>
                    </a:lnTo>
                    <a:lnTo>
                      <a:pt x="23" y="272"/>
                    </a:lnTo>
                    <a:lnTo>
                      <a:pt x="730" y="89"/>
                    </a:lnTo>
                    <a:lnTo>
                      <a:pt x="707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30"/>
              <p:cNvSpPr/>
              <p:nvPr/>
            </p:nvSpPr>
            <p:spPr>
              <a:xfrm>
                <a:off x="1479475" y="3261225"/>
                <a:ext cx="228325" cy="437500"/>
              </a:xfrm>
              <a:custGeom>
                <a:avLst/>
                <a:gdLst/>
                <a:ahLst/>
                <a:cxnLst/>
                <a:rect l="l" t="t" r="r" b="b"/>
                <a:pathLst>
                  <a:path w="9133" h="17500" extrusionOk="0">
                    <a:moveTo>
                      <a:pt x="9133" y="0"/>
                    </a:moveTo>
                    <a:lnTo>
                      <a:pt x="4149" y="265"/>
                    </a:lnTo>
                    <a:cubicBezTo>
                      <a:pt x="3514" y="1429"/>
                      <a:pt x="3546" y="2962"/>
                      <a:pt x="3420" y="4275"/>
                    </a:cubicBezTo>
                    <a:cubicBezTo>
                      <a:pt x="3246" y="6089"/>
                      <a:pt x="3148" y="7250"/>
                      <a:pt x="2852" y="8631"/>
                    </a:cubicBezTo>
                    <a:cubicBezTo>
                      <a:pt x="2691" y="9401"/>
                      <a:pt x="0" y="16269"/>
                      <a:pt x="0" y="16269"/>
                    </a:cubicBezTo>
                    <a:lnTo>
                      <a:pt x="3994" y="17499"/>
                    </a:lnTo>
                    <a:cubicBezTo>
                      <a:pt x="3994" y="17499"/>
                      <a:pt x="6215" y="12673"/>
                      <a:pt x="7385" y="9493"/>
                    </a:cubicBezTo>
                    <a:cubicBezTo>
                      <a:pt x="7761" y="8480"/>
                      <a:pt x="8439" y="3243"/>
                      <a:pt x="8439" y="3243"/>
                    </a:cubicBezTo>
                    <a:lnTo>
                      <a:pt x="9133" y="0"/>
                    </a:ln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30"/>
              <p:cNvSpPr/>
              <p:nvPr/>
            </p:nvSpPr>
            <p:spPr>
              <a:xfrm>
                <a:off x="1632700" y="3285025"/>
                <a:ext cx="189700" cy="432475"/>
              </a:xfrm>
              <a:custGeom>
                <a:avLst/>
                <a:gdLst/>
                <a:ahLst/>
                <a:cxnLst/>
                <a:rect l="l" t="t" r="r" b="b"/>
                <a:pathLst>
                  <a:path w="7588" h="17299" extrusionOk="0">
                    <a:moveTo>
                      <a:pt x="540" y="1"/>
                    </a:moveTo>
                    <a:cubicBezTo>
                      <a:pt x="1" y="1383"/>
                      <a:pt x="953" y="3619"/>
                      <a:pt x="953" y="3619"/>
                    </a:cubicBezTo>
                    <a:lnTo>
                      <a:pt x="2906" y="9134"/>
                    </a:lnTo>
                    <a:lnTo>
                      <a:pt x="3048" y="16838"/>
                    </a:lnTo>
                    <a:lnTo>
                      <a:pt x="7093" y="17298"/>
                    </a:lnTo>
                    <a:cubicBezTo>
                      <a:pt x="7093" y="17298"/>
                      <a:pt x="7588" y="9973"/>
                      <a:pt x="6872" y="7642"/>
                    </a:cubicBezTo>
                    <a:cubicBezTo>
                      <a:pt x="6534" y="6537"/>
                      <a:pt x="5275" y="3159"/>
                      <a:pt x="5115" y="2654"/>
                    </a:cubicBezTo>
                    <a:cubicBezTo>
                      <a:pt x="4954" y="2149"/>
                      <a:pt x="5127" y="1572"/>
                      <a:pt x="5127" y="1572"/>
                    </a:cubicBezTo>
                    <a:lnTo>
                      <a:pt x="540" y="1"/>
                    </a:ln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30"/>
              <p:cNvSpPr/>
              <p:nvPr/>
            </p:nvSpPr>
            <p:spPr>
              <a:xfrm>
                <a:off x="1678300" y="3348125"/>
                <a:ext cx="12725" cy="84500"/>
              </a:xfrm>
              <a:custGeom>
                <a:avLst/>
                <a:gdLst/>
                <a:ahLst/>
                <a:cxnLst/>
                <a:rect l="l" t="t" r="r" b="b"/>
                <a:pathLst>
                  <a:path w="509" h="3380" extrusionOk="0">
                    <a:moveTo>
                      <a:pt x="420" y="1"/>
                    </a:moveTo>
                    <a:lnTo>
                      <a:pt x="0" y="3367"/>
                    </a:lnTo>
                    <a:lnTo>
                      <a:pt x="88" y="3379"/>
                    </a:lnTo>
                    <a:lnTo>
                      <a:pt x="508" y="13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30"/>
              <p:cNvSpPr/>
              <p:nvPr/>
            </p:nvSpPr>
            <p:spPr>
              <a:xfrm>
                <a:off x="1489000" y="3642000"/>
                <a:ext cx="101925" cy="33050"/>
              </a:xfrm>
              <a:custGeom>
                <a:avLst/>
                <a:gdLst/>
                <a:ahLst/>
                <a:cxnLst/>
                <a:rect l="l" t="t" r="r" b="b"/>
                <a:pathLst>
                  <a:path w="4077" h="1322" extrusionOk="0">
                    <a:moveTo>
                      <a:pt x="26" y="0"/>
                    </a:moveTo>
                    <a:lnTo>
                      <a:pt x="1" y="85"/>
                    </a:lnTo>
                    <a:lnTo>
                      <a:pt x="4051" y="1322"/>
                    </a:lnTo>
                    <a:lnTo>
                      <a:pt x="4077" y="1234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30"/>
              <p:cNvSpPr/>
              <p:nvPr/>
            </p:nvSpPr>
            <p:spPr>
              <a:xfrm>
                <a:off x="1708250" y="3678825"/>
                <a:ext cx="103350" cy="14850"/>
              </a:xfrm>
              <a:custGeom>
                <a:avLst/>
                <a:gdLst/>
                <a:ahLst/>
                <a:cxnLst/>
                <a:rect l="l" t="t" r="r" b="b"/>
                <a:pathLst>
                  <a:path w="4134" h="594" extrusionOk="0">
                    <a:moveTo>
                      <a:pt x="10" y="0"/>
                    </a:moveTo>
                    <a:lnTo>
                      <a:pt x="1" y="92"/>
                    </a:lnTo>
                    <a:lnTo>
                      <a:pt x="4121" y="593"/>
                    </a:lnTo>
                    <a:lnTo>
                      <a:pt x="4134" y="505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30"/>
              <p:cNvSpPr/>
              <p:nvPr/>
            </p:nvSpPr>
            <p:spPr>
              <a:xfrm>
                <a:off x="1762525" y="3137550"/>
                <a:ext cx="225900" cy="185925"/>
              </a:xfrm>
              <a:custGeom>
                <a:avLst/>
                <a:gdLst/>
                <a:ahLst/>
                <a:cxnLst/>
                <a:rect l="l" t="t" r="r" b="b"/>
                <a:pathLst>
                  <a:path w="9036" h="7437" extrusionOk="0">
                    <a:moveTo>
                      <a:pt x="2631" y="0"/>
                    </a:moveTo>
                    <a:lnTo>
                      <a:pt x="0" y="1925"/>
                    </a:lnTo>
                    <a:cubicBezTo>
                      <a:pt x="0" y="1925"/>
                      <a:pt x="1190" y="4263"/>
                      <a:pt x="2474" y="5184"/>
                    </a:cubicBezTo>
                    <a:cubicBezTo>
                      <a:pt x="4303" y="6506"/>
                      <a:pt x="8058" y="7436"/>
                      <a:pt x="8058" y="7436"/>
                    </a:cubicBezTo>
                    <a:lnTo>
                      <a:pt x="9036" y="5442"/>
                    </a:lnTo>
                    <a:lnTo>
                      <a:pt x="4594" y="2745"/>
                    </a:lnTo>
                    <a:lnTo>
                      <a:pt x="2631" y="0"/>
                    </a:lnTo>
                    <a:close/>
                  </a:path>
                </a:pathLst>
              </a:custGeom>
              <a:solidFill>
                <a:srgbClr val="D68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30"/>
              <p:cNvSpPr/>
              <p:nvPr/>
            </p:nvSpPr>
            <p:spPr>
              <a:xfrm>
                <a:off x="1751075" y="3070675"/>
                <a:ext cx="112900" cy="171475"/>
              </a:xfrm>
              <a:custGeom>
                <a:avLst/>
                <a:gdLst/>
                <a:ahLst/>
                <a:cxnLst/>
                <a:rect l="l" t="t" r="r" b="b"/>
                <a:pathLst>
                  <a:path w="4516" h="6859" extrusionOk="0">
                    <a:moveTo>
                      <a:pt x="667" y="0"/>
                    </a:moveTo>
                    <a:lnTo>
                      <a:pt x="1" y="4231"/>
                    </a:lnTo>
                    <a:lnTo>
                      <a:pt x="1503" y="6859"/>
                    </a:lnTo>
                    <a:lnTo>
                      <a:pt x="4515" y="4581"/>
                    </a:lnTo>
                    <a:cubicBezTo>
                      <a:pt x="4515" y="4581"/>
                      <a:pt x="3020" y="1843"/>
                      <a:pt x="2026" y="934"/>
                    </a:cubicBezTo>
                    <a:cubicBezTo>
                      <a:pt x="1622" y="565"/>
                      <a:pt x="1140" y="281"/>
                      <a:pt x="66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30"/>
              <p:cNvSpPr/>
              <p:nvPr/>
            </p:nvSpPr>
            <p:spPr>
              <a:xfrm>
                <a:off x="1569450" y="3048675"/>
                <a:ext cx="215900" cy="303000"/>
              </a:xfrm>
              <a:custGeom>
                <a:avLst/>
                <a:gdLst/>
                <a:ahLst/>
                <a:cxnLst/>
                <a:rect l="l" t="t" r="r" b="b"/>
                <a:pathLst>
                  <a:path w="8636" h="12120" extrusionOk="0">
                    <a:moveTo>
                      <a:pt x="2461" y="0"/>
                    </a:moveTo>
                    <a:lnTo>
                      <a:pt x="1294" y="4455"/>
                    </a:lnTo>
                    <a:cubicBezTo>
                      <a:pt x="1294" y="4455"/>
                      <a:pt x="1272" y="6657"/>
                      <a:pt x="1020" y="7392"/>
                    </a:cubicBezTo>
                    <a:cubicBezTo>
                      <a:pt x="767" y="8124"/>
                      <a:pt x="1" y="9881"/>
                      <a:pt x="1" y="9881"/>
                    </a:cubicBezTo>
                    <a:cubicBezTo>
                      <a:pt x="1811" y="11746"/>
                      <a:pt x="6001" y="12119"/>
                      <a:pt x="7346" y="12119"/>
                    </a:cubicBezTo>
                    <a:cubicBezTo>
                      <a:pt x="7619" y="12119"/>
                      <a:pt x="7774" y="12104"/>
                      <a:pt x="7771" y="12083"/>
                    </a:cubicBezTo>
                    <a:cubicBezTo>
                      <a:pt x="7745" y="11957"/>
                      <a:pt x="8559" y="4918"/>
                      <a:pt x="8594" y="4843"/>
                    </a:cubicBezTo>
                    <a:cubicBezTo>
                      <a:pt x="8635" y="4770"/>
                      <a:pt x="8370" y="1136"/>
                      <a:pt x="8370" y="1136"/>
                    </a:cubicBezTo>
                    <a:lnTo>
                      <a:pt x="7178" y="568"/>
                    </a:lnTo>
                    <a:lnTo>
                      <a:pt x="4805" y="57"/>
                    </a:lnTo>
                    <a:lnTo>
                      <a:pt x="246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30"/>
              <p:cNvSpPr/>
              <p:nvPr/>
            </p:nvSpPr>
            <p:spPr>
              <a:xfrm>
                <a:off x="1778375" y="3146300"/>
                <a:ext cx="25025" cy="6447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2579" extrusionOk="0">
                    <a:moveTo>
                      <a:pt x="922" y="1"/>
                    </a:moveTo>
                    <a:cubicBezTo>
                      <a:pt x="477" y="818"/>
                      <a:pt x="224" y="1739"/>
                      <a:pt x="0" y="2556"/>
                    </a:cubicBezTo>
                    <a:lnTo>
                      <a:pt x="89" y="2578"/>
                    </a:lnTo>
                    <a:cubicBezTo>
                      <a:pt x="310" y="1767"/>
                      <a:pt x="562" y="849"/>
                      <a:pt x="1001" y="45"/>
                    </a:cubicBezTo>
                    <a:lnTo>
                      <a:pt x="922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30"/>
              <p:cNvSpPr/>
              <p:nvPr/>
            </p:nvSpPr>
            <p:spPr>
              <a:xfrm>
                <a:off x="1778050" y="3165775"/>
                <a:ext cx="75975" cy="60125"/>
              </a:xfrm>
              <a:custGeom>
                <a:avLst/>
                <a:gdLst/>
                <a:ahLst/>
                <a:cxnLst/>
                <a:rect l="l" t="t" r="r" b="b"/>
                <a:pathLst>
                  <a:path w="3039" h="2405" extrusionOk="0">
                    <a:moveTo>
                      <a:pt x="2982" y="1"/>
                    </a:moveTo>
                    <a:lnTo>
                      <a:pt x="1" y="2332"/>
                    </a:lnTo>
                    <a:lnTo>
                      <a:pt x="58" y="2405"/>
                    </a:lnTo>
                    <a:lnTo>
                      <a:pt x="3039" y="70"/>
                    </a:lnTo>
                    <a:lnTo>
                      <a:pt x="2982" y="1"/>
                    </a:ln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30"/>
              <p:cNvSpPr/>
              <p:nvPr/>
            </p:nvSpPr>
            <p:spPr>
              <a:xfrm>
                <a:off x="1684200" y="3056000"/>
                <a:ext cx="71325" cy="37400"/>
              </a:xfrm>
              <a:custGeom>
                <a:avLst/>
                <a:gdLst/>
                <a:ahLst/>
                <a:cxnLst/>
                <a:rect l="l" t="t" r="r" b="b"/>
                <a:pathLst>
                  <a:path w="2853" h="1496" extrusionOk="0">
                    <a:moveTo>
                      <a:pt x="86" y="0"/>
                    </a:moveTo>
                    <a:lnTo>
                      <a:pt x="1" y="38"/>
                    </a:lnTo>
                    <a:cubicBezTo>
                      <a:pt x="379" y="859"/>
                      <a:pt x="1136" y="1426"/>
                      <a:pt x="1925" y="1490"/>
                    </a:cubicBezTo>
                    <a:cubicBezTo>
                      <a:pt x="1969" y="1496"/>
                      <a:pt x="2013" y="1496"/>
                      <a:pt x="2051" y="1496"/>
                    </a:cubicBezTo>
                    <a:cubicBezTo>
                      <a:pt x="2215" y="1496"/>
                      <a:pt x="2351" y="1471"/>
                      <a:pt x="2471" y="1411"/>
                    </a:cubicBezTo>
                    <a:cubicBezTo>
                      <a:pt x="2657" y="1322"/>
                      <a:pt x="2802" y="1155"/>
                      <a:pt x="2853" y="963"/>
                    </a:cubicBezTo>
                    <a:lnTo>
                      <a:pt x="2767" y="937"/>
                    </a:lnTo>
                    <a:cubicBezTo>
                      <a:pt x="2720" y="1108"/>
                      <a:pt x="2594" y="1253"/>
                      <a:pt x="2430" y="1329"/>
                    </a:cubicBezTo>
                    <a:cubicBezTo>
                      <a:pt x="2325" y="1376"/>
                      <a:pt x="2202" y="1400"/>
                      <a:pt x="2056" y="1400"/>
                    </a:cubicBezTo>
                    <a:cubicBezTo>
                      <a:pt x="2017" y="1400"/>
                      <a:pt x="1977" y="1398"/>
                      <a:pt x="1935" y="1395"/>
                    </a:cubicBezTo>
                    <a:cubicBezTo>
                      <a:pt x="1177" y="1338"/>
                      <a:pt x="452" y="789"/>
                      <a:pt x="86" y="0"/>
                    </a:cubicBez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30"/>
              <p:cNvSpPr/>
              <p:nvPr/>
            </p:nvSpPr>
            <p:spPr>
              <a:xfrm>
                <a:off x="1828775" y="3205150"/>
                <a:ext cx="47350" cy="25650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1026" extrusionOk="0">
                    <a:moveTo>
                      <a:pt x="1893" y="0"/>
                    </a:moveTo>
                    <a:cubicBezTo>
                      <a:pt x="1253" y="0"/>
                      <a:pt x="480" y="486"/>
                      <a:pt x="0" y="962"/>
                    </a:cubicBezTo>
                    <a:lnTo>
                      <a:pt x="63" y="1025"/>
                    </a:lnTo>
                    <a:cubicBezTo>
                      <a:pt x="533" y="562"/>
                      <a:pt x="1278" y="92"/>
                      <a:pt x="1893" y="92"/>
                    </a:cubicBezTo>
                    <a:lnTo>
                      <a:pt x="1893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30"/>
              <p:cNvSpPr/>
              <p:nvPr/>
            </p:nvSpPr>
            <p:spPr>
              <a:xfrm>
                <a:off x="1688550" y="3028150"/>
                <a:ext cx="80000" cy="54550"/>
              </a:xfrm>
              <a:custGeom>
                <a:avLst/>
                <a:gdLst/>
                <a:ahLst/>
                <a:cxnLst/>
                <a:rect l="l" t="t" r="r" b="b"/>
                <a:pathLst>
                  <a:path w="3200" h="2182" extrusionOk="0">
                    <a:moveTo>
                      <a:pt x="606" y="1"/>
                    </a:moveTo>
                    <a:lnTo>
                      <a:pt x="0" y="963"/>
                    </a:lnTo>
                    <a:cubicBezTo>
                      <a:pt x="0" y="963"/>
                      <a:pt x="473" y="2026"/>
                      <a:pt x="1720" y="2171"/>
                    </a:cubicBezTo>
                    <a:cubicBezTo>
                      <a:pt x="1779" y="2178"/>
                      <a:pt x="1834" y="2182"/>
                      <a:pt x="1887" y="2182"/>
                    </a:cubicBezTo>
                    <a:cubicBezTo>
                      <a:pt x="2394" y="2182"/>
                      <a:pt x="2568" y="1878"/>
                      <a:pt x="2568" y="1878"/>
                    </a:cubicBezTo>
                    <a:lnTo>
                      <a:pt x="3199" y="200"/>
                    </a:lnTo>
                    <a:lnTo>
                      <a:pt x="606" y="1"/>
                    </a:lnTo>
                    <a:close/>
                  </a:path>
                </a:pathLst>
              </a:custGeom>
              <a:solidFill>
                <a:srgbClr val="D68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30"/>
              <p:cNvSpPr/>
              <p:nvPr/>
            </p:nvSpPr>
            <p:spPr>
              <a:xfrm>
                <a:off x="1700700" y="2967725"/>
                <a:ext cx="79900" cy="94600"/>
              </a:xfrm>
              <a:custGeom>
                <a:avLst/>
                <a:gdLst/>
                <a:ahLst/>
                <a:cxnLst/>
                <a:rect l="l" t="t" r="r" b="b"/>
                <a:pathLst>
                  <a:path w="3196" h="3784" extrusionOk="0">
                    <a:moveTo>
                      <a:pt x="1807" y="0"/>
                    </a:moveTo>
                    <a:cubicBezTo>
                      <a:pt x="1433" y="0"/>
                      <a:pt x="1051" y="129"/>
                      <a:pt x="745" y="345"/>
                    </a:cubicBezTo>
                    <a:cubicBezTo>
                      <a:pt x="183" y="746"/>
                      <a:pt x="0" y="1550"/>
                      <a:pt x="174" y="2210"/>
                    </a:cubicBezTo>
                    <a:cubicBezTo>
                      <a:pt x="382" y="3011"/>
                      <a:pt x="745" y="3497"/>
                      <a:pt x="1549" y="3733"/>
                    </a:cubicBezTo>
                    <a:cubicBezTo>
                      <a:pt x="1659" y="3766"/>
                      <a:pt x="1804" y="3784"/>
                      <a:pt x="1960" y="3784"/>
                    </a:cubicBezTo>
                    <a:cubicBezTo>
                      <a:pt x="2291" y="3784"/>
                      <a:pt x="2672" y="3702"/>
                      <a:pt x="2880" y="3503"/>
                    </a:cubicBezTo>
                    <a:cubicBezTo>
                      <a:pt x="3155" y="3238"/>
                      <a:pt x="3148" y="2692"/>
                      <a:pt x="3158" y="2317"/>
                    </a:cubicBezTo>
                    <a:cubicBezTo>
                      <a:pt x="3174" y="1841"/>
                      <a:pt x="3196" y="1213"/>
                      <a:pt x="3079" y="803"/>
                    </a:cubicBezTo>
                    <a:cubicBezTo>
                      <a:pt x="2953" y="351"/>
                      <a:pt x="2628" y="172"/>
                      <a:pt x="2202" y="52"/>
                    </a:cubicBezTo>
                    <a:cubicBezTo>
                      <a:pt x="2074" y="17"/>
                      <a:pt x="1941" y="0"/>
                      <a:pt x="1807" y="0"/>
                    </a:cubicBezTo>
                    <a:close/>
                  </a:path>
                </a:pathLst>
              </a:custGeom>
              <a:solidFill>
                <a:srgbClr val="D68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30"/>
              <p:cNvSpPr/>
              <p:nvPr/>
            </p:nvSpPr>
            <p:spPr>
              <a:xfrm>
                <a:off x="1715600" y="3045750"/>
                <a:ext cx="4457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1783" h="726" extrusionOk="0">
                    <a:moveTo>
                      <a:pt x="70" y="0"/>
                    </a:moveTo>
                    <a:lnTo>
                      <a:pt x="0" y="60"/>
                    </a:lnTo>
                    <a:cubicBezTo>
                      <a:pt x="350" y="480"/>
                      <a:pt x="896" y="726"/>
                      <a:pt x="1442" y="726"/>
                    </a:cubicBezTo>
                    <a:cubicBezTo>
                      <a:pt x="1552" y="726"/>
                      <a:pt x="1669" y="713"/>
                      <a:pt x="1783" y="694"/>
                    </a:cubicBezTo>
                    <a:lnTo>
                      <a:pt x="1767" y="603"/>
                    </a:lnTo>
                    <a:cubicBezTo>
                      <a:pt x="1665" y="622"/>
                      <a:pt x="1562" y="631"/>
                      <a:pt x="1458" y="631"/>
                    </a:cubicBezTo>
                    <a:cubicBezTo>
                      <a:pt x="934" y="631"/>
                      <a:pt x="404" y="398"/>
                      <a:pt x="70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30"/>
              <p:cNvSpPr/>
              <p:nvPr/>
            </p:nvSpPr>
            <p:spPr>
              <a:xfrm>
                <a:off x="1758500" y="3006000"/>
                <a:ext cx="10825" cy="2290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916" extrusionOk="0">
                    <a:moveTo>
                      <a:pt x="259" y="0"/>
                    </a:moveTo>
                    <a:cubicBezTo>
                      <a:pt x="243" y="127"/>
                      <a:pt x="275" y="423"/>
                      <a:pt x="316" y="552"/>
                    </a:cubicBezTo>
                    <a:cubicBezTo>
                      <a:pt x="335" y="625"/>
                      <a:pt x="332" y="739"/>
                      <a:pt x="291" y="792"/>
                    </a:cubicBezTo>
                    <a:cubicBezTo>
                      <a:pt x="274" y="816"/>
                      <a:pt x="216" y="822"/>
                      <a:pt x="157" y="822"/>
                    </a:cubicBezTo>
                    <a:cubicBezTo>
                      <a:pt x="114" y="822"/>
                      <a:pt x="71" y="819"/>
                      <a:pt x="42" y="817"/>
                    </a:cubicBezTo>
                    <a:cubicBezTo>
                      <a:pt x="26" y="814"/>
                      <a:pt x="16" y="814"/>
                      <a:pt x="4" y="814"/>
                    </a:cubicBezTo>
                    <a:lnTo>
                      <a:pt x="0" y="903"/>
                    </a:lnTo>
                    <a:cubicBezTo>
                      <a:pt x="7" y="903"/>
                      <a:pt x="19" y="909"/>
                      <a:pt x="35" y="909"/>
                    </a:cubicBezTo>
                    <a:cubicBezTo>
                      <a:pt x="73" y="912"/>
                      <a:pt x="114" y="915"/>
                      <a:pt x="158" y="915"/>
                    </a:cubicBezTo>
                    <a:cubicBezTo>
                      <a:pt x="243" y="915"/>
                      <a:pt x="325" y="903"/>
                      <a:pt x="366" y="849"/>
                    </a:cubicBezTo>
                    <a:cubicBezTo>
                      <a:pt x="433" y="754"/>
                      <a:pt x="426" y="600"/>
                      <a:pt x="401" y="524"/>
                    </a:cubicBezTo>
                    <a:cubicBezTo>
                      <a:pt x="366" y="407"/>
                      <a:pt x="335" y="123"/>
                      <a:pt x="351" y="13"/>
                    </a:cubicBezTo>
                    <a:lnTo>
                      <a:pt x="259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30"/>
              <p:cNvSpPr/>
              <p:nvPr/>
            </p:nvSpPr>
            <p:spPr>
              <a:xfrm>
                <a:off x="1743275" y="3007550"/>
                <a:ext cx="6175" cy="8975"/>
              </a:xfrm>
              <a:custGeom>
                <a:avLst/>
                <a:gdLst/>
                <a:ahLst/>
                <a:cxnLst/>
                <a:rect l="l" t="t" r="r" b="b"/>
                <a:pathLst>
                  <a:path w="247" h="359" extrusionOk="0">
                    <a:moveTo>
                      <a:pt x="135" y="1"/>
                    </a:moveTo>
                    <a:cubicBezTo>
                      <a:pt x="76" y="1"/>
                      <a:pt x="25" y="73"/>
                      <a:pt x="13" y="166"/>
                    </a:cubicBezTo>
                    <a:cubicBezTo>
                      <a:pt x="1" y="266"/>
                      <a:pt x="42" y="348"/>
                      <a:pt x="105" y="358"/>
                    </a:cubicBezTo>
                    <a:cubicBezTo>
                      <a:pt x="107" y="358"/>
                      <a:pt x="110" y="358"/>
                      <a:pt x="112" y="358"/>
                    </a:cubicBezTo>
                    <a:cubicBezTo>
                      <a:pt x="172" y="358"/>
                      <a:pt x="225" y="285"/>
                      <a:pt x="237" y="191"/>
                    </a:cubicBezTo>
                    <a:cubicBezTo>
                      <a:pt x="247" y="93"/>
                      <a:pt x="206" y="5"/>
                      <a:pt x="146" y="1"/>
                    </a:cubicBezTo>
                    <a:cubicBezTo>
                      <a:pt x="142" y="1"/>
                      <a:pt x="139" y="1"/>
                      <a:pt x="135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30"/>
              <p:cNvSpPr/>
              <p:nvPr/>
            </p:nvSpPr>
            <p:spPr>
              <a:xfrm>
                <a:off x="1771675" y="3009525"/>
                <a:ext cx="6250" cy="8975"/>
              </a:xfrm>
              <a:custGeom>
                <a:avLst/>
                <a:gdLst/>
                <a:ahLst/>
                <a:cxnLst/>
                <a:rect l="l" t="t" r="r" b="b"/>
                <a:pathLst>
                  <a:path w="250" h="359" extrusionOk="0">
                    <a:moveTo>
                      <a:pt x="135" y="1"/>
                    </a:moveTo>
                    <a:cubicBezTo>
                      <a:pt x="76" y="1"/>
                      <a:pt x="25" y="73"/>
                      <a:pt x="13" y="165"/>
                    </a:cubicBezTo>
                    <a:cubicBezTo>
                      <a:pt x="0" y="266"/>
                      <a:pt x="41" y="348"/>
                      <a:pt x="104" y="358"/>
                    </a:cubicBezTo>
                    <a:cubicBezTo>
                      <a:pt x="107" y="358"/>
                      <a:pt x="109" y="358"/>
                      <a:pt x="112" y="358"/>
                    </a:cubicBezTo>
                    <a:cubicBezTo>
                      <a:pt x="172" y="358"/>
                      <a:pt x="225" y="285"/>
                      <a:pt x="237" y="191"/>
                    </a:cubicBezTo>
                    <a:cubicBezTo>
                      <a:pt x="250" y="93"/>
                      <a:pt x="205" y="4"/>
                      <a:pt x="145" y="1"/>
                    </a:cubicBezTo>
                    <a:cubicBezTo>
                      <a:pt x="142" y="1"/>
                      <a:pt x="138" y="1"/>
                      <a:pt x="135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30"/>
              <p:cNvSpPr/>
              <p:nvPr/>
            </p:nvSpPr>
            <p:spPr>
              <a:xfrm>
                <a:off x="1684200" y="2941225"/>
                <a:ext cx="110200" cy="97125"/>
              </a:xfrm>
              <a:custGeom>
                <a:avLst/>
                <a:gdLst/>
                <a:ahLst/>
                <a:cxnLst/>
                <a:rect l="l" t="t" r="r" b="b"/>
                <a:pathLst>
                  <a:path w="4408" h="3885" extrusionOk="0">
                    <a:moveTo>
                      <a:pt x="2781" y="1"/>
                    </a:moveTo>
                    <a:cubicBezTo>
                      <a:pt x="2626" y="1"/>
                      <a:pt x="2468" y="36"/>
                      <a:pt x="2319" y="83"/>
                    </a:cubicBezTo>
                    <a:cubicBezTo>
                      <a:pt x="2077" y="162"/>
                      <a:pt x="1840" y="276"/>
                      <a:pt x="1588" y="323"/>
                    </a:cubicBezTo>
                    <a:cubicBezTo>
                      <a:pt x="1436" y="352"/>
                      <a:pt x="1285" y="361"/>
                      <a:pt x="1130" y="393"/>
                    </a:cubicBezTo>
                    <a:cubicBezTo>
                      <a:pt x="616" y="497"/>
                      <a:pt x="181" y="919"/>
                      <a:pt x="61" y="1434"/>
                    </a:cubicBezTo>
                    <a:cubicBezTo>
                      <a:pt x="1" y="1692"/>
                      <a:pt x="17" y="1964"/>
                      <a:pt x="32" y="2232"/>
                    </a:cubicBezTo>
                    <a:cubicBezTo>
                      <a:pt x="45" y="2415"/>
                      <a:pt x="58" y="2595"/>
                      <a:pt x="108" y="2768"/>
                    </a:cubicBezTo>
                    <a:cubicBezTo>
                      <a:pt x="187" y="3027"/>
                      <a:pt x="297" y="3257"/>
                      <a:pt x="364" y="3519"/>
                    </a:cubicBezTo>
                    <a:cubicBezTo>
                      <a:pt x="408" y="3673"/>
                      <a:pt x="499" y="3727"/>
                      <a:pt x="521" y="3885"/>
                    </a:cubicBezTo>
                    <a:cubicBezTo>
                      <a:pt x="521" y="3885"/>
                      <a:pt x="859" y="3393"/>
                      <a:pt x="991" y="3068"/>
                    </a:cubicBezTo>
                    <a:cubicBezTo>
                      <a:pt x="1051" y="2926"/>
                      <a:pt x="1181" y="2806"/>
                      <a:pt x="1272" y="2683"/>
                    </a:cubicBezTo>
                    <a:cubicBezTo>
                      <a:pt x="1379" y="2541"/>
                      <a:pt x="1480" y="2396"/>
                      <a:pt x="1562" y="2238"/>
                    </a:cubicBezTo>
                    <a:cubicBezTo>
                      <a:pt x="1698" y="1986"/>
                      <a:pt x="1783" y="1705"/>
                      <a:pt x="1764" y="1421"/>
                    </a:cubicBezTo>
                    <a:lnTo>
                      <a:pt x="1764" y="1421"/>
                    </a:lnTo>
                    <a:cubicBezTo>
                      <a:pt x="2024" y="1526"/>
                      <a:pt x="2305" y="1579"/>
                      <a:pt x="2586" y="1579"/>
                    </a:cubicBezTo>
                    <a:cubicBezTo>
                      <a:pt x="2852" y="1579"/>
                      <a:pt x="3118" y="1532"/>
                      <a:pt x="3367" y="1437"/>
                    </a:cubicBezTo>
                    <a:cubicBezTo>
                      <a:pt x="3385" y="1427"/>
                      <a:pt x="3405" y="1422"/>
                      <a:pt x="3426" y="1422"/>
                    </a:cubicBezTo>
                    <a:cubicBezTo>
                      <a:pt x="3434" y="1422"/>
                      <a:pt x="3441" y="1422"/>
                      <a:pt x="3449" y="1424"/>
                    </a:cubicBezTo>
                    <a:cubicBezTo>
                      <a:pt x="3477" y="1434"/>
                      <a:pt x="3496" y="1459"/>
                      <a:pt x="3512" y="1487"/>
                    </a:cubicBezTo>
                    <a:cubicBezTo>
                      <a:pt x="3749" y="1897"/>
                      <a:pt x="3802" y="2367"/>
                      <a:pt x="3831" y="2841"/>
                    </a:cubicBezTo>
                    <a:cubicBezTo>
                      <a:pt x="4039" y="2651"/>
                      <a:pt x="4174" y="2434"/>
                      <a:pt x="4272" y="2169"/>
                    </a:cubicBezTo>
                    <a:cubicBezTo>
                      <a:pt x="4320" y="2042"/>
                      <a:pt x="4320" y="1941"/>
                      <a:pt x="4335" y="1815"/>
                    </a:cubicBezTo>
                    <a:cubicBezTo>
                      <a:pt x="4351" y="1670"/>
                      <a:pt x="4408" y="1535"/>
                      <a:pt x="4402" y="1380"/>
                    </a:cubicBezTo>
                    <a:cubicBezTo>
                      <a:pt x="4402" y="1206"/>
                      <a:pt x="4348" y="1027"/>
                      <a:pt x="4222" y="907"/>
                    </a:cubicBezTo>
                    <a:cubicBezTo>
                      <a:pt x="4130" y="822"/>
                      <a:pt x="4007" y="774"/>
                      <a:pt x="3903" y="711"/>
                    </a:cubicBezTo>
                    <a:cubicBezTo>
                      <a:pt x="3603" y="525"/>
                      <a:pt x="3408" y="178"/>
                      <a:pt x="3077" y="52"/>
                    </a:cubicBezTo>
                    <a:cubicBezTo>
                      <a:pt x="2982" y="16"/>
                      <a:pt x="2882" y="1"/>
                      <a:pt x="2781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30"/>
              <p:cNvSpPr/>
              <p:nvPr/>
            </p:nvSpPr>
            <p:spPr>
              <a:xfrm>
                <a:off x="1697850" y="3005200"/>
                <a:ext cx="22650" cy="32125"/>
              </a:xfrm>
              <a:custGeom>
                <a:avLst/>
                <a:gdLst/>
                <a:ahLst/>
                <a:cxnLst/>
                <a:rect l="l" t="t" r="r" b="b"/>
                <a:pathLst>
                  <a:path w="906" h="1285" extrusionOk="0">
                    <a:moveTo>
                      <a:pt x="437" y="0"/>
                    </a:moveTo>
                    <a:cubicBezTo>
                      <a:pt x="178" y="0"/>
                      <a:pt x="59" y="233"/>
                      <a:pt x="29" y="477"/>
                    </a:cubicBezTo>
                    <a:cubicBezTo>
                      <a:pt x="1" y="689"/>
                      <a:pt x="130" y="1007"/>
                      <a:pt x="291" y="1137"/>
                    </a:cubicBezTo>
                    <a:cubicBezTo>
                      <a:pt x="403" y="1227"/>
                      <a:pt x="516" y="1284"/>
                      <a:pt x="618" y="1284"/>
                    </a:cubicBezTo>
                    <a:cubicBezTo>
                      <a:pt x="724" y="1284"/>
                      <a:pt x="818" y="1222"/>
                      <a:pt x="884" y="1070"/>
                    </a:cubicBezTo>
                    <a:lnTo>
                      <a:pt x="906" y="348"/>
                    </a:lnTo>
                    <a:cubicBezTo>
                      <a:pt x="868" y="215"/>
                      <a:pt x="761" y="92"/>
                      <a:pt x="660" y="48"/>
                    </a:cubicBezTo>
                    <a:cubicBezTo>
                      <a:pt x="576" y="15"/>
                      <a:pt x="502" y="0"/>
                      <a:pt x="437" y="0"/>
                    </a:cubicBezTo>
                    <a:close/>
                  </a:path>
                </a:pathLst>
              </a:custGeom>
              <a:solidFill>
                <a:srgbClr val="D68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30"/>
              <p:cNvSpPr/>
              <p:nvPr/>
            </p:nvSpPr>
            <p:spPr>
              <a:xfrm>
                <a:off x="1704150" y="3014525"/>
                <a:ext cx="16275" cy="13025"/>
              </a:xfrm>
              <a:custGeom>
                <a:avLst/>
                <a:gdLst/>
                <a:ahLst/>
                <a:cxnLst/>
                <a:rect l="l" t="t" r="r" b="b"/>
                <a:pathLst>
                  <a:path w="651" h="521" extrusionOk="0">
                    <a:moveTo>
                      <a:pt x="51" y="0"/>
                    </a:moveTo>
                    <a:lnTo>
                      <a:pt x="1" y="73"/>
                    </a:lnTo>
                    <a:cubicBezTo>
                      <a:pt x="203" y="221"/>
                      <a:pt x="402" y="369"/>
                      <a:pt x="597" y="521"/>
                    </a:cubicBezTo>
                    <a:lnTo>
                      <a:pt x="651" y="445"/>
                    </a:lnTo>
                    <a:cubicBezTo>
                      <a:pt x="455" y="293"/>
                      <a:pt x="253" y="145"/>
                      <a:pt x="51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30"/>
              <p:cNvSpPr/>
              <p:nvPr/>
            </p:nvSpPr>
            <p:spPr>
              <a:xfrm>
                <a:off x="1716075" y="3006625"/>
                <a:ext cx="7200" cy="7675"/>
              </a:xfrm>
              <a:custGeom>
                <a:avLst/>
                <a:gdLst/>
                <a:ahLst/>
                <a:cxnLst/>
                <a:rect l="l" t="t" r="r" b="b"/>
                <a:pathLst>
                  <a:path w="288" h="307" extrusionOk="0">
                    <a:moveTo>
                      <a:pt x="48" y="1"/>
                    </a:moveTo>
                    <a:lnTo>
                      <a:pt x="0" y="79"/>
                    </a:lnTo>
                    <a:cubicBezTo>
                      <a:pt x="89" y="133"/>
                      <a:pt x="161" y="212"/>
                      <a:pt x="205" y="307"/>
                    </a:cubicBezTo>
                    <a:lnTo>
                      <a:pt x="287" y="269"/>
                    </a:lnTo>
                    <a:cubicBezTo>
                      <a:pt x="237" y="158"/>
                      <a:pt x="152" y="64"/>
                      <a:pt x="48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30"/>
              <p:cNvSpPr/>
              <p:nvPr/>
            </p:nvSpPr>
            <p:spPr>
              <a:xfrm>
                <a:off x="1702500" y="3031550"/>
                <a:ext cx="18950" cy="6725"/>
              </a:xfrm>
              <a:custGeom>
                <a:avLst/>
                <a:gdLst/>
                <a:ahLst/>
                <a:cxnLst/>
                <a:rect l="l" t="t" r="r" b="b"/>
                <a:pathLst>
                  <a:path w="758" h="269" extrusionOk="0">
                    <a:moveTo>
                      <a:pt x="679" y="1"/>
                    </a:moveTo>
                    <a:cubicBezTo>
                      <a:pt x="641" y="67"/>
                      <a:pt x="578" y="124"/>
                      <a:pt x="509" y="155"/>
                    </a:cubicBezTo>
                    <a:cubicBezTo>
                      <a:pt x="469" y="172"/>
                      <a:pt x="428" y="181"/>
                      <a:pt x="387" y="181"/>
                    </a:cubicBezTo>
                    <a:cubicBezTo>
                      <a:pt x="276" y="181"/>
                      <a:pt x="162" y="121"/>
                      <a:pt x="70" y="13"/>
                    </a:cubicBezTo>
                    <a:lnTo>
                      <a:pt x="1" y="70"/>
                    </a:lnTo>
                    <a:cubicBezTo>
                      <a:pt x="111" y="196"/>
                      <a:pt x="247" y="269"/>
                      <a:pt x="386" y="269"/>
                    </a:cubicBezTo>
                    <a:cubicBezTo>
                      <a:pt x="442" y="269"/>
                      <a:pt x="496" y="259"/>
                      <a:pt x="543" y="240"/>
                    </a:cubicBezTo>
                    <a:cubicBezTo>
                      <a:pt x="635" y="202"/>
                      <a:pt x="710" y="130"/>
                      <a:pt x="758" y="45"/>
                    </a:cubicBezTo>
                    <a:lnTo>
                      <a:pt x="679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30"/>
              <p:cNvSpPr/>
              <p:nvPr/>
            </p:nvSpPr>
            <p:spPr>
              <a:xfrm>
                <a:off x="1751000" y="3033600"/>
                <a:ext cx="13450" cy="7225"/>
              </a:xfrm>
              <a:custGeom>
                <a:avLst/>
                <a:gdLst/>
                <a:ahLst/>
                <a:cxnLst/>
                <a:rect l="l" t="t" r="r" b="b"/>
                <a:pathLst>
                  <a:path w="538" h="289" extrusionOk="0">
                    <a:moveTo>
                      <a:pt x="10" y="1"/>
                    </a:moveTo>
                    <a:cubicBezTo>
                      <a:pt x="10" y="1"/>
                      <a:pt x="1" y="155"/>
                      <a:pt x="95" y="218"/>
                    </a:cubicBezTo>
                    <a:cubicBezTo>
                      <a:pt x="144" y="252"/>
                      <a:pt x="200" y="289"/>
                      <a:pt x="282" y="289"/>
                    </a:cubicBezTo>
                    <a:cubicBezTo>
                      <a:pt x="291" y="289"/>
                      <a:pt x="300" y="289"/>
                      <a:pt x="310" y="288"/>
                    </a:cubicBezTo>
                    <a:cubicBezTo>
                      <a:pt x="506" y="278"/>
                      <a:pt x="537" y="79"/>
                      <a:pt x="537" y="79"/>
                    </a:cubicBezTo>
                    <a:cubicBezTo>
                      <a:pt x="537" y="79"/>
                      <a:pt x="452" y="51"/>
                      <a:pt x="291" y="32"/>
                    </a:cubicBezTo>
                    <a:cubicBezTo>
                      <a:pt x="165" y="16"/>
                      <a:pt x="10" y="1"/>
                      <a:pt x="1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30"/>
              <p:cNvSpPr/>
              <p:nvPr/>
            </p:nvSpPr>
            <p:spPr>
              <a:xfrm>
                <a:off x="1726800" y="2992600"/>
                <a:ext cx="29050" cy="6175"/>
              </a:xfrm>
              <a:custGeom>
                <a:avLst/>
                <a:gdLst/>
                <a:ahLst/>
                <a:cxnLst/>
                <a:rect l="l" t="t" r="r" b="b"/>
                <a:pathLst>
                  <a:path w="1162" h="247" extrusionOk="0">
                    <a:moveTo>
                      <a:pt x="910" y="1"/>
                    </a:moveTo>
                    <a:cubicBezTo>
                      <a:pt x="827" y="1"/>
                      <a:pt x="743" y="5"/>
                      <a:pt x="660" y="13"/>
                    </a:cubicBezTo>
                    <a:cubicBezTo>
                      <a:pt x="420" y="35"/>
                      <a:pt x="196" y="82"/>
                      <a:pt x="0" y="161"/>
                    </a:cubicBezTo>
                    <a:lnTo>
                      <a:pt x="38" y="246"/>
                    </a:lnTo>
                    <a:cubicBezTo>
                      <a:pt x="227" y="170"/>
                      <a:pt x="439" y="123"/>
                      <a:pt x="669" y="104"/>
                    </a:cubicBezTo>
                    <a:cubicBezTo>
                      <a:pt x="750" y="98"/>
                      <a:pt x="830" y="95"/>
                      <a:pt x="910" y="95"/>
                    </a:cubicBezTo>
                    <a:cubicBezTo>
                      <a:pt x="991" y="95"/>
                      <a:pt x="1071" y="98"/>
                      <a:pt x="1152" y="104"/>
                    </a:cubicBezTo>
                    <a:lnTo>
                      <a:pt x="1161" y="13"/>
                    </a:lnTo>
                    <a:cubicBezTo>
                      <a:pt x="1078" y="5"/>
                      <a:pt x="994" y="1"/>
                      <a:pt x="910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30"/>
              <p:cNvSpPr/>
              <p:nvPr/>
            </p:nvSpPr>
            <p:spPr>
              <a:xfrm>
                <a:off x="1770175" y="2994650"/>
                <a:ext cx="13575" cy="8600"/>
              </a:xfrm>
              <a:custGeom>
                <a:avLst/>
                <a:gdLst/>
                <a:ahLst/>
                <a:cxnLst/>
                <a:rect l="l" t="t" r="r" b="b"/>
                <a:pathLst>
                  <a:path w="543" h="344" extrusionOk="0">
                    <a:moveTo>
                      <a:pt x="10" y="0"/>
                    </a:moveTo>
                    <a:lnTo>
                      <a:pt x="0" y="92"/>
                    </a:lnTo>
                    <a:cubicBezTo>
                      <a:pt x="183" y="107"/>
                      <a:pt x="357" y="202"/>
                      <a:pt x="470" y="344"/>
                    </a:cubicBezTo>
                    <a:lnTo>
                      <a:pt x="543" y="290"/>
                    </a:lnTo>
                    <a:cubicBezTo>
                      <a:pt x="417" y="126"/>
                      <a:pt x="215" y="22"/>
                      <a:pt x="10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30"/>
              <p:cNvSpPr/>
              <p:nvPr/>
            </p:nvSpPr>
            <p:spPr>
              <a:xfrm>
                <a:off x="1570075" y="3047800"/>
                <a:ext cx="143500" cy="275925"/>
              </a:xfrm>
              <a:custGeom>
                <a:avLst/>
                <a:gdLst/>
                <a:ahLst/>
                <a:cxnLst/>
                <a:rect l="l" t="t" r="r" b="b"/>
                <a:pathLst>
                  <a:path w="5740" h="11037" extrusionOk="0">
                    <a:moveTo>
                      <a:pt x="4291" y="0"/>
                    </a:moveTo>
                    <a:lnTo>
                      <a:pt x="2764" y="57"/>
                    </a:lnTo>
                    <a:cubicBezTo>
                      <a:pt x="2809" y="1038"/>
                      <a:pt x="2878" y="1988"/>
                      <a:pt x="2749" y="2963"/>
                    </a:cubicBezTo>
                    <a:cubicBezTo>
                      <a:pt x="2619" y="3937"/>
                      <a:pt x="2096" y="4934"/>
                      <a:pt x="1174" y="5281"/>
                    </a:cubicBezTo>
                    <a:cubicBezTo>
                      <a:pt x="1124" y="5300"/>
                      <a:pt x="1149" y="5991"/>
                      <a:pt x="808" y="7474"/>
                    </a:cubicBezTo>
                    <a:cubicBezTo>
                      <a:pt x="660" y="8133"/>
                      <a:pt x="316" y="8742"/>
                      <a:pt x="70" y="9373"/>
                    </a:cubicBezTo>
                    <a:cubicBezTo>
                      <a:pt x="36" y="9468"/>
                      <a:pt x="1" y="9575"/>
                      <a:pt x="45" y="9666"/>
                    </a:cubicBezTo>
                    <a:cubicBezTo>
                      <a:pt x="77" y="9726"/>
                      <a:pt x="133" y="9764"/>
                      <a:pt x="193" y="9796"/>
                    </a:cubicBezTo>
                    <a:cubicBezTo>
                      <a:pt x="903" y="10203"/>
                      <a:pt x="1670" y="10518"/>
                      <a:pt x="2458" y="10730"/>
                    </a:cubicBezTo>
                    <a:cubicBezTo>
                      <a:pt x="2824" y="10831"/>
                      <a:pt x="3168" y="10991"/>
                      <a:pt x="3540" y="11023"/>
                    </a:cubicBezTo>
                    <a:cubicBezTo>
                      <a:pt x="3638" y="11032"/>
                      <a:pt x="3725" y="11037"/>
                      <a:pt x="3802" y="11037"/>
                    </a:cubicBezTo>
                    <a:cubicBezTo>
                      <a:pt x="4122" y="11037"/>
                      <a:pt x="4275" y="10948"/>
                      <a:pt x="4380" y="10648"/>
                    </a:cubicBezTo>
                    <a:cubicBezTo>
                      <a:pt x="4559" y="10130"/>
                      <a:pt x="4657" y="9493"/>
                      <a:pt x="4796" y="8969"/>
                    </a:cubicBezTo>
                    <a:cubicBezTo>
                      <a:pt x="5083" y="7868"/>
                      <a:pt x="5276" y="6739"/>
                      <a:pt x="5377" y="5613"/>
                    </a:cubicBezTo>
                    <a:cubicBezTo>
                      <a:pt x="5465" y="4562"/>
                      <a:pt x="5739" y="3389"/>
                      <a:pt x="5481" y="2360"/>
                    </a:cubicBezTo>
                    <a:cubicBezTo>
                      <a:pt x="5276" y="1534"/>
                      <a:pt x="4446" y="836"/>
                      <a:pt x="4291" y="0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30"/>
              <p:cNvSpPr/>
              <p:nvPr/>
            </p:nvSpPr>
            <p:spPr>
              <a:xfrm>
                <a:off x="1720325" y="3069375"/>
                <a:ext cx="71800" cy="271150"/>
              </a:xfrm>
              <a:custGeom>
                <a:avLst/>
                <a:gdLst/>
                <a:ahLst/>
                <a:cxnLst/>
                <a:rect l="l" t="t" r="r" b="b"/>
                <a:pathLst>
                  <a:path w="2872" h="10846" extrusionOk="0">
                    <a:moveTo>
                      <a:pt x="1754" y="1"/>
                    </a:moveTo>
                    <a:cubicBezTo>
                      <a:pt x="1749" y="1"/>
                      <a:pt x="1744" y="1"/>
                      <a:pt x="1739" y="2"/>
                    </a:cubicBezTo>
                    <a:cubicBezTo>
                      <a:pt x="1739" y="2"/>
                      <a:pt x="1742" y="529"/>
                      <a:pt x="1644" y="765"/>
                    </a:cubicBezTo>
                    <a:cubicBezTo>
                      <a:pt x="1594" y="888"/>
                      <a:pt x="1518" y="999"/>
                      <a:pt x="1452" y="1109"/>
                    </a:cubicBezTo>
                    <a:cubicBezTo>
                      <a:pt x="1250" y="1440"/>
                      <a:pt x="1111" y="1806"/>
                      <a:pt x="1045" y="2188"/>
                    </a:cubicBezTo>
                    <a:cubicBezTo>
                      <a:pt x="975" y="2560"/>
                      <a:pt x="1013" y="2926"/>
                      <a:pt x="982" y="3302"/>
                    </a:cubicBezTo>
                    <a:cubicBezTo>
                      <a:pt x="906" y="4160"/>
                      <a:pt x="868" y="5027"/>
                      <a:pt x="789" y="5889"/>
                    </a:cubicBezTo>
                    <a:cubicBezTo>
                      <a:pt x="654" y="7280"/>
                      <a:pt x="408" y="8665"/>
                      <a:pt x="86" y="10024"/>
                    </a:cubicBezTo>
                    <a:cubicBezTo>
                      <a:pt x="1" y="10384"/>
                      <a:pt x="171" y="10608"/>
                      <a:pt x="512" y="10699"/>
                    </a:cubicBezTo>
                    <a:cubicBezTo>
                      <a:pt x="748" y="10761"/>
                      <a:pt x="1083" y="10846"/>
                      <a:pt x="1379" y="10846"/>
                    </a:cubicBezTo>
                    <a:cubicBezTo>
                      <a:pt x="1526" y="10846"/>
                      <a:pt x="1663" y="10824"/>
                      <a:pt x="1774" y="10769"/>
                    </a:cubicBezTo>
                    <a:cubicBezTo>
                      <a:pt x="1890" y="10712"/>
                      <a:pt x="1928" y="10570"/>
                      <a:pt x="1953" y="10438"/>
                    </a:cubicBezTo>
                    <a:cubicBezTo>
                      <a:pt x="2199" y="9053"/>
                      <a:pt x="2446" y="7368"/>
                      <a:pt x="2638" y="5964"/>
                    </a:cubicBezTo>
                    <a:cubicBezTo>
                      <a:pt x="2830" y="4560"/>
                      <a:pt x="2871" y="3854"/>
                      <a:pt x="2871" y="2816"/>
                    </a:cubicBezTo>
                    <a:cubicBezTo>
                      <a:pt x="2871" y="2122"/>
                      <a:pt x="2789" y="1358"/>
                      <a:pt x="2761" y="699"/>
                    </a:cubicBezTo>
                    <a:cubicBezTo>
                      <a:pt x="2761" y="661"/>
                      <a:pt x="2758" y="617"/>
                      <a:pt x="2736" y="582"/>
                    </a:cubicBezTo>
                    <a:cubicBezTo>
                      <a:pt x="2714" y="538"/>
                      <a:pt x="2669" y="513"/>
                      <a:pt x="2625" y="491"/>
                    </a:cubicBezTo>
                    <a:cubicBezTo>
                      <a:pt x="2341" y="335"/>
                      <a:pt x="1926" y="1"/>
                      <a:pt x="1754" y="1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30"/>
              <p:cNvSpPr/>
              <p:nvPr/>
            </p:nvSpPr>
            <p:spPr>
              <a:xfrm>
                <a:off x="1571575" y="3045700"/>
                <a:ext cx="130400" cy="267425"/>
              </a:xfrm>
              <a:custGeom>
                <a:avLst/>
                <a:gdLst/>
                <a:ahLst/>
                <a:cxnLst/>
                <a:rect l="l" t="t" r="r" b="b"/>
                <a:pathLst>
                  <a:path w="5216" h="10697" extrusionOk="0">
                    <a:moveTo>
                      <a:pt x="3854" y="1"/>
                    </a:moveTo>
                    <a:cubicBezTo>
                      <a:pt x="3848" y="1"/>
                      <a:pt x="3843" y="1"/>
                      <a:pt x="3837" y="2"/>
                    </a:cubicBezTo>
                    <a:cubicBezTo>
                      <a:pt x="3790" y="9"/>
                      <a:pt x="3758" y="56"/>
                      <a:pt x="3764" y="110"/>
                    </a:cubicBezTo>
                    <a:cubicBezTo>
                      <a:pt x="3884" y="725"/>
                      <a:pt x="4137" y="1119"/>
                      <a:pt x="4408" y="1539"/>
                    </a:cubicBezTo>
                    <a:cubicBezTo>
                      <a:pt x="4487" y="1662"/>
                      <a:pt x="4569" y="1788"/>
                      <a:pt x="4648" y="1924"/>
                    </a:cubicBezTo>
                    <a:cubicBezTo>
                      <a:pt x="4821" y="2223"/>
                      <a:pt x="5007" y="2577"/>
                      <a:pt x="5020" y="2968"/>
                    </a:cubicBezTo>
                    <a:cubicBezTo>
                      <a:pt x="5026" y="3255"/>
                      <a:pt x="4992" y="3548"/>
                      <a:pt x="4957" y="3832"/>
                    </a:cubicBezTo>
                    <a:cubicBezTo>
                      <a:pt x="4941" y="3962"/>
                      <a:pt x="4925" y="4094"/>
                      <a:pt x="4913" y="4230"/>
                    </a:cubicBezTo>
                    <a:lnTo>
                      <a:pt x="4891" y="4479"/>
                    </a:lnTo>
                    <a:cubicBezTo>
                      <a:pt x="4837" y="5053"/>
                      <a:pt x="4787" y="5652"/>
                      <a:pt x="4720" y="6236"/>
                    </a:cubicBezTo>
                    <a:cubicBezTo>
                      <a:pt x="4704" y="6378"/>
                      <a:pt x="4689" y="6517"/>
                      <a:pt x="4673" y="6656"/>
                    </a:cubicBezTo>
                    <a:cubicBezTo>
                      <a:pt x="4594" y="7372"/>
                      <a:pt x="4522" y="8050"/>
                      <a:pt x="4342" y="8763"/>
                    </a:cubicBezTo>
                    <a:lnTo>
                      <a:pt x="4342" y="8773"/>
                    </a:lnTo>
                    <a:cubicBezTo>
                      <a:pt x="4216" y="9268"/>
                      <a:pt x="4045" y="9952"/>
                      <a:pt x="3821" y="10473"/>
                    </a:cubicBezTo>
                    <a:cubicBezTo>
                      <a:pt x="3808" y="10503"/>
                      <a:pt x="3764" y="10515"/>
                      <a:pt x="3702" y="10515"/>
                    </a:cubicBezTo>
                    <a:cubicBezTo>
                      <a:pt x="3557" y="10515"/>
                      <a:pt x="3312" y="10450"/>
                      <a:pt x="3118" y="10397"/>
                    </a:cubicBezTo>
                    <a:cubicBezTo>
                      <a:pt x="3045" y="10372"/>
                      <a:pt x="2966" y="10353"/>
                      <a:pt x="2887" y="10334"/>
                    </a:cubicBezTo>
                    <a:cubicBezTo>
                      <a:pt x="2020" y="10116"/>
                      <a:pt x="969" y="9691"/>
                      <a:pt x="146" y="9230"/>
                    </a:cubicBezTo>
                    <a:cubicBezTo>
                      <a:pt x="132" y="9222"/>
                      <a:pt x="116" y="9218"/>
                      <a:pt x="101" y="9218"/>
                    </a:cubicBezTo>
                    <a:cubicBezTo>
                      <a:pt x="70" y="9218"/>
                      <a:pt x="40" y="9235"/>
                      <a:pt x="23" y="9265"/>
                    </a:cubicBezTo>
                    <a:cubicBezTo>
                      <a:pt x="1" y="9309"/>
                      <a:pt x="17" y="9362"/>
                      <a:pt x="58" y="9388"/>
                    </a:cubicBezTo>
                    <a:cubicBezTo>
                      <a:pt x="894" y="9861"/>
                      <a:pt x="1963" y="10290"/>
                      <a:pt x="2843" y="10511"/>
                    </a:cubicBezTo>
                    <a:cubicBezTo>
                      <a:pt x="2922" y="10530"/>
                      <a:pt x="3001" y="10555"/>
                      <a:pt x="3077" y="10574"/>
                    </a:cubicBezTo>
                    <a:cubicBezTo>
                      <a:pt x="3316" y="10637"/>
                      <a:pt x="3534" y="10697"/>
                      <a:pt x="3701" y="10697"/>
                    </a:cubicBezTo>
                    <a:cubicBezTo>
                      <a:pt x="3840" y="10697"/>
                      <a:pt x="3947" y="10653"/>
                      <a:pt x="3992" y="10552"/>
                    </a:cubicBezTo>
                    <a:cubicBezTo>
                      <a:pt x="4222" y="10015"/>
                      <a:pt x="4395" y="9328"/>
                      <a:pt x="4522" y="8823"/>
                    </a:cubicBezTo>
                    <a:lnTo>
                      <a:pt x="4522" y="8817"/>
                    </a:lnTo>
                    <a:cubicBezTo>
                      <a:pt x="4708" y="8085"/>
                      <a:pt x="4780" y="7403"/>
                      <a:pt x="4859" y="6678"/>
                    </a:cubicBezTo>
                    <a:cubicBezTo>
                      <a:pt x="4869" y="6539"/>
                      <a:pt x="4884" y="6403"/>
                      <a:pt x="4900" y="6261"/>
                    </a:cubicBezTo>
                    <a:cubicBezTo>
                      <a:pt x="4969" y="5671"/>
                      <a:pt x="5023" y="5078"/>
                      <a:pt x="5074" y="4498"/>
                    </a:cubicBezTo>
                    <a:lnTo>
                      <a:pt x="5099" y="4249"/>
                    </a:lnTo>
                    <a:cubicBezTo>
                      <a:pt x="5111" y="4119"/>
                      <a:pt x="5127" y="3984"/>
                      <a:pt x="5143" y="3854"/>
                    </a:cubicBezTo>
                    <a:cubicBezTo>
                      <a:pt x="5178" y="3564"/>
                      <a:pt x="5216" y="3264"/>
                      <a:pt x="5206" y="2965"/>
                    </a:cubicBezTo>
                    <a:cubicBezTo>
                      <a:pt x="5190" y="2532"/>
                      <a:pt x="4995" y="2151"/>
                      <a:pt x="4805" y="1832"/>
                    </a:cubicBezTo>
                    <a:cubicBezTo>
                      <a:pt x="4723" y="1693"/>
                      <a:pt x="4641" y="1564"/>
                      <a:pt x="4563" y="1441"/>
                    </a:cubicBezTo>
                    <a:cubicBezTo>
                      <a:pt x="4291" y="1015"/>
                      <a:pt x="4055" y="652"/>
                      <a:pt x="3944" y="72"/>
                    </a:cubicBezTo>
                    <a:cubicBezTo>
                      <a:pt x="3936" y="30"/>
                      <a:pt x="3896" y="1"/>
                      <a:pt x="3854" y="1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30"/>
              <p:cNvSpPr/>
              <p:nvPr/>
            </p:nvSpPr>
            <p:spPr>
              <a:xfrm>
                <a:off x="1728600" y="3073650"/>
                <a:ext cx="49000" cy="258975"/>
              </a:xfrm>
              <a:custGeom>
                <a:avLst/>
                <a:gdLst/>
                <a:ahLst/>
                <a:cxnLst/>
                <a:rect l="l" t="t" r="r" b="b"/>
                <a:pathLst>
                  <a:path w="1960" h="10359" extrusionOk="0">
                    <a:moveTo>
                      <a:pt x="1844" y="0"/>
                    </a:moveTo>
                    <a:cubicBezTo>
                      <a:pt x="1841" y="0"/>
                      <a:pt x="1837" y="1"/>
                      <a:pt x="1834" y="1"/>
                    </a:cubicBezTo>
                    <a:cubicBezTo>
                      <a:pt x="1786" y="4"/>
                      <a:pt x="1745" y="45"/>
                      <a:pt x="1752" y="99"/>
                    </a:cubicBezTo>
                    <a:cubicBezTo>
                      <a:pt x="1780" y="462"/>
                      <a:pt x="1613" y="825"/>
                      <a:pt x="1436" y="1206"/>
                    </a:cubicBezTo>
                    <a:cubicBezTo>
                      <a:pt x="1279" y="1550"/>
                      <a:pt x="1114" y="1900"/>
                      <a:pt x="1099" y="2260"/>
                    </a:cubicBezTo>
                    <a:cubicBezTo>
                      <a:pt x="1045" y="3462"/>
                      <a:pt x="900" y="4667"/>
                      <a:pt x="749" y="5787"/>
                    </a:cubicBezTo>
                    <a:lnTo>
                      <a:pt x="711" y="6083"/>
                    </a:lnTo>
                    <a:cubicBezTo>
                      <a:pt x="632" y="6664"/>
                      <a:pt x="553" y="7263"/>
                      <a:pt x="455" y="7850"/>
                    </a:cubicBezTo>
                    <a:cubicBezTo>
                      <a:pt x="414" y="8099"/>
                      <a:pt x="335" y="8361"/>
                      <a:pt x="256" y="8632"/>
                    </a:cubicBezTo>
                    <a:cubicBezTo>
                      <a:pt x="130" y="9065"/>
                      <a:pt x="1" y="9509"/>
                      <a:pt x="7" y="9942"/>
                    </a:cubicBezTo>
                    <a:cubicBezTo>
                      <a:pt x="13" y="10147"/>
                      <a:pt x="209" y="10254"/>
                      <a:pt x="392" y="10289"/>
                    </a:cubicBezTo>
                    <a:cubicBezTo>
                      <a:pt x="648" y="10336"/>
                      <a:pt x="890" y="10358"/>
                      <a:pt x="1133" y="10358"/>
                    </a:cubicBezTo>
                    <a:cubicBezTo>
                      <a:pt x="1326" y="10358"/>
                      <a:pt x="1515" y="10342"/>
                      <a:pt x="1689" y="10317"/>
                    </a:cubicBezTo>
                    <a:cubicBezTo>
                      <a:pt x="1739" y="10308"/>
                      <a:pt x="1771" y="10260"/>
                      <a:pt x="1761" y="10210"/>
                    </a:cubicBezTo>
                    <a:cubicBezTo>
                      <a:pt x="1755" y="10164"/>
                      <a:pt x="1715" y="10133"/>
                      <a:pt x="1670" y="10133"/>
                    </a:cubicBezTo>
                    <a:cubicBezTo>
                      <a:pt x="1666" y="10133"/>
                      <a:pt x="1661" y="10134"/>
                      <a:pt x="1657" y="10134"/>
                    </a:cubicBezTo>
                    <a:cubicBezTo>
                      <a:pt x="1482" y="10164"/>
                      <a:pt x="1300" y="10179"/>
                      <a:pt x="1114" y="10179"/>
                    </a:cubicBezTo>
                    <a:cubicBezTo>
                      <a:pt x="888" y="10179"/>
                      <a:pt x="654" y="10157"/>
                      <a:pt x="414" y="10112"/>
                    </a:cubicBezTo>
                    <a:cubicBezTo>
                      <a:pt x="389" y="10103"/>
                      <a:pt x="181" y="10065"/>
                      <a:pt x="178" y="9939"/>
                    </a:cubicBezTo>
                    <a:cubicBezTo>
                      <a:pt x="174" y="9532"/>
                      <a:pt x="301" y="9103"/>
                      <a:pt x="420" y="8683"/>
                    </a:cubicBezTo>
                    <a:cubicBezTo>
                      <a:pt x="499" y="8415"/>
                      <a:pt x="584" y="8143"/>
                      <a:pt x="625" y="7878"/>
                    </a:cubicBezTo>
                    <a:cubicBezTo>
                      <a:pt x="726" y="7289"/>
                      <a:pt x="805" y="6689"/>
                      <a:pt x="884" y="6106"/>
                    </a:cubicBezTo>
                    <a:lnTo>
                      <a:pt x="922" y="5809"/>
                    </a:lnTo>
                    <a:cubicBezTo>
                      <a:pt x="1073" y="4680"/>
                      <a:pt x="1222" y="3474"/>
                      <a:pt x="1279" y="2263"/>
                    </a:cubicBezTo>
                    <a:cubicBezTo>
                      <a:pt x="1294" y="1941"/>
                      <a:pt x="1449" y="1604"/>
                      <a:pt x="1597" y="1279"/>
                    </a:cubicBezTo>
                    <a:cubicBezTo>
                      <a:pt x="1780" y="891"/>
                      <a:pt x="1960" y="490"/>
                      <a:pt x="1932" y="83"/>
                    </a:cubicBezTo>
                    <a:cubicBezTo>
                      <a:pt x="1929" y="39"/>
                      <a:pt x="1890" y="0"/>
                      <a:pt x="1844" y="0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30"/>
              <p:cNvSpPr/>
              <p:nvPr/>
            </p:nvSpPr>
            <p:spPr>
              <a:xfrm>
                <a:off x="1636325" y="3153875"/>
                <a:ext cx="44600" cy="9400"/>
              </a:xfrm>
              <a:custGeom>
                <a:avLst/>
                <a:gdLst/>
                <a:ahLst/>
                <a:cxnLst/>
                <a:rect l="l" t="t" r="r" b="b"/>
                <a:pathLst>
                  <a:path w="1784" h="376" extrusionOk="0">
                    <a:moveTo>
                      <a:pt x="17" y="0"/>
                    </a:moveTo>
                    <a:lnTo>
                      <a:pt x="1" y="92"/>
                    </a:lnTo>
                    <a:lnTo>
                      <a:pt x="1077" y="284"/>
                    </a:lnTo>
                    <a:cubicBezTo>
                      <a:pt x="1307" y="329"/>
                      <a:pt x="1537" y="373"/>
                      <a:pt x="1780" y="376"/>
                    </a:cubicBezTo>
                    <a:lnTo>
                      <a:pt x="1783" y="281"/>
                    </a:lnTo>
                    <a:cubicBezTo>
                      <a:pt x="1550" y="275"/>
                      <a:pt x="1316" y="234"/>
                      <a:pt x="1092" y="193"/>
                    </a:cubicBez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30"/>
              <p:cNvSpPr/>
              <p:nvPr/>
            </p:nvSpPr>
            <p:spPr>
              <a:xfrm>
                <a:off x="1598075" y="3228800"/>
                <a:ext cx="72125" cy="19825"/>
              </a:xfrm>
              <a:custGeom>
                <a:avLst/>
                <a:gdLst/>
                <a:ahLst/>
                <a:cxnLst/>
                <a:rect l="l" t="t" r="r" b="b"/>
                <a:pathLst>
                  <a:path w="2885" h="793" extrusionOk="0">
                    <a:moveTo>
                      <a:pt x="32" y="0"/>
                    </a:moveTo>
                    <a:lnTo>
                      <a:pt x="1" y="89"/>
                    </a:lnTo>
                    <a:cubicBezTo>
                      <a:pt x="922" y="452"/>
                      <a:pt x="1890" y="688"/>
                      <a:pt x="2875" y="792"/>
                    </a:cubicBezTo>
                    <a:lnTo>
                      <a:pt x="2884" y="698"/>
                    </a:lnTo>
                    <a:cubicBezTo>
                      <a:pt x="1906" y="594"/>
                      <a:pt x="947" y="360"/>
                      <a:pt x="32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30"/>
              <p:cNvSpPr/>
              <p:nvPr/>
            </p:nvSpPr>
            <p:spPr>
              <a:xfrm>
                <a:off x="1749675" y="3262150"/>
                <a:ext cx="25400" cy="3750"/>
              </a:xfrm>
              <a:custGeom>
                <a:avLst/>
                <a:gdLst/>
                <a:ahLst/>
                <a:cxnLst/>
                <a:rect l="l" t="t" r="r" b="b"/>
                <a:pathLst>
                  <a:path w="1016" h="150" extrusionOk="0">
                    <a:moveTo>
                      <a:pt x="3" y="1"/>
                    </a:moveTo>
                    <a:lnTo>
                      <a:pt x="0" y="89"/>
                    </a:lnTo>
                    <a:lnTo>
                      <a:pt x="1010" y="149"/>
                    </a:lnTo>
                    <a:lnTo>
                      <a:pt x="1016" y="58"/>
                    </a:lnTo>
                    <a:lnTo>
                      <a:pt x="3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30"/>
              <p:cNvSpPr/>
              <p:nvPr/>
            </p:nvSpPr>
            <p:spPr>
              <a:xfrm>
                <a:off x="1762450" y="3169325"/>
                <a:ext cx="23375" cy="5950"/>
              </a:xfrm>
              <a:custGeom>
                <a:avLst/>
                <a:gdLst/>
                <a:ahLst/>
                <a:cxnLst/>
                <a:rect l="l" t="t" r="r" b="b"/>
                <a:pathLst>
                  <a:path w="935" h="238" extrusionOk="0">
                    <a:moveTo>
                      <a:pt x="25" y="1"/>
                    </a:moveTo>
                    <a:lnTo>
                      <a:pt x="0" y="89"/>
                    </a:lnTo>
                    <a:cubicBezTo>
                      <a:pt x="300" y="184"/>
                      <a:pt x="615" y="234"/>
                      <a:pt x="931" y="237"/>
                    </a:cubicBezTo>
                    <a:lnTo>
                      <a:pt x="934" y="149"/>
                    </a:lnTo>
                    <a:cubicBezTo>
                      <a:pt x="625" y="143"/>
                      <a:pt x="322" y="92"/>
                      <a:pt x="25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30"/>
              <p:cNvSpPr/>
              <p:nvPr/>
            </p:nvSpPr>
            <p:spPr>
              <a:xfrm>
                <a:off x="1488775" y="3139200"/>
                <a:ext cx="118875" cy="235225"/>
              </a:xfrm>
              <a:custGeom>
                <a:avLst/>
                <a:gdLst/>
                <a:ahLst/>
                <a:cxnLst/>
                <a:rect l="l" t="t" r="r" b="b"/>
                <a:pathLst>
                  <a:path w="4755" h="9409" extrusionOk="0">
                    <a:moveTo>
                      <a:pt x="1562" y="1"/>
                    </a:moveTo>
                    <a:cubicBezTo>
                      <a:pt x="1562" y="1"/>
                      <a:pt x="395" y="1483"/>
                      <a:pt x="196" y="2383"/>
                    </a:cubicBezTo>
                    <a:cubicBezTo>
                      <a:pt x="0" y="3282"/>
                      <a:pt x="423" y="4812"/>
                      <a:pt x="1076" y="6086"/>
                    </a:cubicBezTo>
                    <a:cubicBezTo>
                      <a:pt x="1587" y="7083"/>
                      <a:pt x="3000" y="9408"/>
                      <a:pt x="3000" y="9408"/>
                    </a:cubicBezTo>
                    <a:lnTo>
                      <a:pt x="4755" y="8231"/>
                    </a:lnTo>
                    <a:lnTo>
                      <a:pt x="3385" y="3326"/>
                    </a:lnTo>
                    <a:lnTo>
                      <a:pt x="4600" y="916"/>
                    </a:lnTo>
                    <a:lnTo>
                      <a:pt x="1562" y="1"/>
                    </a:lnTo>
                    <a:close/>
                  </a:path>
                </a:pathLst>
              </a:custGeom>
              <a:solidFill>
                <a:srgbClr val="D68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30"/>
              <p:cNvSpPr/>
              <p:nvPr/>
            </p:nvSpPr>
            <p:spPr>
              <a:xfrm>
                <a:off x="1505725" y="3049025"/>
                <a:ext cx="133400" cy="163475"/>
              </a:xfrm>
              <a:custGeom>
                <a:avLst/>
                <a:gdLst/>
                <a:ahLst/>
                <a:cxnLst/>
                <a:rect l="l" t="t" r="r" b="b"/>
                <a:pathLst>
                  <a:path w="5336" h="6539" extrusionOk="0">
                    <a:moveTo>
                      <a:pt x="5109" y="0"/>
                    </a:moveTo>
                    <a:cubicBezTo>
                      <a:pt x="4813" y="0"/>
                      <a:pt x="4665" y="51"/>
                      <a:pt x="4294" y="144"/>
                    </a:cubicBezTo>
                    <a:cubicBezTo>
                      <a:pt x="3613" y="314"/>
                      <a:pt x="2865" y="970"/>
                      <a:pt x="2389" y="1485"/>
                    </a:cubicBezTo>
                    <a:cubicBezTo>
                      <a:pt x="1912" y="2002"/>
                      <a:pt x="1" y="4576"/>
                      <a:pt x="1" y="4576"/>
                    </a:cubicBezTo>
                    <a:lnTo>
                      <a:pt x="3155" y="6538"/>
                    </a:lnTo>
                    <a:lnTo>
                      <a:pt x="5010" y="3434"/>
                    </a:lnTo>
                    <a:lnTo>
                      <a:pt x="5335" y="8"/>
                    </a:lnTo>
                    <a:cubicBezTo>
                      <a:pt x="5250" y="3"/>
                      <a:pt x="5176" y="0"/>
                      <a:pt x="510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30"/>
              <p:cNvSpPr/>
              <p:nvPr/>
            </p:nvSpPr>
            <p:spPr>
              <a:xfrm>
                <a:off x="1540125" y="3203800"/>
                <a:ext cx="34625" cy="19900"/>
              </a:xfrm>
              <a:custGeom>
                <a:avLst/>
                <a:gdLst/>
                <a:ahLst/>
                <a:cxnLst/>
                <a:rect l="l" t="t" r="r" b="b"/>
                <a:pathLst>
                  <a:path w="1385" h="796" extrusionOk="0">
                    <a:moveTo>
                      <a:pt x="19" y="0"/>
                    </a:moveTo>
                    <a:lnTo>
                      <a:pt x="0" y="89"/>
                    </a:lnTo>
                    <a:cubicBezTo>
                      <a:pt x="492" y="199"/>
                      <a:pt x="950" y="445"/>
                      <a:pt x="1322" y="795"/>
                    </a:cubicBezTo>
                    <a:lnTo>
                      <a:pt x="1385" y="729"/>
                    </a:lnTo>
                    <a:cubicBezTo>
                      <a:pt x="1000" y="370"/>
                      <a:pt x="533" y="117"/>
                      <a:pt x="19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30"/>
              <p:cNvSpPr/>
              <p:nvPr/>
            </p:nvSpPr>
            <p:spPr>
              <a:xfrm>
                <a:off x="1516375" y="3147250"/>
                <a:ext cx="78575" cy="50100"/>
              </a:xfrm>
              <a:custGeom>
                <a:avLst/>
                <a:gdLst/>
                <a:ahLst/>
                <a:cxnLst/>
                <a:rect l="l" t="t" r="r" b="b"/>
                <a:pathLst>
                  <a:path w="3143" h="2004" extrusionOk="0">
                    <a:moveTo>
                      <a:pt x="48" y="0"/>
                    </a:moveTo>
                    <a:lnTo>
                      <a:pt x="0" y="76"/>
                    </a:lnTo>
                    <a:lnTo>
                      <a:pt x="3095" y="2004"/>
                    </a:lnTo>
                    <a:lnTo>
                      <a:pt x="3143" y="1925"/>
                    </a:ln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30"/>
              <p:cNvSpPr/>
              <p:nvPr/>
            </p:nvSpPr>
            <p:spPr>
              <a:xfrm>
                <a:off x="1550450" y="3304750"/>
                <a:ext cx="83850" cy="115625"/>
              </a:xfrm>
              <a:custGeom>
                <a:avLst/>
                <a:gdLst/>
                <a:ahLst/>
                <a:cxnLst/>
                <a:rect l="l" t="t" r="r" b="b"/>
                <a:pathLst>
                  <a:path w="3354" h="4625" extrusionOk="0">
                    <a:moveTo>
                      <a:pt x="1843" y="0"/>
                    </a:moveTo>
                    <a:lnTo>
                      <a:pt x="0" y="1758"/>
                    </a:lnTo>
                    <a:cubicBezTo>
                      <a:pt x="177" y="2278"/>
                      <a:pt x="407" y="2786"/>
                      <a:pt x="726" y="3228"/>
                    </a:cubicBezTo>
                    <a:cubicBezTo>
                      <a:pt x="981" y="3578"/>
                      <a:pt x="1297" y="3887"/>
                      <a:pt x="1669" y="4098"/>
                    </a:cubicBezTo>
                    <a:cubicBezTo>
                      <a:pt x="1830" y="4190"/>
                      <a:pt x="2000" y="4263"/>
                      <a:pt x="2161" y="4357"/>
                    </a:cubicBezTo>
                    <a:cubicBezTo>
                      <a:pt x="2310" y="4442"/>
                      <a:pt x="2474" y="4534"/>
                      <a:pt x="2647" y="4553"/>
                    </a:cubicBezTo>
                    <a:cubicBezTo>
                      <a:pt x="2648" y="4553"/>
                      <a:pt x="2649" y="4553"/>
                      <a:pt x="2649" y="4553"/>
                    </a:cubicBezTo>
                    <a:cubicBezTo>
                      <a:pt x="2687" y="4553"/>
                      <a:pt x="2805" y="4477"/>
                      <a:pt x="2805" y="4477"/>
                    </a:cubicBezTo>
                    <a:cubicBezTo>
                      <a:pt x="2805" y="4477"/>
                      <a:pt x="2922" y="4569"/>
                      <a:pt x="2969" y="4600"/>
                    </a:cubicBezTo>
                    <a:cubicBezTo>
                      <a:pt x="2994" y="4617"/>
                      <a:pt x="3017" y="4625"/>
                      <a:pt x="3037" y="4625"/>
                    </a:cubicBezTo>
                    <a:cubicBezTo>
                      <a:pt x="3089" y="4625"/>
                      <a:pt x="3127" y="4576"/>
                      <a:pt x="3152" y="4505"/>
                    </a:cubicBezTo>
                    <a:cubicBezTo>
                      <a:pt x="3180" y="4430"/>
                      <a:pt x="3142" y="4345"/>
                      <a:pt x="3136" y="4263"/>
                    </a:cubicBezTo>
                    <a:lnTo>
                      <a:pt x="3136" y="4263"/>
                    </a:lnTo>
                    <a:cubicBezTo>
                      <a:pt x="3168" y="4279"/>
                      <a:pt x="3227" y="4306"/>
                      <a:pt x="3269" y="4306"/>
                    </a:cubicBezTo>
                    <a:cubicBezTo>
                      <a:pt x="3290" y="4306"/>
                      <a:pt x="3306" y="4299"/>
                      <a:pt x="3313" y="4281"/>
                    </a:cubicBezTo>
                    <a:cubicBezTo>
                      <a:pt x="3354" y="4184"/>
                      <a:pt x="3322" y="4073"/>
                      <a:pt x="3300" y="4016"/>
                    </a:cubicBezTo>
                    <a:cubicBezTo>
                      <a:pt x="3136" y="3556"/>
                      <a:pt x="2713" y="3209"/>
                      <a:pt x="2631" y="2726"/>
                    </a:cubicBezTo>
                    <a:lnTo>
                      <a:pt x="2631" y="2726"/>
                    </a:lnTo>
                    <a:cubicBezTo>
                      <a:pt x="2694" y="2783"/>
                      <a:pt x="2723" y="2865"/>
                      <a:pt x="2770" y="2938"/>
                    </a:cubicBezTo>
                    <a:cubicBezTo>
                      <a:pt x="2804" y="2987"/>
                      <a:pt x="2862" y="3029"/>
                      <a:pt x="2916" y="3029"/>
                    </a:cubicBezTo>
                    <a:cubicBezTo>
                      <a:pt x="2937" y="3029"/>
                      <a:pt x="2957" y="3022"/>
                      <a:pt x="2975" y="3007"/>
                    </a:cubicBezTo>
                    <a:cubicBezTo>
                      <a:pt x="3029" y="2966"/>
                      <a:pt x="3016" y="2878"/>
                      <a:pt x="3007" y="2808"/>
                    </a:cubicBezTo>
                    <a:cubicBezTo>
                      <a:pt x="2928" y="2401"/>
                      <a:pt x="2896" y="2158"/>
                      <a:pt x="2780" y="1761"/>
                    </a:cubicBezTo>
                    <a:cubicBezTo>
                      <a:pt x="2682" y="1411"/>
                      <a:pt x="2316" y="1089"/>
                      <a:pt x="2149" y="777"/>
                    </a:cubicBezTo>
                    <a:cubicBezTo>
                      <a:pt x="2070" y="631"/>
                      <a:pt x="1843" y="0"/>
                      <a:pt x="1843" y="0"/>
                    </a:cubicBezTo>
                    <a:close/>
                  </a:path>
                </a:pathLst>
              </a:custGeom>
              <a:solidFill>
                <a:srgbClr val="D68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30"/>
              <p:cNvSpPr/>
              <p:nvPr/>
            </p:nvSpPr>
            <p:spPr>
              <a:xfrm>
                <a:off x="1613775" y="3348750"/>
                <a:ext cx="3800" cy="24875"/>
              </a:xfrm>
              <a:custGeom>
                <a:avLst/>
                <a:gdLst/>
                <a:ahLst/>
                <a:cxnLst/>
                <a:rect l="l" t="t" r="r" b="b"/>
                <a:pathLst>
                  <a:path w="152" h="995" extrusionOk="0">
                    <a:moveTo>
                      <a:pt x="64" y="1"/>
                    </a:moveTo>
                    <a:cubicBezTo>
                      <a:pt x="4" y="329"/>
                      <a:pt x="1" y="663"/>
                      <a:pt x="54" y="995"/>
                    </a:cubicBezTo>
                    <a:lnTo>
                      <a:pt x="146" y="979"/>
                    </a:lnTo>
                    <a:cubicBezTo>
                      <a:pt x="95" y="657"/>
                      <a:pt x="98" y="332"/>
                      <a:pt x="152" y="17"/>
                    </a:cubicBezTo>
                    <a:lnTo>
                      <a:pt x="64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30"/>
              <p:cNvSpPr/>
              <p:nvPr/>
            </p:nvSpPr>
            <p:spPr>
              <a:xfrm>
                <a:off x="1601625" y="3376925"/>
                <a:ext cx="28425" cy="34875"/>
              </a:xfrm>
              <a:custGeom>
                <a:avLst/>
                <a:gdLst/>
                <a:ahLst/>
                <a:cxnLst/>
                <a:rect l="l" t="t" r="r" b="b"/>
                <a:pathLst>
                  <a:path w="1137" h="1395" extrusionOk="0">
                    <a:moveTo>
                      <a:pt x="83" y="0"/>
                    </a:moveTo>
                    <a:lnTo>
                      <a:pt x="1" y="38"/>
                    </a:lnTo>
                    <a:cubicBezTo>
                      <a:pt x="203" y="480"/>
                      <a:pt x="543" y="909"/>
                      <a:pt x="1077" y="1394"/>
                    </a:cubicBezTo>
                    <a:lnTo>
                      <a:pt x="1136" y="1328"/>
                    </a:lnTo>
                    <a:cubicBezTo>
                      <a:pt x="613" y="849"/>
                      <a:pt x="275" y="429"/>
                      <a:pt x="83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30"/>
              <p:cNvSpPr/>
              <p:nvPr/>
            </p:nvSpPr>
            <p:spPr>
              <a:xfrm>
                <a:off x="1590275" y="3381500"/>
                <a:ext cx="31250" cy="35425"/>
              </a:xfrm>
              <a:custGeom>
                <a:avLst/>
                <a:gdLst/>
                <a:ahLst/>
                <a:cxnLst/>
                <a:rect l="l" t="t" r="r" b="b"/>
                <a:pathLst>
                  <a:path w="1250" h="1417" extrusionOk="0">
                    <a:moveTo>
                      <a:pt x="79" y="0"/>
                    </a:moveTo>
                    <a:lnTo>
                      <a:pt x="0" y="44"/>
                    </a:lnTo>
                    <a:cubicBezTo>
                      <a:pt x="259" y="533"/>
                      <a:pt x="493" y="893"/>
                      <a:pt x="862" y="1167"/>
                    </a:cubicBezTo>
                    <a:cubicBezTo>
                      <a:pt x="978" y="1256"/>
                      <a:pt x="1196" y="1417"/>
                      <a:pt x="1199" y="1417"/>
                    </a:cubicBezTo>
                    <a:lnTo>
                      <a:pt x="1250" y="1341"/>
                    </a:lnTo>
                    <a:cubicBezTo>
                      <a:pt x="1247" y="1341"/>
                      <a:pt x="1029" y="1180"/>
                      <a:pt x="912" y="1095"/>
                    </a:cubicBezTo>
                    <a:cubicBezTo>
                      <a:pt x="556" y="830"/>
                      <a:pt x="332" y="480"/>
                      <a:pt x="79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30"/>
              <p:cNvSpPr/>
              <p:nvPr/>
            </p:nvSpPr>
            <p:spPr>
              <a:xfrm>
                <a:off x="1578050" y="3385050"/>
                <a:ext cx="33625" cy="32975"/>
              </a:xfrm>
              <a:custGeom>
                <a:avLst/>
                <a:gdLst/>
                <a:ahLst/>
                <a:cxnLst/>
                <a:rect l="l" t="t" r="r" b="b"/>
                <a:pathLst>
                  <a:path w="1345" h="1319" extrusionOk="0">
                    <a:moveTo>
                      <a:pt x="76" y="0"/>
                    </a:moveTo>
                    <a:lnTo>
                      <a:pt x="0" y="54"/>
                    </a:lnTo>
                    <a:cubicBezTo>
                      <a:pt x="130" y="249"/>
                      <a:pt x="269" y="454"/>
                      <a:pt x="439" y="628"/>
                    </a:cubicBezTo>
                    <a:cubicBezTo>
                      <a:pt x="666" y="861"/>
                      <a:pt x="1272" y="1300"/>
                      <a:pt x="1294" y="1319"/>
                    </a:cubicBezTo>
                    <a:lnTo>
                      <a:pt x="1344" y="1246"/>
                    </a:lnTo>
                    <a:cubicBezTo>
                      <a:pt x="1341" y="1243"/>
                      <a:pt x="726" y="795"/>
                      <a:pt x="502" y="565"/>
                    </a:cubicBezTo>
                    <a:cubicBezTo>
                      <a:pt x="335" y="401"/>
                      <a:pt x="206" y="196"/>
                      <a:pt x="76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30"/>
              <p:cNvSpPr/>
              <p:nvPr/>
            </p:nvSpPr>
            <p:spPr>
              <a:xfrm>
                <a:off x="1583500" y="3146375"/>
                <a:ext cx="417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670" h="2667" extrusionOk="0">
                    <a:moveTo>
                      <a:pt x="1590" y="1"/>
                    </a:moveTo>
                    <a:lnTo>
                      <a:pt x="0" y="2619"/>
                    </a:lnTo>
                    <a:lnTo>
                      <a:pt x="79" y="2667"/>
                    </a:lnTo>
                    <a:lnTo>
                      <a:pt x="1669" y="48"/>
                    </a:lnTo>
                    <a:lnTo>
                      <a:pt x="1590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4" name="Google Shape;294;p30"/>
            <p:cNvGrpSpPr/>
            <p:nvPr/>
          </p:nvGrpSpPr>
          <p:grpSpPr>
            <a:xfrm>
              <a:off x="7708646" y="1024616"/>
              <a:ext cx="454840" cy="3643186"/>
              <a:chOff x="3075525" y="3637175"/>
              <a:chExt cx="149000" cy="1193550"/>
            </a:xfrm>
          </p:grpSpPr>
          <p:sp>
            <p:nvSpPr>
              <p:cNvPr id="295" name="Google Shape;295;p30"/>
              <p:cNvSpPr/>
              <p:nvPr/>
            </p:nvSpPr>
            <p:spPr>
              <a:xfrm>
                <a:off x="3090425" y="3675125"/>
                <a:ext cx="119900" cy="114775"/>
              </a:xfrm>
              <a:custGeom>
                <a:avLst/>
                <a:gdLst/>
                <a:ahLst/>
                <a:cxnLst/>
                <a:rect l="l" t="t" r="r" b="b"/>
                <a:pathLst>
                  <a:path w="4796" h="4591" extrusionOk="0">
                    <a:moveTo>
                      <a:pt x="0" y="0"/>
                    </a:moveTo>
                    <a:lnTo>
                      <a:pt x="868" y="4590"/>
                    </a:lnTo>
                    <a:lnTo>
                      <a:pt x="3928" y="4590"/>
                    </a:lnTo>
                    <a:lnTo>
                      <a:pt x="4796" y="0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30"/>
              <p:cNvSpPr/>
              <p:nvPr/>
            </p:nvSpPr>
            <p:spPr>
              <a:xfrm>
                <a:off x="3075525" y="3666450"/>
                <a:ext cx="149000" cy="17375"/>
              </a:xfrm>
              <a:custGeom>
                <a:avLst/>
                <a:gdLst/>
                <a:ahLst/>
                <a:cxnLst/>
                <a:rect l="l" t="t" r="r" b="b"/>
                <a:pathLst>
                  <a:path w="5960" h="695" extrusionOk="0">
                    <a:moveTo>
                      <a:pt x="347" y="0"/>
                    </a:moveTo>
                    <a:cubicBezTo>
                      <a:pt x="155" y="0"/>
                      <a:pt x="0" y="152"/>
                      <a:pt x="0" y="347"/>
                    </a:cubicBezTo>
                    <a:cubicBezTo>
                      <a:pt x="0" y="540"/>
                      <a:pt x="155" y="694"/>
                      <a:pt x="347" y="694"/>
                    </a:cubicBezTo>
                    <a:lnTo>
                      <a:pt x="5609" y="694"/>
                    </a:lnTo>
                    <a:cubicBezTo>
                      <a:pt x="5802" y="694"/>
                      <a:pt x="5959" y="540"/>
                      <a:pt x="5956" y="347"/>
                    </a:cubicBezTo>
                    <a:cubicBezTo>
                      <a:pt x="5956" y="152"/>
                      <a:pt x="5802" y="0"/>
                      <a:pt x="5609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30"/>
              <p:cNvSpPr/>
              <p:nvPr/>
            </p:nvSpPr>
            <p:spPr>
              <a:xfrm>
                <a:off x="3100525" y="3781200"/>
                <a:ext cx="99150" cy="17375"/>
              </a:xfrm>
              <a:custGeom>
                <a:avLst/>
                <a:gdLst/>
                <a:ahLst/>
                <a:cxnLst/>
                <a:rect l="l" t="t" r="r" b="b"/>
                <a:pathLst>
                  <a:path w="3966" h="695" extrusionOk="0">
                    <a:moveTo>
                      <a:pt x="347" y="0"/>
                    </a:moveTo>
                    <a:cubicBezTo>
                      <a:pt x="152" y="0"/>
                      <a:pt x="0" y="155"/>
                      <a:pt x="0" y="347"/>
                    </a:cubicBezTo>
                    <a:cubicBezTo>
                      <a:pt x="0" y="540"/>
                      <a:pt x="152" y="694"/>
                      <a:pt x="347" y="694"/>
                    </a:cubicBezTo>
                    <a:lnTo>
                      <a:pt x="3619" y="694"/>
                    </a:lnTo>
                    <a:cubicBezTo>
                      <a:pt x="3808" y="694"/>
                      <a:pt x="3966" y="540"/>
                      <a:pt x="3966" y="347"/>
                    </a:cubicBezTo>
                    <a:cubicBezTo>
                      <a:pt x="3966" y="155"/>
                      <a:pt x="3814" y="0"/>
                      <a:pt x="3619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30"/>
              <p:cNvSpPr/>
              <p:nvPr/>
            </p:nvSpPr>
            <p:spPr>
              <a:xfrm>
                <a:off x="3113225" y="3637175"/>
                <a:ext cx="75175" cy="31975"/>
              </a:xfrm>
              <a:custGeom>
                <a:avLst/>
                <a:gdLst/>
                <a:ahLst/>
                <a:cxnLst/>
                <a:rect l="l" t="t" r="r" b="b"/>
                <a:pathLst>
                  <a:path w="3007" h="1279" extrusionOk="0">
                    <a:moveTo>
                      <a:pt x="1278" y="1"/>
                    </a:moveTo>
                    <a:cubicBezTo>
                      <a:pt x="571" y="1"/>
                      <a:pt x="0" y="572"/>
                      <a:pt x="0" y="1278"/>
                    </a:cubicBezTo>
                    <a:lnTo>
                      <a:pt x="3000" y="1278"/>
                    </a:lnTo>
                    <a:cubicBezTo>
                      <a:pt x="3007" y="569"/>
                      <a:pt x="2432" y="1"/>
                      <a:pt x="1729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30"/>
              <p:cNvSpPr/>
              <p:nvPr/>
            </p:nvSpPr>
            <p:spPr>
              <a:xfrm>
                <a:off x="3144600" y="3659350"/>
                <a:ext cx="12400" cy="131650"/>
              </a:xfrm>
              <a:custGeom>
                <a:avLst/>
                <a:gdLst/>
                <a:ahLst/>
                <a:cxnLst/>
                <a:rect l="l" t="t" r="r" b="b"/>
                <a:pathLst>
                  <a:path w="496" h="5266" extrusionOk="0">
                    <a:moveTo>
                      <a:pt x="1" y="0"/>
                    </a:moveTo>
                    <a:lnTo>
                      <a:pt x="1" y="5265"/>
                    </a:lnTo>
                    <a:lnTo>
                      <a:pt x="496" y="5265"/>
                    </a:lnTo>
                    <a:lnTo>
                      <a:pt x="496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30"/>
              <p:cNvSpPr/>
              <p:nvPr/>
            </p:nvSpPr>
            <p:spPr>
              <a:xfrm>
                <a:off x="3138850" y="3790975"/>
                <a:ext cx="26375" cy="828375"/>
              </a:xfrm>
              <a:custGeom>
                <a:avLst/>
                <a:gdLst/>
                <a:ahLst/>
                <a:cxnLst/>
                <a:rect l="l" t="t" r="r" b="b"/>
                <a:pathLst>
                  <a:path w="1055" h="33135" extrusionOk="0">
                    <a:moveTo>
                      <a:pt x="0" y="0"/>
                    </a:moveTo>
                    <a:lnTo>
                      <a:pt x="0" y="33135"/>
                    </a:lnTo>
                    <a:lnTo>
                      <a:pt x="1054" y="33135"/>
                    </a:lnTo>
                    <a:lnTo>
                      <a:pt x="1054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30"/>
              <p:cNvSpPr/>
              <p:nvPr/>
            </p:nvSpPr>
            <p:spPr>
              <a:xfrm>
                <a:off x="3123075" y="4593150"/>
                <a:ext cx="55850" cy="237575"/>
              </a:xfrm>
              <a:custGeom>
                <a:avLst/>
                <a:gdLst/>
                <a:ahLst/>
                <a:cxnLst/>
                <a:rect l="l" t="t" r="r" b="b"/>
                <a:pathLst>
                  <a:path w="2234" h="9503" extrusionOk="0">
                    <a:moveTo>
                      <a:pt x="1117" y="0"/>
                    </a:moveTo>
                    <a:cubicBezTo>
                      <a:pt x="502" y="0"/>
                      <a:pt x="0" y="502"/>
                      <a:pt x="0" y="1117"/>
                    </a:cubicBezTo>
                    <a:lnTo>
                      <a:pt x="0" y="9502"/>
                    </a:lnTo>
                    <a:lnTo>
                      <a:pt x="2228" y="9502"/>
                    </a:lnTo>
                    <a:lnTo>
                      <a:pt x="2228" y="1117"/>
                    </a:lnTo>
                    <a:cubicBezTo>
                      <a:pt x="2234" y="496"/>
                      <a:pt x="1732" y="0"/>
                      <a:pt x="1117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2" name="Google Shape;302;p30"/>
            <p:cNvGrpSpPr/>
            <p:nvPr/>
          </p:nvGrpSpPr>
          <p:grpSpPr>
            <a:xfrm>
              <a:off x="6073645" y="3286398"/>
              <a:ext cx="1337232" cy="1432588"/>
              <a:chOff x="4338900" y="2999475"/>
              <a:chExt cx="461725" cy="494650"/>
            </a:xfrm>
          </p:grpSpPr>
          <p:sp>
            <p:nvSpPr>
              <p:cNvPr id="303" name="Google Shape;303;p30"/>
              <p:cNvSpPr/>
              <p:nvPr/>
            </p:nvSpPr>
            <p:spPr>
              <a:xfrm>
                <a:off x="4338900" y="3254775"/>
                <a:ext cx="461725" cy="232850"/>
              </a:xfrm>
              <a:custGeom>
                <a:avLst/>
                <a:gdLst/>
                <a:ahLst/>
                <a:cxnLst/>
                <a:rect l="l" t="t" r="r" b="b"/>
                <a:pathLst>
                  <a:path w="18469" h="9314" extrusionOk="0">
                    <a:moveTo>
                      <a:pt x="8646" y="0"/>
                    </a:moveTo>
                    <a:cubicBezTo>
                      <a:pt x="8298" y="0"/>
                      <a:pt x="7952" y="28"/>
                      <a:pt x="7604" y="69"/>
                    </a:cubicBezTo>
                    <a:cubicBezTo>
                      <a:pt x="7288" y="110"/>
                      <a:pt x="6979" y="157"/>
                      <a:pt x="6673" y="255"/>
                    </a:cubicBezTo>
                    <a:cubicBezTo>
                      <a:pt x="5149" y="744"/>
                      <a:pt x="4077" y="2037"/>
                      <a:pt x="3502" y="3485"/>
                    </a:cubicBezTo>
                    <a:cubicBezTo>
                      <a:pt x="3225" y="4192"/>
                      <a:pt x="2957" y="4921"/>
                      <a:pt x="2865" y="5675"/>
                    </a:cubicBezTo>
                    <a:cubicBezTo>
                      <a:pt x="2663" y="7353"/>
                      <a:pt x="2209" y="6833"/>
                      <a:pt x="1998" y="7489"/>
                    </a:cubicBezTo>
                    <a:cubicBezTo>
                      <a:pt x="1651" y="8549"/>
                      <a:pt x="1130" y="8006"/>
                      <a:pt x="1" y="8965"/>
                    </a:cubicBezTo>
                    <a:cubicBezTo>
                      <a:pt x="41" y="8964"/>
                      <a:pt x="81" y="8964"/>
                      <a:pt x="120" y="8964"/>
                    </a:cubicBezTo>
                    <a:cubicBezTo>
                      <a:pt x="942" y="8964"/>
                      <a:pt x="1258" y="9136"/>
                      <a:pt x="1774" y="9136"/>
                    </a:cubicBezTo>
                    <a:cubicBezTo>
                      <a:pt x="2004" y="9136"/>
                      <a:pt x="2273" y="9102"/>
                      <a:pt x="2644" y="9003"/>
                    </a:cubicBezTo>
                    <a:cubicBezTo>
                      <a:pt x="3270" y="8834"/>
                      <a:pt x="3846" y="8467"/>
                      <a:pt x="4495" y="8467"/>
                    </a:cubicBezTo>
                    <a:cubicBezTo>
                      <a:pt x="4501" y="8467"/>
                      <a:pt x="4506" y="8467"/>
                      <a:pt x="4512" y="8467"/>
                    </a:cubicBezTo>
                    <a:cubicBezTo>
                      <a:pt x="5300" y="8473"/>
                      <a:pt x="5998" y="9017"/>
                      <a:pt x="6769" y="9017"/>
                    </a:cubicBezTo>
                    <a:cubicBezTo>
                      <a:pt x="6809" y="9017"/>
                      <a:pt x="6850" y="9016"/>
                      <a:pt x="6891" y="9012"/>
                    </a:cubicBezTo>
                    <a:cubicBezTo>
                      <a:pt x="7446" y="8971"/>
                      <a:pt x="7932" y="8628"/>
                      <a:pt x="8487" y="8568"/>
                    </a:cubicBezTo>
                    <a:cubicBezTo>
                      <a:pt x="8545" y="8562"/>
                      <a:pt x="8603" y="8559"/>
                      <a:pt x="8660" y="8559"/>
                    </a:cubicBezTo>
                    <a:cubicBezTo>
                      <a:pt x="9218" y="8559"/>
                      <a:pt x="9750" y="8817"/>
                      <a:pt x="10285" y="8975"/>
                    </a:cubicBezTo>
                    <a:cubicBezTo>
                      <a:pt x="10948" y="9164"/>
                      <a:pt x="11654" y="9199"/>
                      <a:pt x="12351" y="9230"/>
                    </a:cubicBezTo>
                    <a:cubicBezTo>
                      <a:pt x="13338" y="9276"/>
                      <a:pt x="14319" y="9313"/>
                      <a:pt x="15299" y="9313"/>
                    </a:cubicBezTo>
                    <a:cubicBezTo>
                      <a:pt x="16289" y="9313"/>
                      <a:pt x="17279" y="9275"/>
                      <a:pt x="18273" y="9167"/>
                    </a:cubicBezTo>
                    <a:cubicBezTo>
                      <a:pt x="18339" y="9161"/>
                      <a:pt x="18418" y="9145"/>
                      <a:pt x="18449" y="9085"/>
                    </a:cubicBezTo>
                    <a:cubicBezTo>
                      <a:pt x="18468" y="9044"/>
                      <a:pt x="18462" y="8997"/>
                      <a:pt x="18446" y="8956"/>
                    </a:cubicBezTo>
                    <a:cubicBezTo>
                      <a:pt x="18320" y="8568"/>
                      <a:pt x="17819" y="8460"/>
                      <a:pt x="17566" y="8145"/>
                    </a:cubicBezTo>
                    <a:cubicBezTo>
                      <a:pt x="17408" y="7949"/>
                      <a:pt x="17358" y="7684"/>
                      <a:pt x="17200" y="7489"/>
                    </a:cubicBezTo>
                    <a:cubicBezTo>
                      <a:pt x="17020" y="7262"/>
                      <a:pt x="16736" y="7157"/>
                      <a:pt x="16475" y="7038"/>
                    </a:cubicBezTo>
                    <a:cubicBezTo>
                      <a:pt x="16200" y="6915"/>
                      <a:pt x="15850" y="6691"/>
                      <a:pt x="15758" y="6388"/>
                    </a:cubicBezTo>
                    <a:cubicBezTo>
                      <a:pt x="16541" y="5839"/>
                      <a:pt x="16964" y="4990"/>
                      <a:pt x="16954" y="4034"/>
                    </a:cubicBezTo>
                    <a:cubicBezTo>
                      <a:pt x="16951" y="3110"/>
                      <a:pt x="16585" y="2227"/>
                      <a:pt x="16128" y="1425"/>
                    </a:cubicBezTo>
                    <a:lnTo>
                      <a:pt x="13903" y="1643"/>
                    </a:lnTo>
                    <a:cubicBezTo>
                      <a:pt x="12285" y="943"/>
                      <a:pt x="10670" y="81"/>
                      <a:pt x="8906" y="6"/>
                    </a:cubicBezTo>
                    <a:cubicBezTo>
                      <a:pt x="8819" y="2"/>
                      <a:pt x="8732" y="0"/>
                      <a:pt x="8646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30"/>
              <p:cNvSpPr/>
              <p:nvPr/>
            </p:nvSpPr>
            <p:spPr>
              <a:xfrm>
                <a:off x="4398300" y="3450950"/>
                <a:ext cx="89300" cy="35225"/>
              </a:xfrm>
              <a:custGeom>
                <a:avLst/>
                <a:gdLst/>
                <a:ahLst/>
                <a:cxnLst/>
                <a:rect l="l" t="t" r="r" b="b"/>
                <a:pathLst>
                  <a:path w="3572" h="1409" extrusionOk="0">
                    <a:moveTo>
                      <a:pt x="1639" y="1"/>
                    </a:moveTo>
                    <a:cubicBezTo>
                      <a:pt x="1596" y="1"/>
                      <a:pt x="1554" y="2"/>
                      <a:pt x="1511" y="5"/>
                    </a:cubicBezTo>
                    <a:cubicBezTo>
                      <a:pt x="1060" y="30"/>
                      <a:pt x="742" y="257"/>
                      <a:pt x="360" y="497"/>
                    </a:cubicBezTo>
                    <a:cubicBezTo>
                      <a:pt x="227" y="579"/>
                      <a:pt x="76" y="670"/>
                      <a:pt x="35" y="831"/>
                    </a:cubicBezTo>
                    <a:cubicBezTo>
                      <a:pt x="0" y="976"/>
                      <a:pt x="76" y="1134"/>
                      <a:pt x="180" y="1225"/>
                    </a:cubicBezTo>
                    <a:cubicBezTo>
                      <a:pt x="287" y="1317"/>
                      <a:pt x="426" y="1352"/>
                      <a:pt x="559" y="1371"/>
                    </a:cubicBezTo>
                    <a:cubicBezTo>
                      <a:pt x="723" y="1398"/>
                      <a:pt x="889" y="1409"/>
                      <a:pt x="1056" y="1409"/>
                    </a:cubicBezTo>
                    <a:cubicBezTo>
                      <a:pt x="1255" y="1409"/>
                      <a:pt x="1455" y="1393"/>
                      <a:pt x="1653" y="1371"/>
                    </a:cubicBezTo>
                    <a:cubicBezTo>
                      <a:pt x="2208" y="1314"/>
                      <a:pt x="3029" y="1156"/>
                      <a:pt x="3571" y="1008"/>
                    </a:cubicBezTo>
                    <a:cubicBezTo>
                      <a:pt x="3325" y="714"/>
                      <a:pt x="3003" y="449"/>
                      <a:pt x="2682" y="273"/>
                    </a:cubicBezTo>
                    <a:cubicBezTo>
                      <a:pt x="2357" y="95"/>
                      <a:pt x="1998" y="1"/>
                      <a:pt x="1639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30"/>
              <p:cNvSpPr/>
              <p:nvPr/>
            </p:nvSpPr>
            <p:spPr>
              <a:xfrm>
                <a:off x="4517225" y="3455750"/>
                <a:ext cx="98925" cy="38375"/>
              </a:xfrm>
              <a:custGeom>
                <a:avLst/>
                <a:gdLst/>
                <a:ahLst/>
                <a:cxnLst/>
                <a:rect l="l" t="t" r="r" b="b"/>
                <a:pathLst>
                  <a:path w="3957" h="1535" extrusionOk="0">
                    <a:moveTo>
                      <a:pt x="1785" y="0"/>
                    </a:moveTo>
                    <a:cubicBezTo>
                      <a:pt x="1739" y="0"/>
                      <a:pt x="1693" y="2"/>
                      <a:pt x="1647" y="5"/>
                    </a:cubicBezTo>
                    <a:cubicBezTo>
                      <a:pt x="1158" y="33"/>
                      <a:pt x="811" y="279"/>
                      <a:pt x="392" y="541"/>
                    </a:cubicBezTo>
                    <a:cubicBezTo>
                      <a:pt x="250" y="633"/>
                      <a:pt x="86" y="731"/>
                      <a:pt x="41" y="907"/>
                    </a:cubicBezTo>
                    <a:cubicBezTo>
                      <a:pt x="0" y="1065"/>
                      <a:pt x="79" y="1238"/>
                      <a:pt x="199" y="1336"/>
                    </a:cubicBezTo>
                    <a:cubicBezTo>
                      <a:pt x="316" y="1437"/>
                      <a:pt x="464" y="1472"/>
                      <a:pt x="609" y="1494"/>
                    </a:cubicBezTo>
                    <a:cubicBezTo>
                      <a:pt x="789" y="1523"/>
                      <a:pt x="970" y="1535"/>
                      <a:pt x="1151" y="1535"/>
                    </a:cubicBezTo>
                    <a:cubicBezTo>
                      <a:pt x="1366" y="1535"/>
                      <a:pt x="1581" y="1518"/>
                      <a:pt x="1796" y="1494"/>
                    </a:cubicBezTo>
                    <a:cubicBezTo>
                      <a:pt x="2401" y="1431"/>
                      <a:pt x="3367" y="1254"/>
                      <a:pt x="3956" y="1097"/>
                    </a:cubicBezTo>
                    <a:cubicBezTo>
                      <a:pt x="3688" y="775"/>
                      <a:pt x="3272" y="491"/>
                      <a:pt x="2922" y="295"/>
                    </a:cubicBezTo>
                    <a:cubicBezTo>
                      <a:pt x="2569" y="106"/>
                      <a:pt x="2174" y="0"/>
                      <a:pt x="1785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30"/>
              <p:cNvSpPr/>
              <p:nvPr/>
            </p:nvSpPr>
            <p:spPr>
              <a:xfrm>
                <a:off x="4699500" y="3341575"/>
                <a:ext cx="33775" cy="72675"/>
              </a:xfrm>
              <a:custGeom>
                <a:avLst/>
                <a:gdLst/>
                <a:ahLst/>
                <a:cxnLst/>
                <a:rect l="l" t="t" r="r" b="b"/>
                <a:pathLst>
                  <a:path w="1351" h="2907" extrusionOk="0">
                    <a:moveTo>
                      <a:pt x="69" y="1"/>
                    </a:moveTo>
                    <a:lnTo>
                      <a:pt x="0" y="54"/>
                    </a:lnTo>
                    <a:cubicBezTo>
                      <a:pt x="451" y="629"/>
                      <a:pt x="704" y="1326"/>
                      <a:pt x="946" y="2004"/>
                    </a:cubicBezTo>
                    <a:lnTo>
                      <a:pt x="1268" y="2906"/>
                    </a:lnTo>
                    <a:lnTo>
                      <a:pt x="1350" y="2878"/>
                    </a:lnTo>
                    <a:lnTo>
                      <a:pt x="1028" y="1976"/>
                    </a:lnTo>
                    <a:cubicBezTo>
                      <a:pt x="782" y="1294"/>
                      <a:pt x="530" y="584"/>
                      <a:pt x="69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30"/>
              <p:cNvSpPr/>
              <p:nvPr/>
            </p:nvSpPr>
            <p:spPr>
              <a:xfrm>
                <a:off x="4552400" y="3439900"/>
                <a:ext cx="146325" cy="30100"/>
              </a:xfrm>
              <a:custGeom>
                <a:avLst/>
                <a:gdLst/>
                <a:ahLst/>
                <a:cxnLst/>
                <a:rect l="l" t="t" r="r" b="b"/>
                <a:pathLst>
                  <a:path w="5853" h="1204" extrusionOk="0">
                    <a:moveTo>
                      <a:pt x="1542" y="0"/>
                    </a:moveTo>
                    <a:cubicBezTo>
                      <a:pt x="1261" y="0"/>
                      <a:pt x="986" y="77"/>
                      <a:pt x="742" y="147"/>
                    </a:cubicBezTo>
                    <a:cubicBezTo>
                      <a:pt x="493" y="213"/>
                      <a:pt x="243" y="282"/>
                      <a:pt x="0" y="355"/>
                    </a:cubicBezTo>
                    <a:lnTo>
                      <a:pt x="23" y="440"/>
                    </a:lnTo>
                    <a:cubicBezTo>
                      <a:pt x="269" y="371"/>
                      <a:pt x="515" y="298"/>
                      <a:pt x="761" y="232"/>
                    </a:cubicBezTo>
                    <a:cubicBezTo>
                      <a:pt x="1002" y="165"/>
                      <a:pt x="1274" y="90"/>
                      <a:pt x="1544" y="90"/>
                    </a:cubicBezTo>
                    <a:cubicBezTo>
                      <a:pt x="1578" y="90"/>
                      <a:pt x="1611" y="91"/>
                      <a:pt x="1644" y="93"/>
                    </a:cubicBezTo>
                    <a:cubicBezTo>
                      <a:pt x="1944" y="115"/>
                      <a:pt x="2231" y="241"/>
                      <a:pt x="2508" y="358"/>
                    </a:cubicBezTo>
                    <a:cubicBezTo>
                      <a:pt x="2562" y="377"/>
                      <a:pt x="2613" y="402"/>
                      <a:pt x="2669" y="424"/>
                    </a:cubicBezTo>
                    <a:cubicBezTo>
                      <a:pt x="3679" y="847"/>
                      <a:pt x="4770" y="1030"/>
                      <a:pt x="5827" y="1204"/>
                    </a:cubicBezTo>
                    <a:lnTo>
                      <a:pt x="5852" y="1112"/>
                    </a:lnTo>
                    <a:cubicBezTo>
                      <a:pt x="4799" y="939"/>
                      <a:pt x="3714" y="762"/>
                      <a:pt x="2714" y="342"/>
                    </a:cubicBezTo>
                    <a:cubicBezTo>
                      <a:pt x="2657" y="323"/>
                      <a:pt x="2606" y="298"/>
                      <a:pt x="2549" y="276"/>
                    </a:cubicBezTo>
                    <a:cubicBezTo>
                      <a:pt x="2266" y="153"/>
                      <a:pt x="1972" y="27"/>
                      <a:pt x="1657" y="5"/>
                    </a:cubicBezTo>
                    <a:cubicBezTo>
                      <a:pt x="1618" y="2"/>
                      <a:pt x="1580" y="0"/>
                      <a:pt x="1542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30"/>
              <p:cNvSpPr/>
              <p:nvPr/>
            </p:nvSpPr>
            <p:spPr>
              <a:xfrm>
                <a:off x="4538275" y="3317300"/>
                <a:ext cx="43400" cy="111300"/>
              </a:xfrm>
              <a:custGeom>
                <a:avLst/>
                <a:gdLst/>
                <a:ahLst/>
                <a:cxnLst/>
                <a:rect l="l" t="t" r="r" b="b"/>
                <a:pathLst>
                  <a:path w="1736" h="4452" extrusionOk="0">
                    <a:moveTo>
                      <a:pt x="1648" y="0"/>
                    </a:moveTo>
                    <a:cubicBezTo>
                      <a:pt x="1499" y="596"/>
                      <a:pt x="1436" y="1076"/>
                      <a:pt x="1376" y="1495"/>
                    </a:cubicBezTo>
                    <a:cubicBezTo>
                      <a:pt x="1234" y="2518"/>
                      <a:pt x="1140" y="3193"/>
                      <a:pt x="1" y="4388"/>
                    </a:cubicBezTo>
                    <a:lnTo>
                      <a:pt x="67" y="4451"/>
                    </a:lnTo>
                    <a:cubicBezTo>
                      <a:pt x="1231" y="3237"/>
                      <a:pt x="1326" y="2549"/>
                      <a:pt x="1468" y="1508"/>
                    </a:cubicBezTo>
                    <a:cubicBezTo>
                      <a:pt x="1521" y="1088"/>
                      <a:pt x="1591" y="615"/>
                      <a:pt x="1736" y="25"/>
                    </a:cubicBezTo>
                    <a:lnTo>
                      <a:pt x="1648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30"/>
              <p:cNvSpPr/>
              <p:nvPr/>
            </p:nvSpPr>
            <p:spPr>
              <a:xfrm>
                <a:off x="4421550" y="3117125"/>
                <a:ext cx="175525" cy="235200"/>
              </a:xfrm>
              <a:custGeom>
                <a:avLst/>
                <a:gdLst/>
                <a:ahLst/>
                <a:cxnLst/>
                <a:rect l="l" t="t" r="r" b="b"/>
                <a:pathLst>
                  <a:path w="7021" h="9408" extrusionOk="0">
                    <a:moveTo>
                      <a:pt x="6045" y="0"/>
                    </a:moveTo>
                    <a:cubicBezTo>
                      <a:pt x="5345" y="67"/>
                      <a:pt x="4597" y="158"/>
                      <a:pt x="4042" y="666"/>
                    </a:cubicBezTo>
                    <a:cubicBezTo>
                      <a:pt x="3553" y="1120"/>
                      <a:pt x="3288" y="1830"/>
                      <a:pt x="3048" y="2508"/>
                    </a:cubicBezTo>
                    <a:cubicBezTo>
                      <a:pt x="2925" y="2852"/>
                      <a:pt x="2843" y="3221"/>
                      <a:pt x="2635" y="3499"/>
                    </a:cubicBezTo>
                    <a:cubicBezTo>
                      <a:pt x="2383" y="3833"/>
                      <a:pt x="2118" y="4155"/>
                      <a:pt x="1859" y="4483"/>
                    </a:cubicBezTo>
                    <a:cubicBezTo>
                      <a:pt x="1578" y="4840"/>
                      <a:pt x="1297" y="5193"/>
                      <a:pt x="1077" y="5603"/>
                    </a:cubicBezTo>
                    <a:cubicBezTo>
                      <a:pt x="786" y="6152"/>
                      <a:pt x="606" y="6770"/>
                      <a:pt x="439" y="7386"/>
                    </a:cubicBezTo>
                    <a:cubicBezTo>
                      <a:pt x="256" y="8042"/>
                      <a:pt x="32" y="8726"/>
                      <a:pt x="1" y="9408"/>
                    </a:cubicBezTo>
                    <a:cubicBezTo>
                      <a:pt x="155" y="9215"/>
                      <a:pt x="291" y="9073"/>
                      <a:pt x="417" y="8853"/>
                    </a:cubicBezTo>
                    <a:cubicBezTo>
                      <a:pt x="556" y="8616"/>
                      <a:pt x="726" y="8395"/>
                      <a:pt x="960" y="8241"/>
                    </a:cubicBezTo>
                    <a:cubicBezTo>
                      <a:pt x="1228" y="8067"/>
                      <a:pt x="1547" y="8010"/>
                      <a:pt x="1849" y="7903"/>
                    </a:cubicBezTo>
                    <a:cubicBezTo>
                      <a:pt x="2496" y="7673"/>
                      <a:pt x="3048" y="7222"/>
                      <a:pt x="3468" y="6676"/>
                    </a:cubicBezTo>
                    <a:cubicBezTo>
                      <a:pt x="3900" y="6108"/>
                      <a:pt x="4070" y="5423"/>
                      <a:pt x="4446" y="4840"/>
                    </a:cubicBezTo>
                    <a:cubicBezTo>
                      <a:pt x="4834" y="4231"/>
                      <a:pt x="5149" y="3562"/>
                      <a:pt x="5600" y="2994"/>
                    </a:cubicBezTo>
                    <a:cubicBezTo>
                      <a:pt x="5944" y="2562"/>
                      <a:pt x="6358" y="2209"/>
                      <a:pt x="6638" y="1720"/>
                    </a:cubicBezTo>
                    <a:cubicBezTo>
                      <a:pt x="6916" y="1231"/>
                      <a:pt x="7020" y="521"/>
                      <a:pt x="6701" y="67"/>
                    </a:cubicBezTo>
                    <a:lnTo>
                      <a:pt x="6045" y="0"/>
                    </a:ln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30"/>
              <p:cNvSpPr/>
              <p:nvPr/>
            </p:nvSpPr>
            <p:spPr>
              <a:xfrm>
                <a:off x="4459325" y="3188025"/>
                <a:ext cx="64075" cy="63750"/>
              </a:xfrm>
              <a:custGeom>
                <a:avLst/>
                <a:gdLst/>
                <a:ahLst/>
                <a:cxnLst/>
                <a:rect l="l" t="t" r="r" b="b"/>
                <a:pathLst>
                  <a:path w="2563" h="2550" extrusionOk="0">
                    <a:moveTo>
                      <a:pt x="2544" y="0"/>
                    </a:moveTo>
                    <a:cubicBezTo>
                      <a:pt x="2272" y="64"/>
                      <a:pt x="2007" y="224"/>
                      <a:pt x="1755" y="480"/>
                    </a:cubicBezTo>
                    <a:cubicBezTo>
                      <a:pt x="1585" y="654"/>
                      <a:pt x="1443" y="846"/>
                      <a:pt x="1301" y="1035"/>
                    </a:cubicBezTo>
                    <a:cubicBezTo>
                      <a:pt x="1263" y="1089"/>
                      <a:pt x="1222" y="1143"/>
                      <a:pt x="1184" y="1193"/>
                    </a:cubicBezTo>
                    <a:cubicBezTo>
                      <a:pt x="831" y="1660"/>
                      <a:pt x="433" y="2092"/>
                      <a:pt x="1" y="2483"/>
                    </a:cubicBezTo>
                    <a:lnTo>
                      <a:pt x="58" y="2550"/>
                    </a:lnTo>
                    <a:cubicBezTo>
                      <a:pt x="496" y="2155"/>
                      <a:pt x="900" y="1720"/>
                      <a:pt x="1256" y="1250"/>
                    </a:cubicBezTo>
                    <a:cubicBezTo>
                      <a:pt x="1297" y="1199"/>
                      <a:pt x="1335" y="1143"/>
                      <a:pt x="1376" y="1092"/>
                    </a:cubicBezTo>
                    <a:cubicBezTo>
                      <a:pt x="1512" y="903"/>
                      <a:pt x="1657" y="710"/>
                      <a:pt x="1821" y="543"/>
                    </a:cubicBezTo>
                    <a:cubicBezTo>
                      <a:pt x="2058" y="303"/>
                      <a:pt x="2307" y="149"/>
                      <a:pt x="2563" y="89"/>
                    </a:cubicBezTo>
                    <a:lnTo>
                      <a:pt x="2544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30"/>
              <p:cNvSpPr/>
              <p:nvPr/>
            </p:nvSpPr>
            <p:spPr>
              <a:xfrm>
                <a:off x="4535200" y="3092525"/>
                <a:ext cx="230800" cy="271400"/>
              </a:xfrm>
              <a:custGeom>
                <a:avLst/>
                <a:gdLst/>
                <a:ahLst/>
                <a:cxnLst/>
                <a:rect l="l" t="t" r="r" b="b"/>
                <a:pathLst>
                  <a:path w="9232" h="10856" extrusionOk="0">
                    <a:moveTo>
                      <a:pt x="3611" y="0"/>
                    </a:moveTo>
                    <a:cubicBezTo>
                      <a:pt x="3586" y="0"/>
                      <a:pt x="3562" y="2"/>
                      <a:pt x="3537" y="6"/>
                    </a:cubicBezTo>
                    <a:cubicBezTo>
                      <a:pt x="3395" y="29"/>
                      <a:pt x="3278" y="120"/>
                      <a:pt x="3165" y="211"/>
                    </a:cubicBezTo>
                    <a:cubicBezTo>
                      <a:pt x="2417" y="798"/>
                      <a:pt x="1644" y="1417"/>
                      <a:pt x="1247" y="2281"/>
                    </a:cubicBezTo>
                    <a:cubicBezTo>
                      <a:pt x="1073" y="2656"/>
                      <a:pt x="979" y="3057"/>
                      <a:pt x="834" y="3442"/>
                    </a:cubicBezTo>
                    <a:cubicBezTo>
                      <a:pt x="660" y="3887"/>
                      <a:pt x="515" y="4060"/>
                      <a:pt x="256" y="4436"/>
                    </a:cubicBezTo>
                    <a:cubicBezTo>
                      <a:pt x="1" y="4808"/>
                      <a:pt x="114" y="5527"/>
                      <a:pt x="114" y="5527"/>
                    </a:cubicBezTo>
                    <a:cubicBezTo>
                      <a:pt x="114" y="5527"/>
                      <a:pt x="736" y="6067"/>
                      <a:pt x="912" y="6335"/>
                    </a:cubicBezTo>
                    <a:cubicBezTo>
                      <a:pt x="1200" y="6789"/>
                      <a:pt x="1420" y="7284"/>
                      <a:pt x="1767" y="7695"/>
                    </a:cubicBezTo>
                    <a:cubicBezTo>
                      <a:pt x="1950" y="7909"/>
                      <a:pt x="2159" y="8089"/>
                      <a:pt x="2376" y="8259"/>
                    </a:cubicBezTo>
                    <a:cubicBezTo>
                      <a:pt x="4449" y="9900"/>
                      <a:pt x="6780" y="9578"/>
                      <a:pt x="9089" y="10856"/>
                    </a:cubicBezTo>
                    <a:cubicBezTo>
                      <a:pt x="9231" y="10322"/>
                      <a:pt x="9209" y="9408"/>
                      <a:pt x="9011" y="8508"/>
                    </a:cubicBezTo>
                    <a:cubicBezTo>
                      <a:pt x="8749" y="7313"/>
                      <a:pt x="8112" y="6370"/>
                      <a:pt x="7733" y="5202"/>
                    </a:cubicBezTo>
                    <a:cubicBezTo>
                      <a:pt x="7443" y="4297"/>
                      <a:pt x="7260" y="3350"/>
                      <a:pt x="6881" y="2473"/>
                    </a:cubicBezTo>
                    <a:cubicBezTo>
                      <a:pt x="6503" y="1600"/>
                      <a:pt x="5884" y="776"/>
                      <a:pt x="5001" y="420"/>
                    </a:cubicBezTo>
                    <a:cubicBezTo>
                      <a:pt x="4689" y="293"/>
                      <a:pt x="4354" y="234"/>
                      <a:pt x="4039" y="117"/>
                    </a:cubicBezTo>
                    <a:cubicBezTo>
                      <a:pt x="3901" y="66"/>
                      <a:pt x="3757" y="0"/>
                      <a:pt x="3611" y="0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30"/>
              <p:cNvSpPr/>
              <p:nvPr/>
            </p:nvSpPr>
            <p:spPr>
              <a:xfrm>
                <a:off x="4624950" y="3151825"/>
                <a:ext cx="14075" cy="8475"/>
              </a:xfrm>
              <a:custGeom>
                <a:avLst/>
                <a:gdLst/>
                <a:ahLst/>
                <a:cxnLst/>
                <a:rect l="l" t="t" r="r" b="b"/>
                <a:pathLst>
                  <a:path w="563" h="339" extrusionOk="0">
                    <a:moveTo>
                      <a:pt x="106" y="0"/>
                    </a:moveTo>
                    <a:cubicBezTo>
                      <a:pt x="71" y="0"/>
                      <a:pt x="34" y="23"/>
                      <a:pt x="20" y="54"/>
                    </a:cubicBezTo>
                    <a:cubicBezTo>
                      <a:pt x="1" y="98"/>
                      <a:pt x="20" y="155"/>
                      <a:pt x="67" y="174"/>
                    </a:cubicBezTo>
                    <a:lnTo>
                      <a:pt x="427" y="332"/>
                    </a:lnTo>
                    <a:cubicBezTo>
                      <a:pt x="436" y="335"/>
                      <a:pt x="449" y="338"/>
                      <a:pt x="461" y="338"/>
                    </a:cubicBezTo>
                    <a:cubicBezTo>
                      <a:pt x="496" y="338"/>
                      <a:pt x="528" y="319"/>
                      <a:pt x="543" y="284"/>
                    </a:cubicBezTo>
                    <a:cubicBezTo>
                      <a:pt x="562" y="240"/>
                      <a:pt x="543" y="187"/>
                      <a:pt x="496" y="165"/>
                    </a:cubicBezTo>
                    <a:lnTo>
                      <a:pt x="136" y="7"/>
                    </a:lnTo>
                    <a:cubicBezTo>
                      <a:pt x="127" y="2"/>
                      <a:pt x="117" y="0"/>
                      <a:pt x="106" y="0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30"/>
              <p:cNvSpPr/>
              <p:nvPr/>
            </p:nvSpPr>
            <p:spPr>
              <a:xfrm>
                <a:off x="4622200" y="3237600"/>
                <a:ext cx="14050" cy="8500"/>
              </a:xfrm>
              <a:custGeom>
                <a:avLst/>
                <a:gdLst/>
                <a:ahLst/>
                <a:cxnLst/>
                <a:rect l="l" t="t" r="r" b="b"/>
                <a:pathLst>
                  <a:path w="562" h="340" extrusionOk="0">
                    <a:moveTo>
                      <a:pt x="102" y="1"/>
                    </a:moveTo>
                    <a:cubicBezTo>
                      <a:pt x="68" y="1"/>
                      <a:pt x="33" y="20"/>
                      <a:pt x="19" y="55"/>
                    </a:cubicBezTo>
                    <a:cubicBezTo>
                      <a:pt x="0" y="100"/>
                      <a:pt x="19" y="153"/>
                      <a:pt x="67" y="172"/>
                    </a:cubicBezTo>
                    <a:lnTo>
                      <a:pt x="426" y="330"/>
                    </a:lnTo>
                    <a:cubicBezTo>
                      <a:pt x="436" y="336"/>
                      <a:pt x="448" y="339"/>
                      <a:pt x="461" y="339"/>
                    </a:cubicBezTo>
                    <a:cubicBezTo>
                      <a:pt x="496" y="339"/>
                      <a:pt x="527" y="320"/>
                      <a:pt x="543" y="283"/>
                    </a:cubicBezTo>
                    <a:cubicBezTo>
                      <a:pt x="562" y="242"/>
                      <a:pt x="543" y="185"/>
                      <a:pt x="496" y="166"/>
                    </a:cubicBezTo>
                    <a:lnTo>
                      <a:pt x="136" y="8"/>
                    </a:lnTo>
                    <a:cubicBezTo>
                      <a:pt x="125" y="3"/>
                      <a:pt x="114" y="1"/>
                      <a:pt x="102" y="1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30"/>
              <p:cNvSpPr/>
              <p:nvPr/>
            </p:nvSpPr>
            <p:spPr>
              <a:xfrm>
                <a:off x="4595375" y="3134175"/>
                <a:ext cx="13675" cy="9400"/>
              </a:xfrm>
              <a:custGeom>
                <a:avLst/>
                <a:gdLst/>
                <a:ahLst/>
                <a:cxnLst/>
                <a:rect l="l" t="t" r="r" b="b"/>
                <a:pathLst>
                  <a:path w="547" h="376" extrusionOk="0">
                    <a:moveTo>
                      <a:pt x="446" y="0"/>
                    </a:moveTo>
                    <a:cubicBezTo>
                      <a:pt x="431" y="0"/>
                      <a:pt x="416" y="4"/>
                      <a:pt x="401" y="12"/>
                    </a:cubicBezTo>
                    <a:lnTo>
                      <a:pt x="58" y="205"/>
                    </a:lnTo>
                    <a:cubicBezTo>
                      <a:pt x="17" y="230"/>
                      <a:pt x="1" y="284"/>
                      <a:pt x="23" y="328"/>
                    </a:cubicBezTo>
                    <a:cubicBezTo>
                      <a:pt x="39" y="359"/>
                      <a:pt x="70" y="375"/>
                      <a:pt x="102" y="375"/>
                    </a:cubicBezTo>
                    <a:cubicBezTo>
                      <a:pt x="118" y="375"/>
                      <a:pt x="133" y="372"/>
                      <a:pt x="146" y="363"/>
                    </a:cubicBezTo>
                    <a:lnTo>
                      <a:pt x="487" y="170"/>
                    </a:lnTo>
                    <a:cubicBezTo>
                      <a:pt x="531" y="145"/>
                      <a:pt x="547" y="91"/>
                      <a:pt x="524" y="47"/>
                    </a:cubicBezTo>
                    <a:cubicBezTo>
                      <a:pt x="507" y="17"/>
                      <a:pt x="477" y="0"/>
                      <a:pt x="446" y="0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30"/>
              <p:cNvSpPr/>
              <p:nvPr/>
            </p:nvSpPr>
            <p:spPr>
              <a:xfrm>
                <a:off x="4514775" y="3155775"/>
                <a:ext cx="14150" cy="8450"/>
              </a:xfrm>
              <a:custGeom>
                <a:avLst/>
                <a:gdLst/>
                <a:ahLst/>
                <a:cxnLst/>
                <a:rect l="l" t="t" r="r" b="b"/>
                <a:pathLst>
                  <a:path w="566" h="338" extrusionOk="0">
                    <a:moveTo>
                      <a:pt x="108" y="0"/>
                    </a:moveTo>
                    <a:cubicBezTo>
                      <a:pt x="72" y="0"/>
                      <a:pt x="37" y="22"/>
                      <a:pt x="23" y="54"/>
                    </a:cubicBezTo>
                    <a:cubicBezTo>
                      <a:pt x="1" y="98"/>
                      <a:pt x="23" y="155"/>
                      <a:pt x="70" y="174"/>
                    </a:cubicBezTo>
                    <a:lnTo>
                      <a:pt x="427" y="331"/>
                    </a:lnTo>
                    <a:cubicBezTo>
                      <a:pt x="439" y="335"/>
                      <a:pt x="452" y="338"/>
                      <a:pt x="464" y="338"/>
                    </a:cubicBezTo>
                    <a:cubicBezTo>
                      <a:pt x="499" y="338"/>
                      <a:pt x="534" y="319"/>
                      <a:pt x="546" y="284"/>
                    </a:cubicBezTo>
                    <a:cubicBezTo>
                      <a:pt x="565" y="240"/>
                      <a:pt x="546" y="186"/>
                      <a:pt x="499" y="164"/>
                    </a:cubicBezTo>
                    <a:lnTo>
                      <a:pt x="139" y="7"/>
                    </a:lnTo>
                    <a:cubicBezTo>
                      <a:pt x="129" y="2"/>
                      <a:pt x="119" y="0"/>
                      <a:pt x="108" y="0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30"/>
              <p:cNvSpPr/>
              <p:nvPr/>
            </p:nvSpPr>
            <p:spPr>
              <a:xfrm>
                <a:off x="4660600" y="3226450"/>
                <a:ext cx="13450" cy="9150"/>
              </a:xfrm>
              <a:custGeom>
                <a:avLst/>
                <a:gdLst/>
                <a:ahLst/>
                <a:cxnLst/>
                <a:rect l="l" t="t" r="r" b="b"/>
                <a:pathLst>
                  <a:path w="538" h="366" extrusionOk="0">
                    <a:moveTo>
                      <a:pt x="437" y="0"/>
                    </a:moveTo>
                    <a:cubicBezTo>
                      <a:pt x="422" y="0"/>
                      <a:pt x="406" y="4"/>
                      <a:pt x="392" y="12"/>
                    </a:cubicBezTo>
                    <a:lnTo>
                      <a:pt x="61" y="199"/>
                    </a:lnTo>
                    <a:cubicBezTo>
                      <a:pt x="17" y="221"/>
                      <a:pt x="1" y="277"/>
                      <a:pt x="26" y="318"/>
                    </a:cubicBezTo>
                    <a:cubicBezTo>
                      <a:pt x="42" y="350"/>
                      <a:pt x="73" y="366"/>
                      <a:pt x="105" y="366"/>
                    </a:cubicBezTo>
                    <a:cubicBezTo>
                      <a:pt x="121" y="366"/>
                      <a:pt x="136" y="363"/>
                      <a:pt x="146" y="356"/>
                    </a:cubicBezTo>
                    <a:lnTo>
                      <a:pt x="477" y="170"/>
                    </a:lnTo>
                    <a:cubicBezTo>
                      <a:pt x="521" y="145"/>
                      <a:pt x="537" y="91"/>
                      <a:pt x="515" y="47"/>
                    </a:cubicBezTo>
                    <a:cubicBezTo>
                      <a:pt x="498" y="17"/>
                      <a:pt x="468" y="0"/>
                      <a:pt x="437" y="0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30"/>
              <p:cNvSpPr/>
              <p:nvPr/>
            </p:nvSpPr>
            <p:spPr>
              <a:xfrm>
                <a:off x="4696875" y="3184575"/>
                <a:ext cx="13450" cy="9150"/>
              </a:xfrm>
              <a:custGeom>
                <a:avLst/>
                <a:gdLst/>
                <a:ahLst/>
                <a:cxnLst/>
                <a:rect l="l" t="t" r="r" b="b"/>
                <a:pathLst>
                  <a:path w="538" h="366" extrusionOk="0">
                    <a:moveTo>
                      <a:pt x="437" y="0"/>
                    </a:moveTo>
                    <a:cubicBezTo>
                      <a:pt x="422" y="0"/>
                      <a:pt x="406" y="4"/>
                      <a:pt x="392" y="12"/>
                    </a:cubicBezTo>
                    <a:lnTo>
                      <a:pt x="61" y="195"/>
                    </a:lnTo>
                    <a:cubicBezTo>
                      <a:pt x="17" y="221"/>
                      <a:pt x="1" y="274"/>
                      <a:pt x="26" y="318"/>
                    </a:cubicBezTo>
                    <a:cubicBezTo>
                      <a:pt x="42" y="350"/>
                      <a:pt x="70" y="366"/>
                      <a:pt x="105" y="366"/>
                    </a:cubicBezTo>
                    <a:cubicBezTo>
                      <a:pt x="114" y="366"/>
                      <a:pt x="130" y="362"/>
                      <a:pt x="146" y="353"/>
                    </a:cubicBezTo>
                    <a:lnTo>
                      <a:pt x="477" y="170"/>
                    </a:lnTo>
                    <a:cubicBezTo>
                      <a:pt x="521" y="145"/>
                      <a:pt x="537" y="91"/>
                      <a:pt x="515" y="47"/>
                    </a:cubicBezTo>
                    <a:cubicBezTo>
                      <a:pt x="498" y="17"/>
                      <a:pt x="468" y="0"/>
                      <a:pt x="437" y="0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30"/>
              <p:cNvSpPr/>
              <p:nvPr/>
            </p:nvSpPr>
            <p:spPr>
              <a:xfrm>
                <a:off x="4587175" y="3267275"/>
                <a:ext cx="13425" cy="9175"/>
              </a:xfrm>
              <a:custGeom>
                <a:avLst/>
                <a:gdLst/>
                <a:ahLst/>
                <a:cxnLst/>
                <a:rect l="l" t="t" r="r" b="b"/>
                <a:pathLst>
                  <a:path w="537" h="367" extrusionOk="0">
                    <a:moveTo>
                      <a:pt x="432" y="1"/>
                    </a:moveTo>
                    <a:cubicBezTo>
                      <a:pt x="418" y="1"/>
                      <a:pt x="404" y="4"/>
                      <a:pt x="392" y="10"/>
                    </a:cubicBezTo>
                    <a:lnTo>
                      <a:pt x="61" y="197"/>
                    </a:lnTo>
                    <a:cubicBezTo>
                      <a:pt x="16" y="222"/>
                      <a:pt x="1" y="275"/>
                      <a:pt x="23" y="320"/>
                    </a:cubicBezTo>
                    <a:cubicBezTo>
                      <a:pt x="39" y="351"/>
                      <a:pt x="70" y="367"/>
                      <a:pt x="102" y="367"/>
                    </a:cubicBezTo>
                    <a:cubicBezTo>
                      <a:pt x="114" y="367"/>
                      <a:pt x="130" y="364"/>
                      <a:pt x="146" y="354"/>
                    </a:cubicBezTo>
                    <a:lnTo>
                      <a:pt x="477" y="168"/>
                    </a:lnTo>
                    <a:cubicBezTo>
                      <a:pt x="521" y="146"/>
                      <a:pt x="537" y="89"/>
                      <a:pt x="512" y="48"/>
                    </a:cubicBezTo>
                    <a:cubicBezTo>
                      <a:pt x="496" y="18"/>
                      <a:pt x="464" y="1"/>
                      <a:pt x="432" y="1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30"/>
              <p:cNvSpPr/>
              <p:nvPr/>
            </p:nvSpPr>
            <p:spPr>
              <a:xfrm>
                <a:off x="4701075" y="3228625"/>
                <a:ext cx="972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3" extrusionOk="0">
                    <a:moveTo>
                      <a:pt x="99" y="1"/>
                    </a:moveTo>
                    <a:cubicBezTo>
                      <a:pt x="85" y="1"/>
                      <a:pt x="70" y="4"/>
                      <a:pt x="57" y="11"/>
                    </a:cubicBezTo>
                    <a:cubicBezTo>
                      <a:pt x="16" y="36"/>
                      <a:pt x="0" y="90"/>
                      <a:pt x="22" y="134"/>
                    </a:cubicBezTo>
                    <a:lnTo>
                      <a:pt x="208" y="465"/>
                    </a:lnTo>
                    <a:cubicBezTo>
                      <a:pt x="224" y="496"/>
                      <a:pt x="256" y="512"/>
                      <a:pt x="287" y="512"/>
                    </a:cubicBezTo>
                    <a:cubicBezTo>
                      <a:pt x="303" y="512"/>
                      <a:pt x="319" y="509"/>
                      <a:pt x="331" y="500"/>
                    </a:cubicBezTo>
                    <a:cubicBezTo>
                      <a:pt x="372" y="478"/>
                      <a:pt x="388" y="421"/>
                      <a:pt x="366" y="380"/>
                    </a:cubicBezTo>
                    <a:lnTo>
                      <a:pt x="180" y="48"/>
                    </a:lnTo>
                    <a:cubicBezTo>
                      <a:pt x="165" y="18"/>
                      <a:pt x="132" y="1"/>
                      <a:pt x="99" y="1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30"/>
              <p:cNvSpPr/>
              <p:nvPr/>
            </p:nvSpPr>
            <p:spPr>
              <a:xfrm>
                <a:off x="4593975" y="3181350"/>
                <a:ext cx="10750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92" extrusionOk="0">
                    <a:moveTo>
                      <a:pt x="327" y="0"/>
                    </a:moveTo>
                    <a:cubicBezTo>
                      <a:pt x="299" y="0"/>
                      <a:pt x="270" y="14"/>
                      <a:pt x="252" y="37"/>
                    </a:cubicBezTo>
                    <a:lnTo>
                      <a:pt x="32" y="350"/>
                    </a:lnTo>
                    <a:cubicBezTo>
                      <a:pt x="0" y="387"/>
                      <a:pt x="13" y="447"/>
                      <a:pt x="50" y="476"/>
                    </a:cubicBezTo>
                    <a:cubicBezTo>
                      <a:pt x="66" y="488"/>
                      <a:pt x="82" y="491"/>
                      <a:pt x="104" y="491"/>
                    </a:cubicBezTo>
                    <a:cubicBezTo>
                      <a:pt x="129" y="491"/>
                      <a:pt x="158" y="479"/>
                      <a:pt x="177" y="457"/>
                    </a:cubicBezTo>
                    <a:lnTo>
                      <a:pt x="398" y="144"/>
                    </a:lnTo>
                    <a:cubicBezTo>
                      <a:pt x="429" y="103"/>
                      <a:pt x="420" y="47"/>
                      <a:pt x="379" y="18"/>
                    </a:cubicBezTo>
                    <a:cubicBezTo>
                      <a:pt x="364" y="6"/>
                      <a:pt x="346" y="0"/>
                      <a:pt x="327" y="0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30"/>
              <p:cNvSpPr/>
              <p:nvPr/>
            </p:nvSpPr>
            <p:spPr>
              <a:xfrm>
                <a:off x="4748150" y="3329625"/>
                <a:ext cx="10750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92" extrusionOk="0">
                    <a:moveTo>
                      <a:pt x="327" y="0"/>
                    </a:moveTo>
                    <a:cubicBezTo>
                      <a:pt x="298" y="0"/>
                      <a:pt x="270" y="14"/>
                      <a:pt x="253" y="37"/>
                    </a:cubicBezTo>
                    <a:lnTo>
                      <a:pt x="32" y="349"/>
                    </a:lnTo>
                    <a:cubicBezTo>
                      <a:pt x="0" y="387"/>
                      <a:pt x="13" y="447"/>
                      <a:pt x="51" y="476"/>
                    </a:cubicBezTo>
                    <a:cubicBezTo>
                      <a:pt x="67" y="488"/>
                      <a:pt x="83" y="491"/>
                      <a:pt x="105" y="491"/>
                    </a:cubicBezTo>
                    <a:cubicBezTo>
                      <a:pt x="130" y="491"/>
                      <a:pt x="158" y="479"/>
                      <a:pt x="177" y="457"/>
                    </a:cubicBezTo>
                    <a:lnTo>
                      <a:pt x="398" y="144"/>
                    </a:lnTo>
                    <a:cubicBezTo>
                      <a:pt x="430" y="103"/>
                      <a:pt x="417" y="47"/>
                      <a:pt x="379" y="18"/>
                    </a:cubicBezTo>
                    <a:cubicBezTo>
                      <a:pt x="363" y="6"/>
                      <a:pt x="345" y="0"/>
                      <a:pt x="327" y="0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30"/>
              <p:cNvSpPr/>
              <p:nvPr/>
            </p:nvSpPr>
            <p:spPr>
              <a:xfrm>
                <a:off x="4651525" y="3278550"/>
                <a:ext cx="6500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260" h="560" extrusionOk="0">
                    <a:moveTo>
                      <a:pt x="97" y="0"/>
                    </a:moveTo>
                    <a:cubicBezTo>
                      <a:pt x="92" y="0"/>
                      <a:pt x="88" y="1"/>
                      <a:pt x="83" y="1"/>
                    </a:cubicBezTo>
                    <a:cubicBezTo>
                      <a:pt x="33" y="11"/>
                      <a:pt x="1" y="58"/>
                      <a:pt x="10" y="108"/>
                    </a:cubicBezTo>
                    <a:lnTo>
                      <a:pt x="70" y="484"/>
                    </a:lnTo>
                    <a:cubicBezTo>
                      <a:pt x="80" y="525"/>
                      <a:pt x="121" y="560"/>
                      <a:pt x="162" y="560"/>
                    </a:cubicBezTo>
                    <a:lnTo>
                      <a:pt x="178" y="560"/>
                    </a:lnTo>
                    <a:cubicBezTo>
                      <a:pt x="228" y="550"/>
                      <a:pt x="260" y="503"/>
                      <a:pt x="253" y="452"/>
                    </a:cubicBezTo>
                    <a:lnTo>
                      <a:pt x="190" y="77"/>
                    </a:lnTo>
                    <a:cubicBezTo>
                      <a:pt x="184" y="31"/>
                      <a:pt x="144" y="0"/>
                      <a:pt x="97" y="0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30"/>
              <p:cNvSpPr/>
              <p:nvPr/>
            </p:nvSpPr>
            <p:spPr>
              <a:xfrm>
                <a:off x="4668325" y="3170700"/>
                <a:ext cx="6500" cy="13950"/>
              </a:xfrm>
              <a:custGeom>
                <a:avLst/>
                <a:gdLst/>
                <a:ahLst/>
                <a:cxnLst/>
                <a:rect l="l" t="t" r="r" b="b"/>
                <a:pathLst>
                  <a:path w="260" h="558" extrusionOk="0">
                    <a:moveTo>
                      <a:pt x="101" y="1"/>
                    </a:moveTo>
                    <a:cubicBezTo>
                      <a:pt x="95" y="1"/>
                      <a:pt x="89" y="1"/>
                      <a:pt x="83" y="3"/>
                    </a:cubicBezTo>
                    <a:cubicBezTo>
                      <a:pt x="29" y="9"/>
                      <a:pt x="1" y="56"/>
                      <a:pt x="7" y="110"/>
                    </a:cubicBezTo>
                    <a:lnTo>
                      <a:pt x="70" y="482"/>
                    </a:lnTo>
                    <a:cubicBezTo>
                      <a:pt x="80" y="526"/>
                      <a:pt x="118" y="558"/>
                      <a:pt x="162" y="558"/>
                    </a:cubicBezTo>
                    <a:lnTo>
                      <a:pt x="178" y="558"/>
                    </a:lnTo>
                    <a:cubicBezTo>
                      <a:pt x="228" y="552"/>
                      <a:pt x="260" y="504"/>
                      <a:pt x="250" y="451"/>
                    </a:cubicBezTo>
                    <a:lnTo>
                      <a:pt x="187" y="78"/>
                    </a:lnTo>
                    <a:cubicBezTo>
                      <a:pt x="181" y="31"/>
                      <a:pt x="144" y="1"/>
                      <a:pt x="101" y="1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30"/>
              <p:cNvSpPr/>
              <p:nvPr/>
            </p:nvSpPr>
            <p:spPr>
              <a:xfrm>
                <a:off x="4550750" y="3127725"/>
                <a:ext cx="10825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92" extrusionOk="0">
                    <a:moveTo>
                      <a:pt x="328" y="0"/>
                    </a:moveTo>
                    <a:cubicBezTo>
                      <a:pt x="299" y="0"/>
                      <a:pt x="271" y="14"/>
                      <a:pt x="256" y="37"/>
                    </a:cubicBezTo>
                    <a:lnTo>
                      <a:pt x="35" y="349"/>
                    </a:lnTo>
                    <a:cubicBezTo>
                      <a:pt x="0" y="387"/>
                      <a:pt x="13" y="447"/>
                      <a:pt x="54" y="475"/>
                    </a:cubicBezTo>
                    <a:cubicBezTo>
                      <a:pt x="70" y="488"/>
                      <a:pt x="85" y="491"/>
                      <a:pt x="104" y="491"/>
                    </a:cubicBezTo>
                    <a:cubicBezTo>
                      <a:pt x="133" y="491"/>
                      <a:pt x="161" y="479"/>
                      <a:pt x="180" y="457"/>
                    </a:cubicBezTo>
                    <a:lnTo>
                      <a:pt x="401" y="144"/>
                    </a:lnTo>
                    <a:cubicBezTo>
                      <a:pt x="432" y="103"/>
                      <a:pt x="420" y="46"/>
                      <a:pt x="379" y="18"/>
                    </a:cubicBezTo>
                    <a:cubicBezTo>
                      <a:pt x="364" y="6"/>
                      <a:pt x="346" y="0"/>
                      <a:pt x="328" y="0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30"/>
              <p:cNvSpPr/>
              <p:nvPr/>
            </p:nvSpPr>
            <p:spPr>
              <a:xfrm>
                <a:off x="4466200" y="3265625"/>
                <a:ext cx="10750" cy="123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93" extrusionOk="0">
                    <a:moveTo>
                      <a:pt x="324" y="1"/>
                    </a:moveTo>
                    <a:cubicBezTo>
                      <a:pt x="297" y="1"/>
                      <a:pt x="270" y="14"/>
                      <a:pt x="253" y="39"/>
                    </a:cubicBezTo>
                    <a:lnTo>
                      <a:pt x="32" y="351"/>
                    </a:lnTo>
                    <a:cubicBezTo>
                      <a:pt x="0" y="389"/>
                      <a:pt x="13" y="449"/>
                      <a:pt x="51" y="477"/>
                    </a:cubicBezTo>
                    <a:cubicBezTo>
                      <a:pt x="67" y="487"/>
                      <a:pt x="82" y="493"/>
                      <a:pt x="104" y="493"/>
                    </a:cubicBezTo>
                    <a:cubicBezTo>
                      <a:pt x="130" y="493"/>
                      <a:pt x="158" y="480"/>
                      <a:pt x="177" y="455"/>
                    </a:cubicBezTo>
                    <a:lnTo>
                      <a:pt x="398" y="146"/>
                    </a:lnTo>
                    <a:cubicBezTo>
                      <a:pt x="429" y="105"/>
                      <a:pt x="417" y="45"/>
                      <a:pt x="379" y="20"/>
                    </a:cubicBezTo>
                    <a:cubicBezTo>
                      <a:pt x="362" y="7"/>
                      <a:pt x="343" y="1"/>
                      <a:pt x="324" y="1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30"/>
              <p:cNvSpPr/>
              <p:nvPr/>
            </p:nvSpPr>
            <p:spPr>
              <a:xfrm>
                <a:off x="4701300" y="3312725"/>
                <a:ext cx="15950" cy="4750"/>
              </a:xfrm>
              <a:custGeom>
                <a:avLst/>
                <a:gdLst/>
                <a:ahLst/>
                <a:cxnLst/>
                <a:rect l="l" t="t" r="r" b="b"/>
                <a:pathLst>
                  <a:path w="638" h="190" extrusionOk="0">
                    <a:moveTo>
                      <a:pt x="546" y="0"/>
                    </a:moveTo>
                    <a:lnTo>
                      <a:pt x="92" y="6"/>
                    </a:lnTo>
                    <a:cubicBezTo>
                      <a:pt x="42" y="6"/>
                      <a:pt x="1" y="47"/>
                      <a:pt x="1" y="98"/>
                    </a:cubicBezTo>
                    <a:cubicBezTo>
                      <a:pt x="1" y="148"/>
                      <a:pt x="42" y="189"/>
                      <a:pt x="92" y="189"/>
                    </a:cubicBezTo>
                    <a:lnTo>
                      <a:pt x="546" y="180"/>
                    </a:lnTo>
                    <a:cubicBezTo>
                      <a:pt x="597" y="180"/>
                      <a:pt x="638" y="142"/>
                      <a:pt x="638" y="92"/>
                    </a:cubicBezTo>
                    <a:cubicBezTo>
                      <a:pt x="638" y="38"/>
                      <a:pt x="597" y="0"/>
                      <a:pt x="546" y="0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30"/>
              <p:cNvSpPr/>
              <p:nvPr/>
            </p:nvSpPr>
            <p:spPr>
              <a:xfrm>
                <a:off x="4660925" y="3127700"/>
                <a:ext cx="15875" cy="4750"/>
              </a:xfrm>
              <a:custGeom>
                <a:avLst/>
                <a:gdLst/>
                <a:ahLst/>
                <a:cxnLst/>
                <a:rect l="l" t="t" r="r" b="b"/>
                <a:pathLst>
                  <a:path w="635" h="190" extrusionOk="0">
                    <a:moveTo>
                      <a:pt x="543" y="0"/>
                    </a:moveTo>
                    <a:lnTo>
                      <a:pt x="92" y="6"/>
                    </a:lnTo>
                    <a:cubicBezTo>
                      <a:pt x="38" y="6"/>
                      <a:pt x="0" y="47"/>
                      <a:pt x="0" y="98"/>
                    </a:cubicBezTo>
                    <a:cubicBezTo>
                      <a:pt x="0" y="148"/>
                      <a:pt x="38" y="189"/>
                      <a:pt x="92" y="189"/>
                    </a:cubicBezTo>
                    <a:lnTo>
                      <a:pt x="543" y="180"/>
                    </a:lnTo>
                    <a:cubicBezTo>
                      <a:pt x="597" y="180"/>
                      <a:pt x="634" y="142"/>
                      <a:pt x="634" y="88"/>
                    </a:cubicBezTo>
                    <a:cubicBezTo>
                      <a:pt x="634" y="38"/>
                      <a:pt x="597" y="0"/>
                      <a:pt x="543" y="0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30"/>
              <p:cNvSpPr/>
              <p:nvPr/>
            </p:nvSpPr>
            <p:spPr>
              <a:xfrm>
                <a:off x="4534350" y="3118475"/>
                <a:ext cx="55300" cy="113650"/>
              </a:xfrm>
              <a:custGeom>
                <a:avLst/>
                <a:gdLst/>
                <a:ahLst/>
                <a:cxnLst/>
                <a:rect l="l" t="t" r="r" b="b"/>
                <a:pathLst>
                  <a:path w="2212" h="4546" extrusionOk="0">
                    <a:moveTo>
                      <a:pt x="2136" y="0"/>
                    </a:moveTo>
                    <a:cubicBezTo>
                      <a:pt x="2019" y="183"/>
                      <a:pt x="1852" y="379"/>
                      <a:pt x="1678" y="584"/>
                    </a:cubicBezTo>
                    <a:cubicBezTo>
                      <a:pt x="1388" y="937"/>
                      <a:pt x="1085" y="1293"/>
                      <a:pt x="953" y="1647"/>
                    </a:cubicBezTo>
                    <a:cubicBezTo>
                      <a:pt x="912" y="1764"/>
                      <a:pt x="880" y="1893"/>
                      <a:pt x="852" y="2016"/>
                    </a:cubicBezTo>
                    <a:cubicBezTo>
                      <a:pt x="827" y="2136"/>
                      <a:pt x="795" y="2252"/>
                      <a:pt x="757" y="2366"/>
                    </a:cubicBezTo>
                    <a:cubicBezTo>
                      <a:pt x="694" y="2546"/>
                      <a:pt x="590" y="2710"/>
                      <a:pt x="495" y="2871"/>
                    </a:cubicBezTo>
                    <a:cubicBezTo>
                      <a:pt x="445" y="2959"/>
                      <a:pt x="394" y="3044"/>
                      <a:pt x="347" y="3136"/>
                    </a:cubicBezTo>
                    <a:cubicBezTo>
                      <a:pt x="117" y="3565"/>
                      <a:pt x="0" y="4054"/>
                      <a:pt x="0" y="4543"/>
                    </a:cubicBezTo>
                    <a:lnTo>
                      <a:pt x="82" y="4546"/>
                    </a:lnTo>
                    <a:cubicBezTo>
                      <a:pt x="82" y="4070"/>
                      <a:pt x="202" y="3596"/>
                      <a:pt x="423" y="3180"/>
                    </a:cubicBezTo>
                    <a:cubicBezTo>
                      <a:pt x="470" y="3092"/>
                      <a:pt x="521" y="3006"/>
                      <a:pt x="571" y="2918"/>
                    </a:cubicBezTo>
                    <a:cubicBezTo>
                      <a:pt x="669" y="2754"/>
                      <a:pt x="773" y="2584"/>
                      <a:pt x="839" y="2398"/>
                    </a:cubicBezTo>
                    <a:cubicBezTo>
                      <a:pt x="883" y="2281"/>
                      <a:pt x="912" y="2158"/>
                      <a:pt x="937" y="2038"/>
                    </a:cubicBezTo>
                    <a:cubicBezTo>
                      <a:pt x="969" y="1918"/>
                      <a:pt x="997" y="1792"/>
                      <a:pt x="1041" y="1678"/>
                    </a:cubicBezTo>
                    <a:cubicBezTo>
                      <a:pt x="1164" y="1341"/>
                      <a:pt x="1464" y="987"/>
                      <a:pt x="1751" y="644"/>
                    </a:cubicBezTo>
                    <a:cubicBezTo>
                      <a:pt x="1924" y="435"/>
                      <a:pt x="2088" y="237"/>
                      <a:pt x="2211" y="54"/>
                    </a:cubicBezTo>
                    <a:lnTo>
                      <a:pt x="2136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30"/>
              <p:cNvSpPr/>
              <p:nvPr/>
            </p:nvSpPr>
            <p:spPr>
              <a:xfrm>
                <a:off x="4509250" y="3157700"/>
                <a:ext cx="81175" cy="73100"/>
              </a:xfrm>
              <a:custGeom>
                <a:avLst/>
                <a:gdLst/>
                <a:ahLst/>
                <a:cxnLst/>
                <a:rect l="l" t="t" r="r" b="b"/>
                <a:pathLst>
                  <a:path w="3247" h="2924" extrusionOk="0">
                    <a:moveTo>
                      <a:pt x="2951" y="1"/>
                    </a:moveTo>
                    <a:cubicBezTo>
                      <a:pt x="2942" y="1"/>
                      <a:pt x="2934" y="1"/>
                      <a:pt x="2925" y="2"/>
                    </a:cubicBezTo>
                    <a:cubicBezTo>
                      <a:pt x="2872" y="5"/>
                      <a:pt x="2821" y="21"/>
                      <a:pt x="2771" y="34"/>
                    </a:cubicBezTo>
                    <a:cubicBezTo>
                      <a:pt x="2594" y="68"/>
                      <a:pt x="2178" y="71"/>
                      <a:pt x="1998" y="84"/>
                    </a:cubicBezTo>
                    <a:cubicBezTo>
                      <a:pt x="1320" y="128"/>
                      <a:pt x="1086" y="807"/>
                      <a:pt x="701" y="1251"/>
                    </a:cubicBezTo>
                    <a:cubicBezTo>
                      <a:pt x="648" y="1314"/>
                      <a:pt x="591" y="1374"/>
                      <a:pt x="547" y="1441"/>
                    </a:cubicBezTo>
                    <a:cubicBezTo>
                      <a:pt x="490" y="1529"/>
                      <a:pt x="458" y="1627"/>
                      <a:pt x="427" y="1725"/>
                    </a:cubicBezTo>
                    <a:cubicBezTo>
                      <a:pt x="304" y="2132"/>
                      <a:pt x="1" y="2923"/>
                      <a:pt x="1" y="2923"/>
                    </a:cubicBezTo>
                    <a:cubicBezTo>
                      <a:pt x="282" y="2889"/>
                      <a:pt x="566" y="2829"/>
                      <a:pt x="846" y="2813"/>
                    </a:cubicBezTo>
                    <a:cubicBezTo>
                      <a:pt x="1323" y="2791"/>
                      <a:pt x="1749" y="2542"/>
                      <a:pt x="2080" y="2201"/>
                    </a:cubicBezTo>
                    <a:cubicBezTo>
                      <a:pt x="2099" y="2182"/>
                      <a:pt x="2121" y="2160"/>
                      <a:pt x="2140" y="2138"/>
                    </a:cubicBezTo>
                    <a:cubicBezTo>
                      <a:pt x="2187" y="2087"/>
                      <a:pt x="2222" y="2034"/>
                      <a:pt x="2253" y="1977"/>
                    </a:cubicBezTo>
                    <a:cubicBezTo>
                      <a:pt x="2332" y="1829"/>
                      <a:pt x="2376" y="1665"/>
                      <a:pt x="2462" y="1507"/>
                    </a:cubicBezTo>
                    <a:cubicBezTo>
                      <a:pt x="2594" y="1280"/>
                      <a:pt x="2758" y="1078"/>
                      <a:pt x="2960" y="907"/>
                    </a:cubicBezTo>
                    <a:cubicBezTo>
                      <a:pt x="3010" y="860"/>
                      <a:pt x="3225" y="715"/>
                      <a:pt x="3241" y="570"/>
                    </a:cubicBezTo>
                    <a:cubicBezTo>
                      <a:pt x="3246" y="512"/>
                      <a:pt x="3209" y="478"/>
                      <a:pt x="3156" y="478"/>
                    </a:cubicBezTo>
                    <a:cubicBezTo>
                      <a:pt x="3146" y="478"/>
                      <a:pt x="3135" y="479"/>
                      <a:pt x="3124" y="482"/>
                    </a:cubicBezTo>
                    <a:cubicBezTo>
                      <a:pt x="3165" y="428"/>
                      <a:pt x="3203" y="365"/>
                      <a:pt x="3200" y="295"/>
                    </a:cubicBezTo>
                    <a:cubicBezTo>
                      <a:pt x="3197" y="236"/>
                      <a:pt x="3143" y="173"/>
                      <a:pt x="3081" y="173"/>
                    </a:cubicBezTo>
                    <a:cubicBezTo>
                      <a:pt x="3074" y="173"/>
                      <a:pt x="3068" y="174"/>
                      <a:pt x="3061" y="176"/>
                    </a:cubicBezTo>
                    <a:cubicBezTo>
                      <a:pt x="3105" y="147"/>
                      <a:pt x="3105" y="81"/>
                      <a:pt x="3070" y="43"/>
                    </a:cubicBezTo>
                    <a:cubicBezTo>
                      <a:pt x="3041" y="14"/>
                      <a:pt x="2995" y="1"/>
                      <a:pt x="2951" y="1"/>
                    </a:cubicBezTo>
                    <a:close/>
                  </a:path>
                </a:pathLst>
              </a:custGeom>
              <a:solidFill>
                <a:srgbClr val="E28D5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30"/>
              <p:cNvSpPr/>
              <p:nvPr/>
            </p:nvSpPr>
            <p:spPr>
              <a:xfrm>
                <a:off x="4561625" y="3168075"/>
                <a:ext cx="26525" cy="19825"/>
              </a:xfrm>
              <a:custGeom>
                <a:avLst/>
                <a:gdLst/>
                <a:ahLst/>
                <a:cxnLst/>
                <a:rect l="l" t="t" r="r" b="b"/>
                <a:pathLst>
                  <a:path w="1061" h="793" extrusionOk="0">
                    <a:moveTo>
                      <a:pt x="1013" y="0"/>
                    </a:moveTo>
                    <a:cubicBezTo>
                      <a:pt x="960" y="35"/>
                      <a:pt x="881" y="73"/>
                      <a:pt x="799" y="114"/>
                    </a:cubicBezTo>
                    <a:cubicBezTo>
                      <a:pt x="663" y="183"/>
                      <a:pt x="524" y="253"/>
                      <a:pt x="439" y="325"/>
                    </a:cubicBezTo>
                    <a:cubicBezTo>
                      <a:pt x="329" y="414"/>
                      <a:pt x="95" y="603"/>
                      <a:pt x="1" y="742"/>
                    </a:cubicBezTo>
                    <a:lnTo>
                      <a:pt x="76" y="792"/>
                    </a:lnTo>
                    <a:cubicBezTo>
                      <a:pt x="161" y="666"/>
                      <a:pt x="395" y="477"/>
                      <a:pt x="493" y="395"/>
                    </a:cubicBezTo>
                    <a:cubicBezTo>
                      <a:pt x="572" y="332"/>
                      <a:pt x="714" y="259"/>
                      <a:pt x="837" y="196"/>
                    </a:cubicBezTo>
                    <a:cubicBezTo>
                      <a:pt x="925" y="158"/>
                      <a:pt x="1004" y="114"/>
                      <a:pt x="1061" y="79"/>
                    </a:cubicBezTo>
                    <a:lnTo>
                      <a:pt x="1013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30"/>
              <p:cNvSpPr/>
              <p:nvPr/>
            </p:nvSpPr>
            <p:spPr>
              <a:xfrm>
                <a:off x="4555400" y="3161300"/>
                <a:ext cx="30775" cy="17375"/>
              </a:xfrm>
              <a:custGeom>
                <a:avLst/>
                <a:gdLst/>
                <a:ahLst/>
                <a:cxnLst/>
                <a:rect l="l" t="t" r="r" b="b"/>
                <a:pathLst>
                  <a:path w="1231" h="695" extrusionOk="0">
                    <a:moveTo>
                      <a:pt x="1209" y="0"/>
                    </a:moveTo>
                    <a:cubicBezTo>
                      <a:pt x="622" y="151"/>
                      <a:pt x="341" y="363"/>
                      <a:pt x="73" y="562"/>
                    </a:cubicBezTo>
                    <a:cubicBezTo>
                      <a:pt x="48" y="584"/>
                      <a:pt x="26" y="599"/>
                      <a:pt x="0" y="618"/>
                    </a:cubicBezTo>
                    <a:lnTo>
                      <a:pt x="57" y="694"/>
                    </a:lnTo>
                    <a:cubicBezTo>
                      <a:pt x="79" y="675"/>
                      <a:pt x="104" y="659"/>
                      <a:pt x="127" y="637"/>
                    </a:cubicBezTo>
                    <a:cubicBezTo>
                      <a:pt x="404" y="432"/>
                      <a:pt x="660" y="240"/>
                      <a:pt x="1231" y="85"/>
                    </a:cubicBezTo>
                    <a:lnTo>
                      <a:pt x="1209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30"/>
              <p:cNvSpPr/>
              <p:nvPr/>
            </p:nvSpPr>
            <p:spPr>
              <a:xfrm>
                <a:off x="4550200" y="3157275"/>
                <a:ext cx="27850" cy="14050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562" extrusionOk="0">
                    <a:moveTo>
                      <a:pt x="1085" y="0"/>
                    </a:moveTo>
                    <a:cubicBezTo>
                      <a:pt x="1022" y="19"/>
                      <a:pt x="943" y="38"/>
                      <a:pt x="855" y="54"/>
                    </a:cubicBezTo>
                    <a:cubicBezTo>
                      <a:pt x="726" y="79"/>
                      <a:pt x="593" y="104"/>
                      <a:pt x="502" y="148"/>
                    </a:cubicBezTo>
                    <a:cubicBezTo>
                      <a:pt x="357" y="215"/>
                      <a:pt x="111" y="382"/>
                      <a:pt x="0" y="499"/>
                    </a:cubicBezTo>
                    <a:lnTo>
                      <a:pt x="66" y="562"/>
                    </a:lnTo>
                    <a:cubicBezTo>
                      <a:pt x="170" y="451"/>
                      <a:pt x="404" y="300"/>
                      <a:pt x="546" y="227"/>
                    </a:cubicBezTo>
                    <a:cubicBezTo>
                      <a:pt x="625" y="193"/>
                      <a:pt x="754" y="164"/>
                      <a:pt x="877" y="142"/>
                    </a:cubicBezTo>
                    <a:cubicBezTo>
                      <a:pt x="962" y="126"/>
                      <a:pt x="1051" y="104"/>
                      <a:pt x="1114" y="85"/>
                    </a:cubicBezTo>
                    <a:lnTo>
                      <a:pt x="1085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30"/>
              <p:cNvSpPr/>
              <p:nvPr/>
            </p:nvSpPr>
            <p:spPr>
              <a:xfrm>
                <a:off x="4479850" y="3216875"/>
                <a:ext cx="92450" cy="60200"/>
              </a:xfrm>
              <a:custGeom>
                <a:avLst/>
                <a:gdLst/>
                <a:ahLst/>
                <a:cxnLst/>
                <a:rect l="l" t="t" r="r" b="b"/>
                <a:pathLst>
                  <a:path w="3698" h="2408" extrusionOk="0">
                    <a:moveTo>
                      <a:pt x="1314" y="0"/>
                    </a:moveTo>
                    <a:cubicBezTo>
                      <a:pt x="1255" y="0"/>
                      <a:pt x="1193" y="6"/>
                      <a:pt x="1130" y="20"/>
                    </a:cubicBezTo>
                    <a:cubicBezTo>
                      <a:pt x="950" y="58"/>
                      <a:pt x="543" y="165"/>
                      <a:pt x="357" y="181"/>
                    </a:cubicBezTo>
                    <a:cubicBezTo>
                      <a:pt x="306" y="184"/>
                      <a:pt x="253" y="181"/>
                      <a:pt x="199" y="194"/>
                    </a:cubicBezTo>
                    <a:cubicBezTo>
                      <a:pt x="148" y="206"/>
                      <a:pt x="95" y="228"/>
                      <a:pt x="70" y="276"/>
                    </a:cubicBezTo>
                    <a:cubicBezTo>
                      <a:pt x="47" y="323"/>
                      <a:pt x="63" y="386"/>
                      <a:pt x="114" y="402"/>
                    </a:cubicBezTo>
                    <a:cubicBezTo>
                      <a:pt x="41" y="405"/>
                      <a:pt x="0" y="493"/>
                      <a:pt x="16" y="560"/>
                    </a:cubicBezTo>
                    <a:cubicBezTo>
                      <a:pt x="32" y="626"/>
                      <a:pt x="85" y="679"/>
                      <a:pt x="142" y="720"/>
                    </a:cubicBezTo>
                    <a:cubicBezTo>
                      <a:pt x="70" y="727"/>
                      <a:pt x="25" y="777"/>
                      <a:pt x="54" y="840"/>
                    </a:cubicBezTo>
                    <a:cubicBezTo>
                      <a:pt x="111" y="982"/>
                      <a:pt x="357" y="1064"/>
                      <a:pt x="420" y="1093"/>
                    </a:cubicBezTo>
                    <a:cubicBezTo>
                      <a:pt x="663" y="1203"/>
                      <a:pt x="883" y="1358"/>
                      <a:pt x="1073" y="1541"/>
                    </a:cubicBezTo>
                    <a:cubicBezTo>
                      <a:pt x="1199" y="1679"/>
                      <a:pt x="1281" y="1828"/>
                      <a:pt x="1404" y="1948"/>
                    </a:cubicBezTo>
                    <a:cubicBezTo>
                      <a:pt x="1451" y="1995"/>
                      <a:pt x="1502" y="2039"/>
                      <a:pt x="1562" y="2074"/>
                    </a:cubicBezTo>
                    <a:cubicBezTo>
                      <a:pt x="1584" y="2090"/>
                      <a:pt x="1612" y="2105"/>
                      <a:pt x="1634" y="2118"/>
                    </a:cubicBezTo>
                    <a:cubicBezTo>
                      <a:pt x="1962" y="2305"/>
                      <a:pt x="2324" y="2408"/>
                      <a:pt x="2697" y="2408"/>
                    </a:cubicBezTo>
                    <a:cubicBezTo>
                      <a:pt x="2801" y="2408"/>
                      <a:pt x="2907" y="2400"/>
                      <a:pt x="3013" y="2383"/>
                    </a:cubicBezTo>
                    <a:cubicBezTo>
                      <a:pt x="3149" y="2358"/>
                      <a:pt x="3697" y="2326"/>
                      <a:pt x="3697" y="2326"/>
                    </a:cubicBezTo>
                    <a:cubicBezTo>
                      <a:pt x="3697" y="2326"/>
                      <a:pt x="3190" y="1266"/>
                      <a:pt x="2745" y="891"/>
                    </a:cubicBezTo>
                    <a:cubicBezTo>
                      <a:pt x="2290" y="591"/>
                      <a:pt x="1890" y="0"/>
                      <a:pt x="1314" y="0"/>
                    </a:cubicBezTo>
                    <a:close/>
                  </a:path>
                </a:pathLst>
              </a:custGeom>
              <a:solidFill>
                <a:srgbClr val="E28D5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30"/>
              <p:cNvSpPr/>
              <p:nvPr/>
            </p:nvSpPr>
            <p:spPr>
              <a:xfrm>
                <a:off x="4482600" y="3233375"/>
                <a:ext cx="30475" cy="12875"/>
              </a:xfrm>
              <a:custGeom>
                <a:avLst/>
                <a:gdLst/>
                <a:ahLst/>
                <a:cxnLst/>
                <a:rect l="l" t="t" r="r" b="b"/>
                <a:pathLst>
                  <a:path w="1219" h="515" extrusionOk="0">
                    <a:moveTo>
                      <a:pt x="23" y="0"/>
                    </a:moveTo>
                    <a:lnTo>
                      <a:pt x="1" y="86"/>
                    </a:lnTo>
                    <a:cubicBezTo>
                      <a:pt x="67" y="105"/>
                      <a:pt x="158" y="120"/>
                      <a:pt x="253" y="142"/>
                    </a:cubicBezTo>
                    <a:cubicBezTo>
                      <a:pt x="389" y="168"/>
                      <a:pt x="546" y="199"/>
                      <a:pt x="641" y="240"/>
                    </a:cubicBezTo>
                    <a:cubicBezTo>
                      <a:pt x="761" y="291"/>
                      <a:pt x="1042" y="417"/>
                      <a:pt x="1161" y="515"/>
                    </a:cubicBezTo>
                    <a:lnTo>
                      <a:pt x="1218" y="452"/>
                    </a:lnTo>
                    <a:cubicBezTo>
                      <a:pt x="1089" y="341"/>
                      <a:pt x="811" y="221"/>
                      <a:pt x="676" y="161"/>
                    </a:cubicBezTo>
                    <a:cubicBezTo>
                      <a:pt x="575" y="114"/>
                      <a:pt x="417" y="82"/>
                      <a:pt x="266" y="54"/>
                    </a:cubicBezTo>
                    <a:cubicBezTo>
                      <a:pt x="177" y="35"/>
                      <a:pt x="86" y="19"/>
                      <a:pt x="23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30"/>
              <p:cNvSpPr/>
              <p:nvPr/>
            </p:nvSpPr>
            <p:spPr>
              <a:xfrm>
                <a:off x="4482675" y="3226350"/>
                <a:ext cx="33875" cy="9025"/>
              </a:xfrm>
              <a:custGeom>
                <a:avLst/>
                <a:gdLst/>
                <a:ahLst/>
                <a:cxnLst/>
                <a:rect l="l" t="t" r="r" b="b"/>
                <a:pathLst>
                  <a:path w="1355" h="361" extrusionOk="0">
                    <a:moveTo>
                      <a:pt x="66" y="0"/>
                    </a:moveTo>
                    <a:cubicBezTo>
                      <a:pt x="44" y="0"/>
                      <a:pt x="23" y="0"/>
                      <a:pt x="1" y="1"/>
                    </a:cubicBezTo>
                    <a:lnTo>
                      <a:pt x="1" y="89"/>
                    </a:lnTo>
                    <a:cubicBezTo>
                      <a:pt x="16" y="89"/>
                      <a:pt x="31" y="89"/>
                      <a:pt x="46" y="89"/>
                    </a:cubicBezTo>
                    <a:cubicBezTo>
                      <a:pt x="616" y="89"/>
                      <a:pt x="921" y="206"/>
                      <a:pt x="1234" y="326"/>
                    </a:cubicBezTo>
                    <a:cubicBezTo>
                      <a:pt x="1263" y="335"/>
                      <a:pt x="1294" y="348"/>
                      <a:pt x="1323" y="360"/>
                    </a:cubicBezTo>
                    <a:lnTo>
                      <a:pt x="1354" y="275"/>
                    </a:lnTo>
                    <a:cubicBezTo>
                      <a:pt x="1326" y="269"/>
                      <a:pt x="1294" y="256"/>
                      <a:pt x="1266" y="244"/>
                    </a:cubicBezTo>
                    <a:cubicBezTo>
                      <a:pt x="961" y="122"/>
                      <a:pt x="643" y="0"/>
                      <a:pt x="66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30"/>
              <p:cNvSpPr/>
              <p:nvPr/>
            </p:nvSpPr>
            <p:spPr>
              <a:xfrm>
                <a:off x="4489625" y="3219450"/>
                <a:ext cx="30075" cy="7325"/>
              </a:xfrm>
              <a:custGeom>
                <a:avLst/>
                <a:gdLst/>
                <a:ahLst/>
                <a:cxnLst/>
                <a:rect l="l" t="t" r="r" b="b"/>
                <a:pathLst>
                  <a:path w="1203" h="293" extrusionOk="0">
                    <a:moveTo>
                      <a:pt x="495" y="1"/>
                    </a:moveTo>
                    <a:cubicBezTo>
                      <a:pt x="417" y="1"/>
                      <a:pt x="329" y="8"/>
                      <a:pt x="243" y="12"/>
                    </a:cubicBezTo>
                    <a:cubicBezTo>
                      <a:pt x="168" y="19"/>
                      <a:pt x="99" y="25"/>
                      <a:pt x="42" y="25"/>
                    </a:cubicBezTo>
                    <a:cubicBezTo>
                      <a:pt x="30" y="25"/>
                      <a:pt x="18" y="25"/>
                      <a:pt x="7" y="24"/>
                    </a:cubicBezTo>
                    <a:lnTo>
                      <a:pt x="0" y="116"/>
                    </a:lnTo>
                    <a:cubicBezTo>
                      <a:pt x="73" y="116"/>
                      <a:pt x="158" y="109"/>
                      <a:pt x="250" y="103"/>
                    </a:cubicBezTo>
                    <a:cubicBezTo>
                      <a:pt x="331" y="97"/>
                      <a:pt x="411" y="92"/>
                      <a:pt x="481" y="92"/>
                    </a:cubicBezTo>
                    <a:cubicBezTo>
                      <a:pt x="526" y="92"/>
                      <a:pt x="567" y="94"/>
                      <a:pt x="603" y="100"/>
                    </a:cubicBezTo>
                    <a:cubicBezTo>
                      <a:pt x="754" y="122"/>
                      <a:pt x="1022" y="214"/>
                      <a:pt x="1158" y="292"/>
                    </a:cubicBezTo>
                    <a:lnTo>
                      <a:pt x="1202" y="214"/>
                    </a:lnTo>
                    <a:cubicBezTo>
                      <a:pt x="1060" y="125"/>
                      <a:pt x="773" y="34"/>
                      <a:pt x="612" y="9"/>
                    </a:cubicBezTo>
                    <a:cubicBezTo>
                      <a:pt x="578" y="3"/>
                      <a:pt x="538" y="1"/>
                      <a:pt x="495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30"/>
              <p:cNvSpPr/>
              <p:nvPr/>
            </p:nvSpPr>
            <p:spPr>
              <a:xfrm>
                <a:off x="4513900" y="3215775"/>
                <a:ext cx="2195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878" h="487" extrusionOk="0">
                    <a:moveTo>
                      <a:pt x="18" y="1"/>
                    </a:moveTo>
                    <a:cubicBezTo>
                      <a:pt x="12" y="1"/>
                      <a:pt x="6" y="1"/>
                      <a:pt x="1" y="1"/>
                    </a:cubicBezTo>
                    <a:lnTo>
                      <a:pt x="4" y="92"/>
                    </a:lnTo>
                    <a:cubicBezTo>
                      <a:pt x="9" y="92"/>
                      <a:pt x="15" y="92"/>
                      <a:pt x="20" y="92"/>
                    </a:cubicBezTo>
                    <a:cubicBezTo>
                      <a:pt x="154" y="92"/>
                      <a:pt x="294" y="130"/>
                      <a:pt x="439" y="209"/>
                    </a:cubicBezTo>
                    <a:cubicBezTo>
                      <a:pt x="578" y="285"/>
                      <a:pt x="704" y="389"/>
                      <a:pt x="821" y="487"/>
                    </a:cubicBezTo>
                    <a:lnTo>
                      <a:pt x="878" y="421"/>
                    </a:lnTo>
                    <a:cubicBezTo>
                      <a:pt x="755" y="316"/>
                      <a:pt x="629" y="209"/>
                      <a:pt x="484" y="130"/>
                    </a:cubicBezTo>
                    <a:cubicBezTo>
                      <a:pt x="322" y="42"/>
                      <a:pt x="167" y="1"/>
                      <a:pt x="18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30"/>
              <p:cNvSpPr/>
              <p:nvPr/>
            </p:nvSpPr>
            <p:spPr>
              <a:xfrm>
                <a:off x="4546475" y="3229500"/>
                <a:ext cx="131425" cy="68325"/>
              </a:xfrm>
              <a:custGeom>
                <a:avLst/>
                <a:gdLst/>
                <a:ahLst/>
                <a:cxnLst/>
                <a:rect l="l" t="t" r="r" b="b"/>
                <a:pathLst>
                  <a:path w="5257" h="2733" extrusionOk="0">
                    <a:moveTo>
                      <a:pt x="7" y="1"/>
                    </a:moveTo>
                    <a:lnTo>
                      <a:pt x="1" y="89"/>
                    </a:lnTo>
                    <a:cubicBezTo>
                      <a:pt x="591" y="140"/>
                      <a:pt x="1127" y="474"/>
                      <a:pt x="1531" y="758"/>
                    </a:cubicBezTo>
                    <a:cubicBezTo>
                      <a:pt x="1644" y="840"/>
                      <a:pt x="1761" y="928"/>
                      <a:pt x="1872" y="1010"/>
                    </a:cubicBezTo>
                    <a:cubicBezTo>
                      <a:pt x="2212" y="1266"/>
                      <a:pt x="2566" y="1528"/>
                      <a:pt x="2960" y="1711"/>
                    </a:cubicBezTo>
                    <a:cubicBezTo>
                      <a:pt x="3212" y="1831"/>
                      <a:pt x="3490" y="1938"/>
                      <a:pt x="3755" y="2039"/>
                    </a:cubicBezTo>
                    <a:cubicBezTo>
                      <a:pt x="4253" y="2231"/>
                      <a:pt x="4774" y="2433"/>
                      <a:pt x="5200" y="2733"/>
                    </a:cubicBezTo>
                    <a:lnTo>
                      <a:pt x="5257" y="2657"/>
                    </a:lnTo>
                    <a:cubicBezTo>
                      <a:pt x="4818" y="2351"/>
                      <a:pt x="4298" y="2149"/>
                      <a:pt x="3790" y="1951"/>
                    </a:cubicBezTo>
                    <a:cubicBezTo>
                      <a:pt x="3525" y="1850"/>
                      <a:pt x="3253" y="1745"/>
                      <a:pt x="3001" y="1629"/>
                    </a:cubicBezTo>
                    <a:cubicBezTo>
                      <a:pt x="2619" y="1446"/>
                      <a:pt x="2266" y="1187"/>
                      <a:pt x="1928" y="935"/>
                    </a:cubicBezTo>
                    <a:cubicBezTo>
                      <a:pt x="1818" y="853"/>
                      <a:pt x="1698" y="764"/>
                      <a:pt x="1585" y="682"/>
                    </a:cubicBezTo>
                    <a:cubicBezTo>
                      <a:pt x="1174" y="389"/>
                      <a:pt x="622" y="48"/>
                      <a:pt x="7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30"/>
              <p:cNvSpPr/>
              <p:nvPr/>
            </p:nvSpPr>
            <p:spPr>
              <a:xfrm>
                <a:off x="4553575" y="3212425"/>
                <a:ext cx="115650" cy="20575"/>
              </a:xfrm>
              <a:custGeom>
                <a:avLst/>
                <a:gdLst/>
                <a:ahLst/>
                <a:cxnLst/>
                <a:rect l="l" t="t" r="r" b="b"/>
                <a:pathLst>
                  <a:path w="4626" h="823" extrusionOk="0">
                    <a:moveTo>
                      <a:pt x="3963" y="1"/>
                    </a:moveTo>
                    <a:cubicBezTo>
                      <a:pt x="3525" y="1"/>
                      <a:pt x="3095" y="108"/>
                      <a:pt x="2739" y="217"/>
                    </a:cubicBezTo>
                    <a:cubicBezTo>
                      <a:pt x="2613" y="258"/>
                      <a:pt x="2484" y="302"/>
                      <a:pt x="2357" y="340"/>
                    </a:cubicBezTo>
                    <a:cubicBezTo>
                      <a:pt x="2014" y="450"/>
                      <a:pt x="1663" y="564"/>
                      <a:pt x="1304" y="627"/>
                    </a:cubicBezTo>
                    <a:cubicBezTo>
                      <a:pt x="1105" y="659"/>
                      <a:pt x="894" y="668"/>
                      <a:pt x="695" y="671"/>
                    </a:cubicBezTo>
                    <a:cubicBezTo>
                      <a:pt x="465" y="681"/>
                      <a:pt x="231" y="684"/>
                      <a:pt x="1" y="731"/>
                    </a:cubicBezTo>
                    <a:lnTo>
                      <a:pt x="20" y="823"/>
                    </a:lnTo>
                    <a:cubicBezTo>
                      <a:pt x="244" y="779"/>
                      <a:pt x="474" y="769"/>
                      <a:pt x="698" y="766"/>
                    </a:cubicBezTo>
                    <a:cubicBezTo>
                      <a:pt x="900" y="760"/>
                      <a:pt x="1111" y="753"/>
                      <a:pt x="1319" y="719"/>
                    </a:cubicBezTo>
                    <a:cubicBezTo>
                      <a:pt x="1689" y="655"/>
                      <a:pt x="2042" y="542"/>
                      <a:pt x="2386" y="428"/>
                    </a:cubicBezTo>
                    <a:cubicBezTo>
                      <a:pt x="2512" y="387"/>
                      <a:pt x="2641" y="343"/>
                      <a:pt x="2767" y="305"/>
                    </a:cubicBezTo>
                    <a:cubicBezTo>
                      <a:pt x="3118" y="198"/>
                      <a:pt x="3541" y="91"/>
                      <a:pt x="3969" y="91"/>
                    </a:cubicBezTo>
                    <a:cubicBezTo>
                      <a:pt x="4180" y="91"/>
                      <a:pt x="4392" y="118"/>
                      <a:pt x="4597" y="182"/>
                    </a:cubicBezTo>
                    <a:lnTo>
                      <a:pt x="4626" y="97"/>
                    </a:lnTo>
                    <a:cubicBezTo>
                      <a:pt x="4408" y="28"/>
                      <a:pt x="4184" y="1"/>
                      <a:pt x="3963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30"/>
              <p:cNvSpPr/>
              <p:nvPr/>
            </p:nvSpPr>
            <p:spPr>
              <a:xfrm>
                <a:off x="4553825" y="3074850"/>
                <a:ext cx="63900" cy="60450"/>
              </a:xfrm>
              <a:custGeom>
                <a:avLst/>
                <a:gdLst/>
                <a:ahLst/>
                <a:cxnLst/>
                <a:rect l="l" t="t" r="r" b="b"/>
                <a:pathLst>
                  <a:path w="2556" h="2418" extrusionOk="0">
                    <a:moveTo>
                      <a:pt x="1918" y="0"/>
                    </a:moveTo>
                    <a:lnTo>
                      <a:pt x="0" y="884"/>
                    </a:lnTo>
                    <a:lnTo>
                      <a:pt x="369" y="2133"/>
                    </a:lnTo>
                    <a:cubicBezTo>
                      <a:pt x="369" y="2133"/>
                      <a:pt x="437" y="2417"/>
                      <a:pt x="742" y="2417"/>
                    </a:cubicBezTo>
                    <a:cubicBezTo>
                      <a:pt x="774" y="2417"/>
                      <a:pt x="808" y="2414"/>
                      <a:pt x="846" y="2408"/>
                    </a:cubicBezTo>
                    <a:cubicBezTo>
                      <a:pt x="1240" y="2338"/>
                      <a:pt x="2556" y="1360"/>
                      <a:pt x="2556" y="1360"/>
                    </a:cubicBezTo>
                    <a:lnTo>
                      <a:pt x="1918" y="0"/>
                    </a:lnTo>
                    <a:close/>
                  </a:path>
                </a:pathLst>
              </a:custGeom>
              <a:solidFill>
                <a:srgbClr val="E28D5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30"/>
              <p:cNvSpPr/>
              <p:nvPr/>
            </p:nvSpPr>
            <p:spPr>
              <a:xfrm>
                <a:off x="4509975" y="3023825"/>
                <a:ext cx="81175" cy="98650"/>
              </a:xfrm>
              <a:custGeom>
                <a:avLst/>
                <a:gdLst/>
                <a:ahLst/>
                <a:cxnLst/>
                <a:rect l="l" t="t" r="r" b="b"/>
                <a:pathLst>
                  <a:path w="3247" h="3946" extrusionOk="0">
                    <a:moveTo>
                      <a:pt x="1433" y="0"/>
                    </a:moveTo>
                    <a:cubicBezTo>
                      <a:pt x="1025" y="0"/>
                      <a:pt x="620" y="136"/>
                      <a:pt x="347" y="436"/>
                    </a:cubicBezTo>
                    <a:cubicBezTo>
                      <a:pt x="0" y="814"/>
                      <a:pt x="32" y="1357"/>
                      <a:pt x="111" y="1830"/>
                    </a:cubicBezTo>
                    <a:cubicBezTo>
                      <a:pt x="224" y="2537"/>
                      <a:pt x="552" y="3802"/>
                      <a:pt x="1404" y="3934"/>
                    </a:cubicBezTo>
                    <a:cubicBezTo>
                      <a:pt x="1453" y="3942"/>
                      <a:pt x="1502" y="3945"/>
                      <a:pt x="1549" y="3945"/>
                    </a:cubicBezTo>
                    <a:cubicBezTo>
                      <a:pt x="2221" y="3945"/>
                      <a:pt x="2760" y="3231"/>
                      <a:pt x="2969" y="2660"/>
                    </a:cubicBezTo>
                    <a:cubicBezTo>
                      <a:pt x="3246" y="1909"/>
                      <a:pt x="3196" y="953"/>
                      <a:pt x="2556" y="401"/>
                    </a:cubicBezTo>
                    <a:cubicBezTo>
                      <a:pt x="2486" y="341"/>
                      <a:pt x="2410" y="284"/>
                      <a:pt x="2332" y="237"/>
                    </a:cubicBezTo>
                    <a:cubicBezTo>
                      <a:pt x="2071" y="83"/>
                      <a:pt x="1751" y="0"/>
                      <a:pt x="1433" y="0"/>
                    </a:cubicBezTo>
                    <a:close/>
                  </a:path>
                </a:pathLst>
              </a:custGeom>
              <a:solidFill>
                <a:srgbClr val="E28D5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30"/>
              <p:cNvSpPr/>
              <p:nvPr/>
            </p:nvSpPr>
            <p:spPr>
              <a:xfrm>
                <a:off x="4498925" y="2999475"/>
                <a:ext cx="124650" cy="128000"/>
              </a:xfrm>
              <a:custGeom>
                <a:avLst/>
                <a:gdLst/>
                <a:ahLst/>
                <a:cxnLst/>
                <a:rect l="l" t="t" r="r" b="b"/>
                <a:pathLst>
                  <a:path w="4986" h="5120" extrusionOk="0">
                    <a:moveTo>
                      <a:pt x="2242" y="0"/>
                    </a:moveTo>
                    <a:cubicBezTo>
                      <a:pt x="2036" y="0"/>
                      <a:pt x="1829" y="26"/>
                      <a:pt x="1628" y="75"/>
                    </a:cubicBezTo>
                    <a:cubicBezTo>
                      <a:pt x="1439" y="123"/>
                      <a:pt x="1250" y="192"/>
                      <a:pt x="1089" y="302"/>
                    </a:cubicBezTo>
                    <a:cubicBezTo>
                      <a:pt x="931" y="413"/>
                      <a:pt x="805" y="564"/>
                      <a:pt x="691" y="722"/>
                    </a:cubicBezTo>
                    <a:cubicBezTo>
                      <a:pt x="458" y="1041"/>
                      <a:pt x="294" y="1366"/>
                      <a:pt x="215" y="1750"/>
                    </a:cubicBezTo>
                    <a:cubicBezTo>
                      <a:pt x="127" y="2167"/>
                      <a:pt x="171" y="2593"/>
                      <a:pt x="202" y="3012"/>
                    </a:cubicBezTo>
                    <a:cubicBezTo>
                      <a:pt x="221" y="3287"/>
                      <a:pt x="240" y="3555"/>
                      <a:pt x="250" y="3826"/>
                    </a:cubicBezTo>
                    <a:cubicBezTo>
                      <a:pt x="262" y="4271"/>
                      <a:pt x="240" y="4744"/>
                      <a:pt x="1" y="5120"/>
                    </a:cubicBezTo>
                    <a:cubicBezTo>
                      <a:pt x="146" y="5072"/>
                      <a:pt x="266" y="4959"/>
                      <a:pt x="344" y="4826"/>
                    </a:cubicBezTo>
                    <a:cubicBezTo>
                      <a:pt x="559" y="4476"/>
                      <a:pt x="553" y="4101"/>
                      <a:pt x="584" y="3703"/>
                    </a:cubicBezTo>
                    <a:cubicBezTo>
                      <a:pt x="613" y="3369"/>
                      <a:pt x="613" y="3031"/>
                      <a:pt x="603" y="2694"/>
                    </a:cubicBezTo>
                    <a:cubicBezTo>
                      <a:pt x="600" y="2482"/>
                      <a:pt x="597" y="2265"/>
                      <a:pt x="647" y="2060"/>
                    </a:cubicBezTo>
                    <a:cubicBezTo>
                      <a:pt x="710" y="1807"/>
                      <a:pt x="871" y="1659"/>
                      <a:pt x="991" y="1435"/>
                    </a:cubicBezTo>
                    <a:cubicBezTo>
                      <a:pt x="1152" y="1741"/>
                      <a:pt x="1411" y="1984"/>
                      <a:pt x="1726" y="2126"/>
                    </a:cubicBezTo>
                    <a:cubicBezTo>
                      <a:pt x="1969" y="2236"/>
                      <a:pt x="2244" y="2284"/>
                      <a:pt x="2461" y="2438"/>
                    </a:cubicBezTo>
                    <a:cubicBezTo>
                      <a:pt x="2811" y="2687"/>
                      <a:pt x="2934" y="3145"/>
                      <a:pt x="2969" y="3574"/>
                    </a:cubicBezTo>
                    <a:cubicBezTo>
                      <a:pt x="2982" y="3719"/>
                      <a:pt x="2985" y="3877"/>
                      <a:pt x="2919" y="4012"/>
                    </a:cubicBezTo>
                    <a:cubicBezTo>
                      <a:pt x="3080" y="3965"/>
                      <a:pt x="3143" y="3766"/>
                      <a:pt x="3168" y="3599"/>
                    </a:cubicBezTo>
                    <a:cubicBezTo>
                      <a:pt x="3234" y="3179"/>
                      <a:pt x="3253" y="2754"/>
                      <a:pt x="3234" y="2331"/>
                    </a:cubicBezTo>
                    <a:cubicBezTo>
                      <a:pt x="3247" y="2331"/>
                      <a:pt x="3256" y="2328"/>
                      <a:pt x="3272" y="2328"/>
                    </a:cubicBezTo>
                    <a:cubicBezTo>
                      <a:pt x="3562" y="2631"/>
                      <a:pt x="3546" y="3120"/>
                      <a:pt x="3884" y="3400"/>
                    </a:cubicBezTo>
                    <a:cubicBezTo>
                      <a:pt x="4007" y="3498"/>
                      <a:pt x="4155" y="3558"/>
                      <a:pt x="4307" y="3609"/>
                    </a:cubicBezTo>
                    <a:cubicBezTo>
                      <a:pt x="4325" y="3616"/>
                      <a:pt x="4345" y="3622"/>
                      <a:pt x="4364" y="3622"/>
                    </a:cubicBezTo>
                    <a:cubicBezTo>
                      <a:pt x="4368" y="3622"/>
                      <a:pt x="4372" y="3622"/>
                      <a:pt x="4376" y="3621"/>
                    </a:cubicBezTo>
                    <a:cubicBezTo>
                      <a:pt x="4420" y="3615"/>
                      <a:pt x="4452" y="3574"/>
                      <a:pt x="4471" y="3539"/>
                    </a:cubicBezTo>
                    <a:cubicBezTo>
                      <a:pt x="4793" y="3015"/>
                      <a:pt x="4985" y="2296"/>
                      <a:pt x="4758" y="1706"/>
                    </a:cubicBezTo>
                    <a:cubicBezTo>
                      <a:pt x="4464" y="962"/>
                      <a:pt x="3733" y="372"/>
                      <a:pt x="2991" y="119"/>
                    </a:cubicBezTo>
                    <a:cubicBezTo>
                      <a:pt x="2751" y="39"/>
                      <a:pt x="2497" y="0"/>
                      <a:pt x="2242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30"/>
              <p:cNvSpPr/>
              <p:nvPr/>
            </p:nvSpPr>
            <p:spPr>
              <a:xfrm>
                <a:off x="4578100" y="3053900"/>
                <a:ext cx="24800" cy="33250"/>
              </a:xfrm>
              <a:custGeom>
                <a:avLst/>
                <a:gdLst/>
                <a:ahLst/>
                <a:cxnLst/>
                <a:rect l="l" t="t" r="r" b="b"/>
                <a:pathLst>
                  <a:path w="992" h="1330" extrusionOk="0">
                    <a:moveTo>
                      <a:pt x="397" y="0"/>
                    </a:moveTo>
                    <a:cubicBezTo>
                      <a:pt x="352" y="0"/>
                      <a:pt x="306" y="8"/>
                      <a:pt x="260" y="25"/>
                    </a:cubicBezTo>
                    <a:cubicBezTo>
                      <a:pt x="155" y="66"/>
                      <a:pt x="39" y="198"/>
                      <a:pt x="1" y="340"/>
                    </a:cubicBezTo>
                    <a:lnTo>
                      <a:pt x="23" y="1097"/>
                    </a:lnTo>
                    <a:cubicBezTo>
                      <a:pt x="99" y="1259"/>
                      <a:pt x="232" y="1329"/>
                      <a:pt x="376" y="1329"/>
                    </a:cubicBezTo>
                    <a:cubicBezTo>
                      <a:pt x="501" y="1329"/>
                      <a:pt x="634" y="1276"/>
                      <a:pt x="745" y="1185"/>
                    </a:cubicBezTo>
                    <a:cubicBezTo>
                      <a:pt x="916" y="1047"/>
                      <a:pt x="991" y="807"/>
                      <a:pt x="957" y="589"/>
                    </a:cubicBezTo>
                    <a:cubicBezTo>
                      <a:pt x="921" y="314"/>
                      <a:pt x="683" y="0"/>
                      <a:pt x="397" y="0"/>
                    </a:cubicBezTo>
                    <a:close/>
                  </a:path>
                </a:pathLst>
              </a:custGeom>
              <a:solidFill>
                <a:srgbClr val="E28D5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30"/>
              <p:cNvSpPr/>
              <p:nvPr/>
            </p:nvSpPr>
            <p:spPr>
              <a:xfrm>
                <a:off x="4578275" y="3062850"/>
                <a:ext cx="17300" cy="13750"/>
              </a:xfrm>
              <a:custGeom>
                <a:avLst/>
                <a:gdLst/>
                <a:ahLst/>
                <a:cxnLst/>
                <a:rect l="l" t="t" r="r" b="b"/>
                <a:pathLst>
                  <a:path w="692" h="550" extrusionOk="0">
                    <a:moveTo>
                      <a:pt x="634" y="1"/>
                    </a:moveTo>
                    <a:cubicBezTo>
                      <a:pt x="423" y="156"/>
                      <a:pt x="212" y="316"/>
                      <a:pt x="0" y="477"/>
                    </a:cubicBezTo>
                    <a:lnTo>
                      <a:pt x="57" y="550"/>
                    </a:lnTo>
                    <a:cubicBezTo>
                      <a:pt x="265" y="386"/>
                      <a:pt x="480" y="228"/>
                      <a:pt x="691" y="77"/>
                    </a:cubicBezTo>
                    <a:lnTo>
                      <a:pt x="634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30"/>
              <p:cNvSpPr/>
              <p:nvPr/>
            </p:nvSpPr>
            <p:spPr>
              <a:xfrm>
                <a:off x="4576700" y="3054725"/>
                <a:ext cx="6325" cy="10050"/>
              </a:xfrm>
              <a:custGeom>
                <a:avLst/>
                <a:gdLst/>
                <a:ahLst/>
                <a:cxnLst/>
                <a:rect l="l" t="t" r="r" b="b"/>
                <a:pathLst>
                  <a:path w="253" h="402" extrusionOk="0">
                    <a:moveTo>
                      <a:pt x="199" y="1"/>
                    </a:moveTo>
                    <a:cubicBezTo>
                      <a:pt x="79" y="96"/>
                      <a:pt x="6" y="244"/>
                      <a:pt x="0" y="398"/>
                    </a:cubicBezTo>
                    <a:lnTo>
                      <a:pt x="92" y="402"/>
                    </a:lnTo>
                    <a:cubicBezTo>
                      <a:pt x="95" y="272"/>
                      <a:pt x="155" y="149"/>
                      <a:pt x="253" y="70"/>
                    </a:cubicBezTo>
                    <a:lnTo>
                      <a:pt x="199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30"/>
              <p:cNvSpPr/>
              <p:nvPr/>
            </p:nvSpPr>
            <p:spPr>
              <a:xfrm>
                <a:off x="4577250" y="3081950"/>
                <a:ext cx="20600" cy="9250"/>
              </a:xfrm>
              <a:custGeom>
                <a:avLst/>
                <a:gdLst/>
                <a:ahLst/>
                <a:cxnLst/>
                <a:rect l="l" t="t" r="r" b="b"/>
                <a:pathLst>
                  <a:path w="824" h="370" extrusionOk="0">
                    <a:moveTo>
                      <a:pt x="89" y="0"/>
                    </a:moveTo>
                    <a:lnTo>
                      <a:pt x="0" y="7"/>
                    </a:lnTo>
                    <a:cubicBezTo>
                      <a:pt x="16" y="174"/>
                      <a:pt x="142" y="319"/>
                      <a:pt x="300" y="357"/>
                    </a:cubicBezTo>
                    <a:cubicBezTo>
                      <a:pt x="325" y="366"/>
                      <a:pt x="357" y="369"/>
                      <a:pt x="388" y="369"/>
                    </a:cubicBezTo>
                    <a:cubicBezTo>
                      <a:pt x="543" y="369"/>
                      <a:pt x="697" y="272"/>
                      <a:pt x="824" y="95"/>
                    </a:cubicBezTo>
                    <a:lnTo>
                      <a:pt x="748" y="41"/>
                    </a:lnTo>
                    <a:cubicBezTo>
                      <a:pt x="641" y="197"/>
                      <a:pt x="513" y="279"/>
                      <a:pt x="388" y="279"/>
                    </a:cubicBezTo>
                    <a:cubicBezTo>
                      <a:pt x="366" y="279"/>
                      <a:pt x="344" y="277"/>
                      <a:pt x="322" y="272"/>
                    </a:cubicBezTo>
                    <a:cubicBezTo>
                      <a:pt x="196" y="240"/>
                      <a:pt x="101" y="130"/>
                      <a:pt x="89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30"/>
              <p:cNvSpPr/>
              <p:nvPr/>
            </p:nvSpPr>
            <p:spPr>
              <a:xfrm>
                <a:off x="4560275" y="3101750"/>
                <a:ext cx="18575" cy="19725"/>
              </a:xfrm>
              <a:custGeom>
                <a:avLst/>
                <a:gdLst/>
                <a:ahLst/>
                <a:cxnLst/>
                <a:rect l="l" t="t" r="r" b="b"/>
                <a:pathLst>
                  <a:path w="743" h="789" extrusionOk="0">
                    <a:moveTo>
                      <a:pt x="663" y="0"/>
                    </a:moveTo>
                    <a:cubicBezTo>
                      <a:pt x="496" y="287"/>
                      <a:pt x="323" y="555"/>
                      <a:pt x="1" y="707"/>
                    </a:cubicBezTo>
                    <a:lnTo>
                      <a:pt x="39" y="789"/>
                    </a:lnTo>
                    <a:cubicBezTo>
                      <a:pt x="417" y="615"/>
                      <a:pt x="610" y="272"/>
                      <a:pt x="742" y="44"/>
                    </a:cubicBezTo>
                    <a:lnTo>
                      <a:pt x="663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30"/>
              <p:cNvSpPr/>
              <p:nvPr/>
            </p:nvSpPr>
            <p:spPr>
              <a:xfrm>
                <a:off x="4524950" y="3076575"/>
                <a:ext cx="9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399" h="1039" extrusionOk="0">
                    <a:moveTo>
                      <a:pt x="83" y="1"/>
                    </a:moveTo>
                    <a:lnTo>
                      <a:pt x="1" y="36"/>
                    </a:lnTo>
                    <a:cubicBezTo>
                      <a:pt x="67" y="203"/>
                      <a:pt x="86" y="392"/>
                      <a:pt x="51" y="569"/>
                    </a:cubicBezTo>
                    <a:cubicBezTo>
                      <a:pt x="48" y="578"/>
                      <a:pt x="48" y="588"/>
                      <a:pt x="45" y="600"/>
                    </a:cubicBezTo>
                    <a:cubicBezTo>
                      <a:pt x="29" y="673"/>
                      <a:pt x="13" y="752"/>
                      <a:pt x="42" y="824"/>
                    </a:cubicBezTo>
                    <a:cubicBezTo>
                      <a:pt x="64" y="894"/>
                      <a:pt x="121" y="947"/>
                      <a:pt x="193" y="982"/>
                    </a:cubicBezTo>
                    <a:cubicBezTo>
                      <a:pt x="256" y="1014"/>
                      <a:pt x="326" y="1026"/>
                      <a:pt x="389" y="1039"/>
                    </a:cubicBezTo>
                    <a:lnTo>
                      <a:pt x="398" y="947"/>
                    </a:lnTo>
                    <a:cubicBezTo>
                      <a:pt x="344" y="935"/>
                      <a:pt x="281" y="925"/>
                      <a:pt x="228" y="900"/>
                    </a:cubicBezTo>
                    <a:cubicBezTo>
                      <a:pt x="177" y="878"/>
                      <a:pt x="139" y="837"/>
                      <a:pt x="124" y="793"/>
                    </a:cubicBezTo>
                    <a:cubicBezTo>
                      <a:pt x="105" y="742"/>
                      <a:pt x="117" y="682"/>
                      <a:pt x="130" y="619"/>
                    </a:cubicBezTo>
                    <a:cubicBezTo>
                      <a:pt x="133" y="610"/>
                      <a:pt x="133" y="597"/>
                      <a:pt x="139" y="584"/>
                    </a:cubicBezTo>
                    <a:cubicBezTo>
                      <a:pt x="177" y="392"/>
                      <a:pt x="158" y="184"/>
                      <a:pt x="83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30"/>
              <p:cNvSpPr/>
              <p:nvPr/>
            </p:nvSpPr>
            <p:spPr>
              <a:xfrm>
                <a:off x="4531275" y="3063025"/>
                <a:ext cx="20750" cy="4350"/>
              </a:xfrm>
              <a:custGeom>
                <a:avLst/>
                <a:gdLst/>
                <a:ahLst/>
                <a:cxnLst/>
                <a:rect l="l" t="t" r="r" b="b"/>
                <a:pathLst>
                  <a:path w="830" h="174" extrusionOk="0">
                    <a:moveTo>
                      <a:pt x="32" y="0"/>
                    </a:moveTo>
                    <a:lnTo>
                      <a:pt x="0" y="85"/>
                    </a:lnTo>
                    <a:cubicBezTo>
                      <a:pt x="148" y="142"/>
                      <a:pt x="306" y="145"/>
                      <a:pt x="461" y="145"/>
                    </a:cubicBezTo>
                    <a:cubicBezTo>
                      <a:pt x="577" y="145"/>
                      <a:pt x="697" y="145"/>
                      <a:pt x="808" y="174"/>
                    </a:cubicBezTo>
                    <a:lnTo>
                      <a:pt x="830" y="85"/>
                    </a:lnTo>
                    <a:cubicBezTo>
                      <a:pt x="707" y="54"/>
                      <a:pt x="584" y="54"/>
                      <a:pt x="461" y="54"/>
                    </a:cubicBezTo>
                    <a:cubicBezTo>
                      <a:pt x="309" y="51"/>
                      <a:pt x="167" y="51"/>
                      <a:pt x="32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30"/>
              <p:cNvSpPr/>
              <p:nvPr/>
            </p:nvSpPr>
            <p:spPr>
              <a:xfrm>
                <a:off x="4539075" y="3074525"/>
                <a:ext cx="5000" cy="6750"/>
              </a:xfrm>
              <a:custGeom>
                <a:avLst/>
                <a:gdLst/>
                <a:ahLst/>
                <a:cxnLst/>
                <a:rect l="l" t="t" r="r" b="b"/>
                <a:pathLst>
                  <a:path w="200" h="270" extrusionOk="0">
                    <a:moveTo>
                      <a:pt x="93" y="0"/>
                    </a:moveTo>
                    <a:cubicBezTo>
                      <a:pt x="91" y="0"/>
                      <a:pt x="88" y="1"/>
                      <a:pt x="85" y="1"/>
                    </a:cubicBezTo>
                    <a:cubicBezTo>
                      <a:pt x="35" y="4"/>
                      <a:pt x="0" y="67"/>
                      <a:pt x="7" y="143"/>
                    </a:cubicBezTo>
                    <a:cubicBezTo>
                      <a:pt x="16" y="216"/>
                      <a:pt x="61" y="269"/>
                      <a:pt x="110" y="269"/>
                    </a:cubicBezTo>
                    <a:cubicBezTo>
                      <a:pt x="111" y="269"/>
                      <a:pt x="112" y="269"/>
                      <a:pt x="114" y="269"/>
                    </a:cubicBezTo>
                    <a:cubicBezTo>
                      <a:pt x="164" y="266"/>
                      <a:pt x="199" y="196"/>
                      <a:pt x="193" y="127"/>
                    </a:cubicBezTo>
                    <a:cubicBezTo>
                      <a:pt x="187" y="55"/>
                      <a:pt x="141" y="0"/>
                      <a:pt x="93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30"/>
              <p:cNvSpPr/>
              <p:nvPr/>
            </p:nvSpPr>
            <p:spPr>
              <a:xfrm>
                <a:off x="4516600" y="3081075"/>
                <a:ext cx="5625" cy="6575"/>
              </a:xfrm>
              <a:custGeom>
                <a:avLst/>
                <a:gdLst/>
                <a:ahLst/>
                <a:cxnLst/>
                <a:rect l="l" t="t" r="r" b="b"/>
                <a:pathLst>
                  <a:path w="225" h="263" extrusionOk="0">
                    <a:moveTo>
                      <a:pt x="93" y="0"/>
                    </a:moveTo>
                    <a:cubicBezTo>
                      <a:pt x="85" y="0"/>
                      <a:pt x="77" y="2"/>
                      <a:pt x="70" y="4"/>
                    </a:cubicBezTo>
                    <a:cubicBezTo>
                      <a:pt x="19" y="20"/>
                      <a:pt x="0" y="89"/>
                      <a:pt x="22" y="162"/>
                    </a:cubicBezTo>
                    <a:cubicBezTo>
                      <a:pt x="44" y="221"/>
                      <a:pt x="87" y="263"/>
                      <a:pt x="133" y="263"/>
                    </a:cubicBezTo>
                    <a:cubicBezTo>
                      <a:pt x="140" y="263"/>
                      <a:pt x="147" y="262"/>
                      <a:pt x="155" y="259"/>
                    </a:cubicBezTo>
                    <a:cubicBezTo>
                      <a:pt x="205" y="244"/>
                      <a:pt x="224" y="171"/>
                      <a:pt x="202" y="102"/>
                    </a:cubicBezTo>
                    <a:cubicBezTo>
                      <a:pt x="181" y="39"/>
                      <a:pt x="138" y="0"/>
                      <a:pt x="93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30"/>
              <p:cNvSpPr/>
              <p:nvPr/>
            </p:nvSpPr>
            <p:spPr>
              <a:xfrm>
                <a:off x="4511075" y="3067600"/>
                <a:ext cx="8300" cy="11050"/>
              </a:xfrm>
              <a:custGeom>
                <a:avLst/>
                <a:gdLst/>
                <a:ahLst/>
                <a:cxnLst/>
                <a:rect l="l" t="t" r="r" b="b"/>
                <a:pathLst>
                  <a:path w="332" h="442" extrusionOk="0">
                    <a:moveTo>
                      <a:pt x="246" y="0"/>
                    </a:moveTo>
                    <a:cubicBezTo>
                      <a:pt x="209" y="92"/>
                      <a:pt x="149" y="174"/>
                      <a:pt x="89" y="253"/>
                    </a:cubicBezTo>
                    <a:lnTo>
                      <a:pt x="63" y="297"/>
                    </a:lnTo>
                    <a:cubicBezTo>
                      <a:pt x="45" y="328"/>
                      <a:pt x="7" y="372"/>
                      <a:pt x="0" y="426"/>
                    </a:cubicBezTo>
                    <a:lnTo>
                      <a:pt x="92" y="442"/>
                    </a:lnTo>
                    <a:cubicBezTo>
                      <a:pt x="95" y="410"/>
                      <a:pt x="114" y="379"/>
                      <a:pt x="139" y="344"/>
                    </a:cubicBezTo>
                    <a:lnTo>
                      <a:pt x="164" y="306"/>
                    </a:lnTo>
                    <a:cubicBezTo>
                      <a:pt x="224" y="221"/>
                      <a:pt x="284" y="136"/>
                      <a:pt x="332" y="41"/>
                    </a:cubicBezTo>
                    <a:lnTo>
                      <a:pt x="246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30"/>
              <p:cNvSpPr/>
              <p:nvPr/>
            </p:nvSpPr>
            <p:spPr>
              <a:xfrm>
                <a:off x="4536850" y="3101950"/>
                <a:ext cx="12575" cy="4075"/>
              </a:xfrm>
              <a:custGeom>
                <a:avLst/>
                <a:gdLst/>
                <a:ahLst/>
                <a:cxnLst/>
                <a:rect l="l" t="t" r="r" b="b"/>
                <a:pathLst>
                  <a:path w="503" h="163" extrusionOk="0">
                    <a:moveTo>
                      <a:pt x="324" y="0"/>
                    </a:moveTo>
                    <a:cubicBezTo>
                      <a:pt x="314" y="0"/>
                      <a:pt x="304" y="1"/>
                      <a:pt x="294" y="2"/>
                    </a:cubicBezTo>
                    <a:cubicBezTo>
                      <a:pt x="238" y="11"/>
                      <a:pt x="187" y="24"/>
                      <a:pt x="137" y="40"/>
                    </a:cubicBezTo>
                    <a:cubicBezTo>
                      <a:pt x="89" y="52"/>
                      <a:pt x="45" y="62"/>
                      <a:pt x="1" y="71"/>
                    </a:cubicBezTo>
                    <a:lnTo>
                      <a:pt x="14" y="163"/>
                    </a:lnTo>
                    <a:cubicBezTo>
                      <a:pt x="61" y="153"/>
                      <a:pt x="108" y="140"/>
                      <a:pt x="165" y="125"/>
                    </a:cubicBezTo>
                    <a:cubicBezTo>
                      <a:pt x="212" y="112"/>
                      <a:pt x="260" y="96"/>
                      <a:pt x="307" y="93"/>
                    </a:cubicBezTo>
                    <a:cubicBezTo>
                      <a:pt x="318" y="92"/>
                      <a:pt x="328" y="91"/>
                      <a:pt x="338" y="91"/>
                    </a:cubicBezTo>
                    <a:cubicBezTo>
                      <a:pt x="380" y="91"/>
                      <a:pt x="417" y="102"/>
                      <a:pt x="443" y="125"/>
                    </a:cubicBezTo>
                    <a:lnTo>
                      <a:pt x="503" y="58"/>
                    </a:lnTo>
                    <a:cubicBezTo>
                      <a:pt x="458" y="20"/>
                      <a:pt x="393" y="0"/>
                      <a:pt x="324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30"/>
              <p:cNvSpPr/>
              <p:nvPr/>
            </p:nvSpPr>
            <p:spPr>
              <a:xfrm>
                <a:off x="4606425" y="3075000"/>
                <a:ext cx="70525" cy="46050"/>
              </a:xfrm>
              <a:custGeom>
                <a:avLst/>
                <a:gdLst/>
                <a:ahLst/>
                <a:cxnLst/>
                <a:rect l="l" t="t" r="r" b="b"/>
                <a:pathLst>
                  <a:path w="2821" h="1842" extrusionOk="0">
                    <a:moveTo>
                      <a:pt x="397" y="0"/>
                    </a:moveTo>
                    <a:cubicBezTo>
                      <a:pt x="302" y="0"/>
                      <a:pt x="199" y="36"/>
                      <a:pt x="152" y="121"/>
                    </a:cubicBezTo>
                    <a:lnTo>
                      <a:pt x="57" y="455"/>
                    </a:lnTo>
                    <a:cubicBezTo>
                      <a:pt x="0" y="897"/>
                      <a:pt x="259" y="1342"/>
                      <a:pt x="638" y="1578"/>
                    </a:cubicBezTo>
                    <a:cubicBezTo>
                      <a:pt x="937" y="1767"/>
                      <a:pt x="1297" y="1841"/>
                      <a:pt x="1654" y="1841"/>
                    </a:cubicBezTo>
                    <a:cubicBezTo>
                      <a:pt x="1745" y="1841"/>
                      <a:pt x="1835" y="1836"/>
                      <a:pt x="1925" y="1827"/>
                    </a:cubicBezTo>
                    <a:cubicBezTo>
                      <a:pt x="2139" y="1802"/>
                      <a:pt x="2366" y="1755"/>
                      <a:pt x="2540" y="1622"/>
                    </a:cubicBezTo>
                    <a:cubicBezTo>
                      <a:pt x="2714" y="1487"/>
                      <a:pt x="2821" y="1250"/>
                      <a:pt x="2751" y="1045"/>
                    </a:cubicBezTo>
                    <a:cubicBezTo>
                      <a:pt x="2723" y="963"/>
                      <a:pt x="2673" y="894"/>
                      <a:pt x="2619" y="824"/>
                    </a:cubicBezTo>
                    <a:cubicBezTo>
                      <a:pt x="2445" y="625"/>
                      <a:pt x="2218" y="468"/>
                      <a:pt x="1972" y="373"/>
                    </a:cubicBezTo>
                    <a:cubicBezTo>
                      <a:pt x="1568" y="218"/>
                      <a:pt x="1124" y="234"/>
                      <a:pt x="717" y="89"/>
                    </a:cubicBezTo>
                    <a:cubicBezTo>
                      <a:pt x="619" y="51"/>
                      <a:pt x="524" y="10"/>
                      <a:pt x="420" y="1"/>
                    </a:cubicBezTo>
                    <a:cubicBezTo>
                      <a:pt x="412" y="0"/>
                      <a:pt x="405" y="0"/>
                      <a:pt x="397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5" name="Google Shape;355;p30"/>
            <p:cNvGrpSpPr/>
            <p:nvPr/>
          </p:nvGrpSpPr>
          <p:grpSpPr>
            <a:xfrm>
              <a:off x="7896003" y="4231539"/>
              <a:ext cx="454821" cy="449295"/>
              <a:chOff x="2123425" y="2404625"/>
              <a:chExt cx="207850" cy="205325"/>
            </a:xfrm>
          </p:grpSpPr>
          <p:sp>
            <p:nvSpPr>
              <p:cNvPr id="356" name="Google Shape;356;p30"/>
              <p:cNvSpPr/>
              <p:nvPr/>
            </p:nvSpPr>
            <p:spPr>
              <a:xfrm>
                <a:off x="2309225" y="2421825"/>
                <a:ext cx="10200" cy="129275"/>
              </a:xfrm>
              <a:custGeom>
                <a:avLst/>
                <a:gdLst/>
                <a:ahLst/>
                <a:cxnLst/>
                <a:rect l="l" t="t" r="r" b="b"/>
                <a:pathLst>
                  <a:path w="408" h="5171" extrusionOk="0">
                    <a:moveTo>
                      <a:pt x="1" y="0"/>
                    </a:moveTo>
                    <a:lnTo>
                      <a:pt x="1" y="5171"/>
                    </a:lnTo>
                    <a:lnTo>
                      <a:pt x="408" y="5171"/>
                    </a:lnTo>
                    <a:lnTo>
                      <a:pt x="408" y="0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30"/>
              <p:cNvSpPr/>
              <p:nvPr/>
            </p:nvSpPr>
            <p:spPr>
              <a:xfrm>
                <a:off x="2276425" y="2421825"/>
                <a:ext cx="32825" cy="130550"/>
              </a:xfrm>
              <a:custGeom>
                <a:avLst/>
                <a:gdLst/>
                <a:ahLst/>
                <a:cxnLst/>
                <a:rect l="l" t="t" r="r" b="b"/>
                <a:pathLst>
                  <a:path w="1313" h="5222" extrusionOk="0">
                    <a:moveTo>
                      <a:pt x="1313" y="0"/>
                    </a:moveTo>
                    <a:lnTo>
                      <a:pt x="1" y="606"/>
                    </a:lnTo>
                    <a:lnTo>
                      <a:pt x="1" y="5221"/>
                    </a:lnTo>
                    <a:lnTo>
                      <a:pt x="1313" y="5168"/>
                    </a:lnTo>
                    <a:lnTo>
                      <a:pt x="1313" y="0"/>
                    </a:ln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30"/>
              <p:cNvSpPr/>
              <p:nvPr/>
            </p:nvSpPr>
            <p:spPr>
              <a:xfrm>
                <a:off x="2300550" y="2419850"/>
                <a:ext cx="5250" cy="12927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5171" extrusionOk="0">
                    <a:moveTo>
                      <a:pt x="1" y="0"/>
                    </a:moveTo>
                    <a:lnTo>
                      <a:pt x="1" y="5171"/>
                    </a:lnTo>
                    <a:lnTo>
                      <a:pt x="209" y="5171"/>
                    </a:lnTo>
                    <a:lnTo>
                      <a:pt x="209" y="0"/>
                    </a:ln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30"/>
              <p:cNvSpPr/>
              <p:nvPr/>
            </p:nvSpPr>
            <p:spPr>
              <a:xfrm>
                <a:off x="2252300" y="2419850"/>
                <a:ext cx="48200" cy="130550"/>
              </a:xfrm>
              <a:custGeom>
                <a:avLst/>
                <a:gdLst/>
                <a:ahLst/>
                <a:cxnLst/>
                <a:rect l="l" t="t" r="r" b="b"/>
                <a:pathLst>
                  <a:path w="1928" h="5222" extrusionOk="0">
                    <a:moveTo>
                      <a:pt x="1928" y="0"/>
                    </a:moveTo>
                    <a:lnTo>
                      <a:pt x="0" y="893"/>
                    </a:lnTo>
                    <a:lnTo>
                      <a:pt x="0" y="5221"/>
                    </a:lnTo>
                    <a:lnTo>
                      <a:pt x="1928" y="5168"/>
                    </a:lnTo>
                    <a:lnTo>
                      <a:pt x="1928" y="0"/>
                    </a:ln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30"/>
              <p:cNvSpPr/>
              <p:nvPr/>
            </p:nvSpPr>
            <p:spPr>
              <a:xfrm>
                <a:off x="2274600" y="2406525"/>
                <a:ext cx="11225" cy="129200"/>
              </a:xfrm>
              <a:custGeom>
                <a:avLst/>
                <a:gdLst/>
                <a:ahLst/>
                <a:cxnLst/>
                <a:rect l="l" t="t" r="r" b="b"/>
                <a:pathLst>
                  <a:path w="449" h="5168" extrusionOk="0">
                    <a:moveTo>
                      <a:pt x="1" y="0"/>
                    </a:moveTo>
                    <a:lnTo>
                      <a:pt x="1" y="5168"/>
                    </a:lnTo>
                    <a:lnTo>
                      <a:pt x="449" y="5168"/>
                    </a:lnTo>
                    <a:lnTo>
                      <a:pt x="449" y="0"/>
                    </a:ln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30"/>
              <p:cNvSpPr/>
              <p:nvPr/>
            </p:nvSpPr>
            <p:spPr>
              <a:xfrm>
                <a:off x="2226425" y="2406525"/>
                <a:ext cx="48300" cy="130475"/>
              </a:xfrm>
              <a:custGeom>
                <a:avLst/>
                <a:gdLst/>
                <a:ahLst/>
                <a:cxnLst/>
                <a:rect l="l" t="t" r="r" b="b"/>
                <a:pathLst>
                  <a:path w="1932" h="5219" extrusionOk="0">
                    <a:moveTo>
                      <a:pt x="1931" y="0"/>
                    </a:moveTo>
                    <a:lnTo>
                      <a:pt x="0" y="893"/>
                    </a:lnTo>
                    <a:lnTo>
                      <a:pt x="0" y="5218"/>
                    </a:lnTo>
                    <a:lnTo>
                      <a:pt x="1931" y="5171"/>
                    </a:lnTo>
                    <a:lnTo>
                      <a:pt x="1931" y="0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30"/>
              <p:cNvSpPr/>
              <p:nvPr/>
            </p:nvSpPr>
            <p:spPr>
              <a:xfrm>
                <a:off x="2242750" y="2404625"/>
                <a:ext cx="11300" cy="129200"/>
              </a:xfrm>
              <a:custGeom>
                <a:avLst/>
                <a:gdLst/>
                <a:ahLst/>
                <a:cxnLst/>
                <a:rect l="l" t="t" r="r" b="b"/>
                <a:pathLst>
                  <a:path w="452" h="5168" extrusionOk="0">
                    <a:moveTo>
                      <a:pt x="0" y="1"/>
                    </a:moveTo>
                    <a:lnTo>
                      <a:pt x="0" y="5168"/>
                    </a:lnTo>
                    <a:lnTo>
                      <a:pt x="452" y="5168"/>
                    </a:lnTo>
                    <a:lnTo>
                      <a:pt x="45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30"/>
              <p:cNvSpPr/>
              <p:nvPr/>
            </p:nvSpPr>
            <p:spPr>
              <a:xfrm>
                <a:off x="2194650" y="2404625"/>
                <a:ext cx="48200" cy="130475"/>
              </a:xfrm>
              <a:custGeom>
                <a:avLst/>
                <a:gdLst/>
                <a:ahLst/>
                <a:cxnLst/>
                <a:rect l="l" t="t" r="r" b="b"/>
                <a:pathLst>
                  <a:path w="1928" h="5219" extrusionOk="0">
                    <a:moveTo>
                      <a:pt x="1928" y="1"/>
                    </a:moveTo>
                    <a:lnTo>
                      <a:pt x="0" y="896"/>
                    </a:lnTo>
                    <a:lnTo>
                      <a:pt x="0" y="5218"/>
                    </a:lnTo>
                    <a:lnTo>
                      <a:pt x="1928" y="5171"/>
                    </a:lnTo>
                    <a:lnTo>
                      <a:pt x="1928" y="1"/>
                    </a:ln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30"/>
              <p:cNvSpPr/>
              <p:nvPr/>
            </p:nvSpPr>
            <p:spPr>
              <a:xfrm>
                <a:off x="2216950" y="2412125"/>
                <a:ext cx="22500" cy="129275"/>
              </a:xfrm>
              <a:custGeom>
                <a:avLst/>
                <a:gdLst/>
                <a:ahLst/>
                <a:cxnLst/>
                <a:rect l="l" t="t" r="r" b="b"/>
                <a:pathLst>
                  <a:path w="900" h="5171" extrusionOk="0">
                    <a:moveTo>
                      <a:pt x="1" y="0"/>
                    </a:moveTo>
                    <a:lnTo>
                      <a:pt x="1" y="5171"/>
                    </a:lnTo>
                    <a:lnTo>
                      <a:pt x="900" y="5171"/>
                    </a:lnTo>
                    <a:lnTo>
                      <a:pt x="900" y="0"/>
                    </a:ln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30"/>
              <p:cNvSpPr/>
              <p:nvPr/>
            </p:nvSpPr>
            <p:spPr>
              <a:xfrm>
                <a:off x="2168775" y="2412200"/>
                <a:ext cx="48200" cy="130475"/>
              </a:xfrm>
              <a:custGeom>
                <a:avLst/>
                <a:gdLst/>
                <a:ahLst/>
                <a:cxnLst/>
                <a:rect l="l" t="t" r="r" b="b"/>
                <a:pathLst>
                  <a:path w="1928" h="5219" extrusionOk="0">
                    <a:moveTo>
                      <a:pt x="1928" y="0"/>
                    </a:moveTo>
                    <a:lnTo>
                      <a:pt x="0" y="896"/>
                    </a:lnTo>
                    <a:lnTo>
                      <a:pt x="0" y="5218"/>
                    </a:lnTo>
                    <a:lnTo>
                      <a:pt x="1928" y="5168"/>
                    </a:lnTo>
                    <a:lnTo>
                      <a:pt x="1928" y="0"/>
                    </a:ln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30"/>
              <p:cNvSpPr/>
              <p:nvPr/>
            </p:nvSpPr>
            <p:spPr>
              <a:xfrm>
                <a:off x="2149525" y="2469225"/>
                <a:ext cx="181750" cy="140725"/>
              </a:xfrm>
              <a:custGeom>
                <a:avLst/>
                <a:gdLst/>
                <a:ahLst/>
                <a:cxnLst/>
                <a:rect l="l" t="t" r="r" b="b"/>
                <a:pathLst>
                  <a:path w="7270" h="5629" extrusionOk="0">
                    <a:moveTo>
                      <a:pt x="1" y="0"/>
                    </a:moveTo>
                    <a:lnTo>
                      <a:pt x="1" y="5628"/>
                    </a:lnTo>
                    <a:lnTo>
                      <a:pt x="7269" y="5628"/>
                    </a:lnTo>
                    <a:lnTo>
                      <a:pt x="7269" y="98"/>
                    </a:lnTo>
                    <a:cubicBezTo>
                      <a:pt x="7269" y="44"/>
                      <a:pt x="7225" y="0"/>
                      <a:pt x="7171" y="0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30"/>
              <p:cNvSpPr/>
              <p:nvPr/>
            </p:nvSpPr>
            <p:spPr>
              <a:xfrm>
                <a:off x="2123425" y="2469050"/>
                <a:ext cx="26275" cy="140825"/>
              </a:xfrm>
              <a:custGeom>
                <a:avLst/>
                <a:gdLst/>
                <a:ahLst/>
                <a:cxnLst/>
                <a:rect l="l" t="t" r="r" b="b"/>
                <a:pathLst>
                  <a:path w="1051" h="5633" extrusionOk="0">
                    <a:moveTo>
                      <a:pt x="1051" y="1"/>
                    </a:moveTo>
                    <a:lnTo>
                      <a:pt x="0" y="48"/>
                    </a:lnTo>
                    <a:lnTo>
                      <a:pt x="0" y="370"/>
                    </a:lnTo>
                    <a:lnTo>
                      <a:pt x="0" y="5254"/>
                    </a:lnTo>
                    <a:lnTo>
                      <a:pt x="1051" y="5632"/>
                    </a:lnTo>
                    <a:lnTo>
                      <a:pt x="1051" y="1"/>
                    </a:ln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8" name="Google Shape;368;p30"/>
            <p:cNvGrpSpPr/>
            <p:nvPr/>
          </p:nvGrpSpPr>
          <p:grpSpPr>
            <a:xfrm>
              <a:off x="7202696" y="4347771"/>
              <a:ext cx="634505" cy="343921"/>
              <a:chOff x="2697425" y="2166750"/>
              <a:chExt cx="179925" cy="97525"/>
            </a:xfrm>
          </p:grpSpPr>
          <p:sp>
            <p:nvSpPr>
              <p:cNvPr id="369" name="Google Shape;369;p30"/>
              <p:cNvSpPr/>
              <p:nvPr/>
            </p:nvSpPr>
            <p:spPr>
              <a:xfrm>
                <a:off x="2723300" y="2166750"/>
                <a:ext cx="154050" cy="97525"/>
              </a:xfrm>
              <a:custGeom>
                <a:avLst/>
                <a:gdLst/>
                <a:ahLst/>
                <a:cxnLst/>
                <a:rect l="l" t="t" r="r" b="b"/>
                <a:pathLst>
                  <a:path w="6162" h="3901" extrusionOk="0">
                    <a:moveTo>
                      <a:pt x="0" y="1"/>
                    </a:moveTo>
                    <a:lnTo>
                      <a:pt x="0" y="3900"/>
                    </a:lnTo>
                    <a:lnTo>
                      <a:pt x="6161" y="3900"/>
                    </a:lnTo>
                    <a:lnTo>
                      <a:pt x="6161" y="99"/>
                    </a:lnTo>
                    <a:cubicBezTo>
                      <a:pt x="6161" y="42"/>
                      <a:pt x="6117" y="1"/>
                      <a:pt x="6064" y="1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70;p30"/>
              <p:cNvSpPr/>
              <p:nvPr/>
            </p:nvSpPr>
            <p:spPr>
              <a:xfrm>
                <a:off x="2697425" y="2166750"/>
                <a:ext cx="25900" cy="97525"/>
              </a:xfrm>
              <a:custGeom>
                <a:avLst/>
                <a:gdLst/>
                <a:ahLst/>
                <a:cxnLst/>
                <a:rect l="l" t="t" r="r" b="b"/>
                <a:pathLst>
                  <a:path w="1036" h="3901" extrusionOk="0">
                    <a:moveTo>
                      <a:pt x="89" y="1"/>
                    </a:moveTo>
                    <a:cubicBezTo>
                      <a:pt x="38" y="1"/>
                      <a:pt x="0" y="39"/>
                      <a:pt x="0" y="89"/>
                    </a:cubicBezTo>
                    <a:lnTo>
                      <a:pt x="0" y="3588"/>
                    </a:lnTo>
                    <a:lnTo>
                      <a:pt x="4" y="3588"/>
                    </a:lnTo>
                    <a:lnTo>
                      <a:pt x="1035" y="3900"/>
                    </a:lnTo>
                    <a:lnTo>
                      <a:pt x="1035" y="1"/>
                    </a:ln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1"/>
          <p:cNvSpPr txBox="1">
            <a:spLocks noGrp="1"/>
          </p:cNvSpPr>
          <p:nvPr>
            <p:ph type="title"/>
          </p:nvPr>
        </p:nvSpPr>
        <p:spPr>
          <a:xfrm>
            <a:off x="5467275" y="2095321"/>
            <a:ext cx="3185400" cy="226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31"/>
          <p:cNvSpPr txBox="1">
            <a:spLocks noGrp="1"/>
          </p:cNvSpPr>
          <p:nvPr>
            <p:ph type="title" idx="2"/>
          </p:nvPr>
        </p:nvSpPr>
        <p:spPr>
          <a:xfrm>
            <a:off x="5191962" y="1532113"/>
            <a:ext cx="1324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377" name="Google Shape;377;p31"/>
          <p:cNvGrpSpPr/>
          <p:nvPr/>
        </p:nvGrpSpPr>
        <p:grpSpPr>
          <a:xfrm>
            <a:off x="766638" y="1190625"/>
            <a:ext cx="3981707" cy="2762251"/>
            <a:chOff x="503475" y="1080254"/>
            <a:chExt cx="4299900" cy="2982992"/>
          </a:xfrm>
        </p:grpSpPr>
        <p:sp>
          <p:nvSpPr>
            <p:cNvPr id="378" name="Google Shape;378;p31"/>
            <p:cNvSpPr/>
            <p:nvPr/>
          </p:nvSpPr>
          <p:spPr>
            <a:xfrm>
              <a:off x="503475" y="3849046"/>
              <a:ext cx="4299900" cy="214200"/>
            </a:xfrm>
            <a:prstGeom prst="ellipse">
              <a:avLst/>
            </a:prstGeom>
            <a:solidFill>
              <a:srgbClr val="011627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1"/>
            <p:cNvSpPr/>
            <p:nvPr/>
          </p:nvSpPr>
          <p:spPr>
            <a:xfrm>
              <a:off x="1313025" y="3897646"/>
              <a:ext cx="1122600" cy="117000"/>
            </a:xfrm>
            <a:prstGeom prst="ellipse">
              <a:avLst/>
            </a:prstGeom>
            <a:solidFill>
              <a:srgbClr val="011627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1"/>
            <p:cNvSpPr/>
            <p:nvPr/>
          </p:nvSpPr>
          <p:spPr>
            <a:xfrm>
              <a:off x="2496850" y="3897646"/>
              <a:ext cx="1122600" cy="117000"/>
            </a:xfrm>
            <a:prstGeom prst="ellipse">
              <a:avLst/>
            </a:prstGeom>
            <a:solidFill>
              <a:srgbClr val="011627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1" name="Google Shape;381;p31"/>
            <p:cNvGrpSpPr/>
            <p:nvPr/>
          </p:nvGrpSpPr>
          <p:grpSpPr>
            <a:xfrm>
              <a:off x="849571" y="1253771"/>
              <a:ext cx="3520454" cy="2519075"/>
              <a:chOff x="672671" y="1476375"/>
              <a:chExt cx="3520454" cy="2519075"/>
            </a:xfrm>
          </p:grpSpPr>
          <p:sp>
            <p:nvSpPr>
              <p:cNvPr id="382" name="Google Shape;382;p31"/>
              <p:cNvSpPr/>
              <p:nvPr/>
            </p:nvSpPr>
            <p:spPr>
              <a:xfrm>
                <a:off x="672671" y="2204450"/>
                <a:ext cx="626700" cy="17910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31"/>
              <p:cNvSpPr/>
              <p:nvPr/>
            </p:nvSpPr>
            <p:spPr>
              <a:xfrm>
                <a:off x="1299375" y="1532125"/>
                <a:ext cx="488100" cy="24633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31"/>
              <p:cNvSpPr/>
              <p:nvPr/>
            </p:nvSpPr>
            <p:spPr>
              <a:xfrm>
                <a:off x="2571347" y="3034400"/>
                <a:ext cx="749700" cy="9609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31"/>
              <p:cNvSpPr/>
              <p:nvPr/>
            </p:nvSpPr>
            <p:spPr>
              <a:xfrm>
                <a:off x="3321025" y="1476375"/>
                <a:ext cx="384000" cy="25188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31"/>
              <p:cNvSpPr/>
              <p:nvPr/>
            </p:nvSpPr>
            <p:spPr>
              <a:xfrm>
                <a:off x="3705025" y="2037775"/>
                <a:ext cx="488100" cy="19575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7" name="Google Shape;387;p31"/>
            <p:cNvGrpSpPr/>
            <p:nvPr/>
          </p:nvGrpSpPr>
          <p:grpSpPr>
            <a:xfrm>
              <a:off x="2435619" y="1385714"/>
              <a:ext cx="1367492" cy="2608772"/>
              <a:chOff x="3167000" y="1252375"/>
              <a:chExt cx="315025" cy="600975"/>
            </a:xfrm>
          </p:grpSpPr>
          <p:sp>
            <p:nvSpPr>
              <p:cNvPr id="388" name="Google Shape;388;p31"/>
              <p:cNvSpPr/>
              <p:nvPr/>
            </p:nvSpPr>
            <p:spPr>
              <a:xfrm>
                <a:off x="3312200" y="1261750"/>
                <a:ext cx="46150" cy="120450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4818" extrusionOk="0">
                    <a:moveTo>
                      <a:pt x="971" y="0"/>
                    </a:moveTo>
                    <a:cubicBezTo>
                      <a:pt x="968" y="0"/>
                      <a:pt x="966" y="0"/>
                      <a:pt x="966" y="0"/>
                    </a:cubicBezTo>
                    <a:lnTo>
                      <a:pt x="464" y="571"/>
                    </a:lnTo>
                    <a:cubicBezTo>
                      <a:pt x="464" y="571"/>
                      <a:pt x="0" y="4133"/>
                      <a:pt x="256" y="4543"/>
                    </a:cubicBezTo>
                    <a:cubicBezTo>
                      <a:pt x="398" y="4768"/>
                      <a:pt x="848" y="4818"/>
                      <a:pt x="1219" y="4818"/>
                    </a:cubicBezTo>
                    <a:cubicBezTo>
                      <a:pt x="1515" y="4818"/>
                      <a:pt x="1761" y="4786"/>
                      <a:pt x="1761" y="4786"/>
                    </a:cubicBezTo>
                    <a:cubicBezTo>
                      <a:pt x="1761" y="4786"/>
                      <a:pt x="912" y="3622"/>
                      <a:pt x="1379" y="2650"/>
                    </a:cubicBezTo>
                    <a:cubicBezTo>
                      <a:pt x="1846" y="1675"/>
                      <a:pt x="1603" y="568"/>
                      <a:pt x="1508" y="278"/>
                    </a:cubicBezTo>
                    <a:cubicBezTo>
                      <a:pt x="1417" y="9"/>
                      <a:pt x="1020" y="0"/>
                      <a:pt x="971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31"/>
              <p:cNvSpPr/>
              <p:nvPr/>
            </p:nvSpPr>
            <p:spPr>
              <a:xfrm>
                <a:off x="3326875" y="1386075"/>
                <a:ext cx="136375" cy="159625"/>
              </a:xfrm>
              <a:custGeom>
                <a:avLst/>
                <a:gdLst/>
                <a:ahLst/>
                <a:cxnLst/>
                <a:rect l="l" t="t" r="r" b="b"/>
                <a:pathLst>
                  <a:path w="5455" h="6385" extrusionOk="0">
                    <a:moveTo>
                      <a:pt x="1300" y="1"/>
                    </a:moveTo>
                    <a:cubicBezTo>
                      <a:pt x="1019" y="1"/>
                      <a:pt x="699" y="56"/>
                      <a:pt x="697" y="56"/>
                    </a:cubicBezTo>
                    <a:lnTo>
                      <a:pt x="0" y="1021"/>
                    </a:lnTo>
                    <a:cubicBezTo>
                      <a:pt x="0" y="1021"/>
                      <a:pt x="1155" y="3927"/>
                      <a:pt x="1347" y="4173"/>
                    </a:cubicBezTo>
                    <a:cubicBezTo>
                      <a:pt x="1540" y="4416"/>
                      <a:pt x="5048" y="6384"/>
                      <a:pt x="5048" y="6384"/>
                    </a:cubicBezTo>
                    <a:lnTo>
                      <a:pt x="5455" y="5898"/>
                    </a:lnTo>
                    <a:cubicBezTo>
                      <a:pt x="5455" y="5898"/>
                      <a:pt x="2780" y="3797"/>
                      <a:pt x="2429" y="3315"/>
                    </a:cubicBezTo>
                    <a:cubicBezTo>
                      <a:pt x="2136" y="2107"/>
                      <a:pt x="1827" y="192"/>
                      <a:pt x="1675" y="75"/>
                    </a:cubicBezTo>
                    <a:cubicBezTo>
                      <a:pt x="1607" y="19"/>
                      <a:pt x="1459" y="1"/>
                      <a:pt x="1300" y="1"/>
                    </a:cubicBez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31"/>
              <p:cNvSpPr/>
              <p:nvPr/>
            </p:nvSpPr>
            <p:spPr>
              <a:xfrm>
                <a:off x="3326950" y="1607275"/>
                <a:ext cx="25" cy="100"/>
              </a:xfrm>
              <a:custGeom>
                <a:avLst/>
                <a:gdLst/>
                <a:ahLst/>
                <a:cxnLst/>
                <a:rect l="l" t="t" r="r" b="b"/>
                <a:pathLst>
                  <a:path w="1" h="4" extrusionOk="0">
                    <a:moveTo>
                      <a:pt x="0" y="0"/>
                    </a:moveTo>
                    <a:lnTo>
                      <a:pt x="0" y="3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31"/>
              <p:cNvSpPr/>
              <p:nvPr/>
            </p:nvSpPr>
            <p:spPr>
              <a:xfrm>
                <a:off x="3171250" y="1361825"/>
                <a:ext cx="250375" cy="484075"/>
              </a:xfrm>
              <a:custGeom>
                <a:avLst/>
                <a:gdLst/>
                <a:ahLst/>
                <a:cxnLst/>
                <a:rect l="l" t="t" r="r" b="b"/>
                <a:pathLst>
                  <a:path w="10015" h="19363" extrusionOk="0">
                    <a:moveTo>
                      <a:pt x="5623" y="1"/>
                    </a:moveTo>
                    <a:cubicBezTo>
                      <a:pt x="4112" y="310"/>
                      <a:pt x="2995" y="1587"/>
                      <a:pt x="2995" y="1587"/>
                    </a:cubicBezTo>
                    <a:cubicBezTo>
                      <a:pt x="2995" y="1587"/>
                      <a:pt x="4162" y="4771"/>
                      <a:pt x="4396" y="5398"/>
                    </a:cubicBezTo>
                    <a:cubicBezTo>
                      <a:pt x="4304" y="5903"/>
                      <a:pt x="3626" y="8250"/>
                      <a:pt x="3784" y="8922"/>
                    </a:cubicBezTo>
                    <a:lnTo>
                      <a:pt x="4364" y="12250"/>
                    </a:lnTo>
                    <a:lnTo>
                      <a:pt x="4597" y="13604"/>
                    </a:lnTo>
                    <a:cubicBezTo>
                      <a:pt x="4241" y="13881"/>
                      <a:pt x="3787" y="14238"/>
                      <a:pt x="3329" y="14598"/>
                    </a:cubicBezTo>
                    <a:cubicBezTo>
                      <a:pt x="3231" y="14673"/>
                      <a:pt x="3134" y="14752"/>
                      <a:pt x="3039" y="14828"/>
                    </a:cubicBezTo>
                    <a:cubicBezTo>
                      <a:pt x="2146" y="15528"/>
                      <a:pt x="1317" y="16188"/>
                      <a:pt x="1263" y="16232"/>
                    </a:cubicBezTo>
                    <a:cubicBezTo>
                      <a:pt x="1228" y="16254"/>
                      <a:pt x="1190" y="16282"/>
                      <a:pt x="1143" y="16314"/>
                    </a:cubicBezTo>
                    <a:lnTo>
                      <a:pt x="1130" y="16320"/>
                    </a:lnTo>
                    <a:cubicBezTo>
                      <a:pt x="932" y="16459"/>
                      <a:pt x="654" y="16645"/>
                      <a:pt x="496" y="16711"/>
                    </a:cubicBezTo>
                    <a:cubicBezTo>
                      <a:pt x="291" y="16803"/>
                      <a:pt x="1" y="16964"/>
                      <a:pt x="64" y="17260"/>
                    </a:cubicBezTo>
                    <a:cubicBezTo>
                      <a:pt x="64" y="17260"/>
                      <a:pt x="1402" y="19093"/>
                      <a:pt x="1512" y="19260"/>
                    </a:cubicBezTo>
                    <a:cubicBezTo>
                      <a:pt x="1556" y="19328"/>
                      <a:pt x="1607" y="19352"/>
                      <a:pt x="1656" y="19352"/>
                    </a:cubicBezTo>
                    <a:cubicBezTo>
                      <a:pt x="1768" y="19352"/>
                      <a:pt x="1871" y="19228"/>
                      <a:pt x="1869" y="19213"/>
                    </a:cubicBezTo>
                    <a:cubicBezTo>
                      <a:pt x="1869" y="19213"/>
                      <a:pt x="1796" y="18838"/>
                      <a:pt x="1730" y="18557"/>
                    </a:cubicBezTo>
                    <a:lnTo>
                      <a:pt x="1730" y="18550"/>
                    </a:lnTo>
                    <a:cubicBezTo>
                      <a:pt x="1585" y="17945"/>
                      <a:pt x="1405" y="17311"/>
                      <a:pt x="1433" y="17266"/>
                    </a:cubicBezTo>
                    <a:cubicBezTo>
                      <a:pt x="1436" y="17260"/>
                      <a:pt x="3560" y="15695"/>
                      <a:pt x="4367" y="15150"/>
                    </a:cubicBezTo>
                    <a:cubicBezTo>
                      <a:pt x="5254" y="14550"/>
                      <a:pt x="5894" y="14317"/>
                      <a:pt x="5989" y="13837"/>
                    </a:cubicBezTo>
                    <a:lnTo>
                      <a:pt x="6064" y="12607"/>
                    </a:lnTo>
                    <a:lnTo>
                      <a:pt x="6228" y="9834"/>
                    </a:lnTo>
                    <a:lnTo>
                      <a:pt x="6228" y="9834"/>
                    </a:lnTo>
                    <a:cubicBezTo>
                      <a:pt x="6220" y="9836"/>
                      <a:pt x="6212" y="9838"/>
                      <a:pt x="6212" y="9838"/>
                    </a:cubicBezTo>
                    <a:cubicBezTo>
                      <a:pt x="6211" y="9838"/>
                      <a:pt x="6216" y="9837"/>
                      <a:pt x="6228" y="9831"/>
                    </a:cubicBezTo>
                    <a:cubicBezTo>
                      <a:pt x="6241" y="9828"/>
                      <a:pt x="6244" y="9828"/>
                      <a:pt x="6247" y="9828"/>
                    </a:cubicBezTo>
                    <a:lnTo>
                      <a:pt x="6232" y="9834"/>
                    </a:lnTo>
                    <a:lnTo>
                      <a:pt x="7064" y="11730"/>
                    </a:lnTo>
                    <a:lnTo>
                      <a:pt x="7516" y="12755"/>
                    </a:lnTo>
                    <a:lnTo>
                      <a:pt x="7610" y="12973"/>
                    </a:lnTo>
                    <a:lnTo>
                      <a:pt x="7714" y="13219"/>
                    </a:lnTo>
                    <a:cubicBezTo>
                      <a:pt x="7711" y="13228"/>
                      <a:pt x="7711" y="13238"/>
                      <a:pt x="7711" y="13251"/>
                    </a:cubicBezTo>
                    <a:cubicBezTo>
                      <a:pt x="7705" y="13345"/>
                      <a:pt x="7692" y="13446"/>
                      <a:pt x="7680" y="13560"/>
                    </a:cubicBezTo>
                    <a:cubicBezTo>
                      <a:pt x="7635" y="14008"/>
                      <a:pt x="7582" y="14582"/>
                      <a:pt x="7522" y="15162"/>
                    </a:cubicBezTo>
                    <a:lnTo>
                      <a:pt x="7487" y="15528"/>
                    </a:lnTo>
                    <a:cubicBezTo>
                      <a:pt x="7377" y="16658"/>
                      <a:pt x="7273" y="17714"/>
                      <a:pt x="7269" y="17781"/>
                    </a:cubicBezTo>
                    <a:cubicBezTo>
                      <a:pt x="7266" y="17809"/>
                      <a:pt x="7257" y="17834"/>
                      <a:pt x="7254" y="17872"/>
                    </a:cubicBezTo>
                    <a:lnTo>
                      <a:pt x="7254" y="17879"/>
                    </a:lnTo>
                    <a:cubicBezTo>
                      <a:pt x="7216" y="18115"/>
                      <a:pt x="7146" y="18491"/>
                      <a:pt x="7083" y="18664"/>
                    </a:cubicBezTo>
                    <a:cubicBezTo>
                      <a:pt x="7004" y="18875"/>
                      <a:pt x="6922" y="19191"/>
                      <a:pt x="7181" y="19355"/>
                    </a:cubicBezTo>
                    <a:cubicBezTo>
                      <a:pt x="7181" y="19355"/>
                      <a:pt x="8197" y="19342"/>
                      <a:pt x="8971" y="19342"/>
                    </a:cubicBezTo>
                    <a:cubicBezTo>
                      <a:pt x="9397" y="19342"/>
                      <a:pt x="9749" y="19346"/>
                      <a:pt x="9818" y="19358"/>
                    </a:cubicBezTo>
                    <a:cubicBezTo>
                      <a:pt x="9837" y="19361"/>
                      <a:pt x="9851" y="19363"/>
                      <a:pt x="9863" y="19363"/>
                    </a:cubicBezTo>
                    <a:cubicBezTo>
                      <a:pt x="10014" y="19363"/>
                      <a:pt x="9603" y="19087"/>
                      <a:pt x="9377" y="18964"/>
                    </a:cubicBezTo>
                    <a:cubicBezTo>
                      <a:pt x="9377" y="18964"/>
                      <a:pt x="9423" y="18917"/>
                      <a:pt x="9420" y="18917"/>
                    </a:cubicBezTo>
                    <a:lnTo>
                      <a:pt x="9420" y="18917"/>
                    </a:lnTo>
                    <a:cubicBezTo>
                      <a:pt x="9418" y="18917"/>
                      <a:pt x="9406" y="18928"/>
                      <a:pt x="9371" y="18961"/>
                    </a:cubicBezTo>
                    <a:cubicBezTo>
                      <a:pt x="8841" y="18645"/>
                      <a:pt x="8061" y="18361"/>
                      <a:pt x="8052" y="18308"/>
                    </a:cubicBezTo>
                    <a:cubicBezTo>
                      <a:pt x="8052" y="18289"/>
                      <a:pt x="8121" y="17920"/>
                      <a:pt x="8229" y="17374"/>
                    </a:cubicBezTo>
                    <a:lnTo>
                      <a:pt x="8229" y="17371"/>
                    </a:lnTo>
                    <a:cubicBezTo>
                      <a:pt x="8361" y="16680"/>
                      <a:pt x="8547" y="15714"/>
                      <a:pt x="8699" y="14850"/>
                    </a:cubicBezTo>
                    <a:cubicBezTo>
                      <a:pt x="8875" y="13828"/>
                      <a:pt x="9008" y="13446"/>
                      <a:pt x="9024" y="12986"/>
                    </a:cubicBezTo>
                    <a:cubicBezTo>
                      <a:pt x="9024" y="12733"/>
                      <a:pt x="8973" y="12282"/>
                      <a:pt x="8891" y="11727"/>
                    </a:cubicBezTo>
                    <a:cubicBezTo>
                      <a:pt x="8541" y="9389"/>
                      <a:pt x="7610" y="5099"/>
                      <a:pt x="7610" y="5099"/>
                    </a:cubicBezTo>
                    <a:lnTo>
                      <a:pt x="7878" y="1042"/>
                    </a:lnTo>
                    <a:cubicBezTo>
                      <a:pt x="7878" y="1042"/>
                      <a:pt x="6982" y="130"/>
                      <a:pt x="5623" y="1"/>
                    </a:cubicBez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31"/>
              <p:cNvSpPr/>
              <p:nvPr/>
            </p:nvSpPr>
            <p:spPr>
              <a:xfrm>
                <a:off x="3238300" y="1503400"/>
                <a:ext cx="167925" cy="261225"/>
              </a:xfrm>
              <a:custGeom>
                <a:avLst/>
                <a:gdLst/>
                <a:ahLst/>
                <a:cxnLst/>
                <a:rect l="l" t="t" r="r" b="b"/>
                <a:pathLst>
                  <a:path w="6717" h="10449" extrusionOk="0">
                    <a:moveTo>
                      <a:pt x="5206" y="0"/>
                    </a:moveTo>
                    <a:lnTo>
                      <a:pt x="5206" y="0"/>
                    </a:lnTo>
                    <a:lnTo>
                      <a:pt x="5206" y="0"/>
                    </a:lnTo>
                    <a:cubicBezTo>
                      <a:pt x="5206" y="0"/>
                      <a:pt x="5206" y="0"/>
                      <a:pt x="5206" y="0"/>
                    </a:cubicBezTo>
                    <a:close/>
                    <a:moveTo>
                      <a:pt x="5206" y="0"/>
                    </a:moveTo>
                    <a:cubicBezTo>
                      <a:pt x="5205" y="4"/>
                      <a:pt x="4493" y="342"/>
                      <a:pt x="3379" y="342"/>
                    </a:cubicBezTo>
                    <a:cubicBezTo>
                      <a:pt x="2875" y="342"/>
                      <a:pt x="2290" y="273"/>
                      <a:pt x="1650" y="73"/>
                    </a:cubicBezTo>
                    <a:cubicBezTo>
                      <a:pt x="1650" y="73"/>
                      <a:pt x="874" y="2366"/>
                      <a:pt x="937" y="3108"/>
                    </a:cubicBezTo>
                    <a:cubicBezTo>
                      <a:pt x="1001" y="3849"/>
                      <a:pt x="1698" y="7777"/>
                      <a:pt x="1698" y="7777"/>
                    </a:cubicBezTo>
                    <a:lnTo>
                      <a:pt x="1" y="8701"/>
                    </a:lnTo>
                    <a:lnTo>
                      <a:pt x="174" y="8906"/>
                    </a:lnTo>
                    <a:lnTo>
                      <a:pt x="1083" y="8906"/>
                    </a:lnTo>
                    <a:lnTo>
                      <a:pt x="505" y="9379"/>
                    </a:lnTo>
                    <a:lnTo>
                      <a:pt x="1351" y="10449"/>
                    </a:lnTo>
                    <a:lnTo>
                      <a:pt x="3408" y="8288"/>
                    </a:lnTo>
                    <a:lnTo>
                      <a:pt x="3546" y="4155"/>
                    </a:lnTo>
                    <a:lnTo>
                      <a:pt x="4953" y="7572"/>
                    </a:lnTo>
                    <a:lnTo>
                      <a:pt x="4297" y="9938"/>
                    </a:lnTo>
                    <a:lnTo>
                      <a:pt x="4837" y="9957"/>
                    </a:lnTo>
                    <a:lnTo>
                      <a:pt x="5259" y="9133"/>
                    </a:lnTo>
                    <a:lnTo>
                      <a:pt x="5408" y="10039"/>
                    </a:lnTo>
                    <a:lnTo>
                      <a:pt x="6717" y="10143"/>
                    </a:lnTo>
                    <a:lnTo>
                      <a:pt x="6575" y="7357"/>
                    </a:lnTo>
                    <a:lnTo>
                      <a:pt x="5206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31"/>
              <p:cNvSpPr/>
              <p:nvPr/>
            </p:nvSpPr>
            <p:spPr>
              <a:xfrm>
                <a:off x="3282475" y="1323975"/>
                <a:ext cx="49625" cy="64025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2561" extrusionOk="0">
                    <a:moveTo>
                      <a:pt x="208" y="0"/>
                    </a:moveTo>
                    <a:lnTo>
                      <a:pt x="130" y="852"/>
                    </a:lnTo>
                    <a:lnTo>
                      <a:pt x="70" y="1552"/>
                    </a:lnTo>
                    <a:lnTo>
                      <a:pt x="0" y="1988"/>
                    </a:lnTo>
                    <a:cubicBezTo>
                      <a:pt x="0" y="1988"/>
                      <a:pt x="256" y="2561"/>
                      <a:pt x="990" y="2561"/>
                    </a:cubicBezTo>
                    <a:cubicBezTo>
                      <a:pt x="1030" y="2561"/>
                      <a:pt x="1071" y="2559"/>
                      <a:pt x="1114" y="2556"/>
                    </a:cubicBezTo>
                    <a:cubicBezTo>
                      <a:pt x="1940" y="2483"/>
                      <a:pt x="1984" y="1944"/>
                      <a:pt x="1984" y="1944"/>
                    </a:cubicBezTo>
                    <a:lnTo>
                      <a:pt x="1385" y="578"/>
                    </a:lnTo>
                    <a:lnTo>
                      <a:pt x="1007" y="546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31"/>
              <p:cNvSpPr/>
              <p:nvPr/>
            </p:nvSpPr>
            <p:spPr>
              <a:xfrm>
                <a:off x="3250675" y="1368050"/>
                <a:ext cx="129700" cy="70375"/>
              </a:xfrm>
              <a:custGeom>
                <a:avLst/>
                <a:gdLst/>
                <a:ahLst/>
                <a:cxnLst/>
                <a:rect l="l" t="t" r="r" b="b"/>
                <a:pathLst>
                  <a:path w="5188" h="2815" extrusionOk="0">
                    <a:moveTo>
                      <a:pt x="3477" y="1"/>
                    </a:moveTo>
                    <a:cubicBezTo>
                      <a:pt x="3477" y="1"/>
                      <a:pt x="3433" y="600"/>
                      <a:pt x="2919" y="796"/>
                    </a:cubicBezTo>
                    <a:cubicBezTo>
                      <a:pt x="2871" y="814"/>
                      <a:pt x="2821" y="822"/>
                      <a:pt x="2769" y="822"/>
                    </a:cubicBezTo>
                    <a:cubicBezTo>
                      <a:pt x="2255" y="822"/>
                      <a:pt x="1569" y="39"/>
                      <a:pt x="1569" y="39"/>
                    </a:cubicBezTo>
                    <a:cubicBezTo>
                      <a:pt x="1569" y="39"/>
                      <a:pt x="916" y="405"/>
                      <a:pt x="420" y="720"/>
                    </a:cubicBezTo>
                    <a:cubicBezTo>
                      <a:pt x="1" y="991"/>
                      <a:pt x="1130" y="2815"/>
                      <a:pt x="1130" y="2815"/>
                    </a:cubicBezTo>
                    <a:lnTo>
                      <a:pt x="4670" y="2326"/>
                    </a:lnTo>
                    <a:lnTo>
                      <a:pt x="5187" y="1998"/>
                    </a:lnTo>
                    <a:cubicBezTo>
                      <a:pt x="5187" y="1998"/>
                      <a:pt x="4862" y="973"/>
                      <a:pt x="4771" y="796"/>
                    </a:cubicBezTo>
                    <a:cubicBezTo>
                      <a:pt x="4771" y="796"/>
                      <a:pt x="4212" y="291"/>
                      <a:pt x="3477" y="1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31"/>
              <p:cNvSpPr/>
              <p:nvPr/>
            </p:nvSpPr>
            <p:spPr>
              <a:xfrm>
                <a:off x="3285850" y="1323825"/>
                <a:ext cx="45075" cy="35025"/>
              </a:xfrm>
              <a:custGeom>
                <a:avLst/>
                <a:gdLst/>
                <a:ahLst/>
                <a:cxnLst/>
                <a:rect l="l" t="t" r="r" b="b"/>
                <a:pathLst>
                  <a:path w="1803" h="1401" extrusionOk="0">
                    <a:moveTo>
                      <a:pt x="80" y="0"/>
                    </a:moveTo>
                    <a:lnTo>
                      <a:pt x="1" y="852"/>
                    </a:lnTo>
                    <a:cubicBezTo>
                      <a:pt x="726" y="1290"/>
                      <a:pt x="1073" y="1341"/>
                      <a:pt x="1594" y="1401"/>
                    </a:cubicBezTo>
                    <a:lnTo>
                      <a:pt x="1802" y="877"/>
                    </a:lnTo>
                    <a:lnTo>
                      <a:pt x="1730" y="659"/>
                    </a:lnTo>
                    <a:lnTo>
                      <a:pt x="903" y="864"/>
                    </a:lnTo>
                    <a:lnTo>
                      <a:pt x="80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31"/>
              <p:cNvSpPr/>
              <p:nvPr/>
            </p:nvSpPr>
            <p:spPr>
              <a:xfrm>
                <a:off x="3269300" y="1258650"/>
                <a:ext cx="80350" cy="98025"/>
              </a:xfrm>
              <a:custGeom>
                <a:avLst/>
                <a:gdLst/>
                <a:ahLst/>
                <a:cxnLst/>
                <a:rect l="l" t="t" r="r" b="b"/>
                <a:pathLst>
                  <a:path w="3214" h="3921" extrusionOk="0">
                    <a:moveTo>
                      <a:pt x="1639" y="0"/>
                    </a:moveTo>
                    <a:cubicBezTo>
                      <a:pt x="1624" y="0"/>
                      <a:pt x="1609" y="0"/>
                      <a:pt x="1593" y="1"/>
                    </a:cubicBezTo>
                    <a:cubicBezTo>
                      <a:pt x="1593" y="1"/>
                      <a:pt x="1582" y="0"/>
                      <a:pt x="1562" y="0"/>
                    </a:cubicBezTo>
                    <a:cubicBezTo>
                      <a:pt x="1382" y="0"/>
                      <a:pt x="475" y="62"/>
                      <a:pt x="180" y="1276"/>
                    </a:cubicBezTo>
                    <a:cubicBezTo>
                      <a:pt x="180" y="1276"/>
                      <a:pt x="0" y="2143"/>
                      <a:pt x="477" y="2869"/>
                    </a:cubicBezTo>
                    <a:cubicBezTo>
                      <a:pt x="477" y="2869"/>
                      <a:pt x="1392" y="3781"/>
                      <a:pt x="2294" y="3916"/>
                    </a:cubicBezTo>
                    <a:cubicBezTo>
                      <a:pt x="2314" y="3919"/>
                      <a:pt x="2334" y="3920"/>
                      <a:pt x="2354" y="3920"/>
                    </a:cubicBezTo>
                    <a:cubicBezTo>
                      <a:pt x="2943" y="3920"/>
                      <a:pt x="3213" y="2799"/>
                      <a:pt x="3158" y="1736"/>
                    </a:cubicBezTo>
                    <a:cubicBezTo>
                      <a:pt x="3066" y="758"/>
                      <a:pt x="2324" y="0"/>
                      <a:pt x="1639" y="0"/>
                    </a:cubicBez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31"/>
              <p:cNvSpPr/>
              <p:nvPr/>
            </p:nvSpPr>
            <p:spPr>
              <a:xfrm>
                <a:off x="3322225" y="1308400"/>
                <a:ext cx="9875" cy="2102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841" extrusionOk="0">
                    <a:moveTo>
                      <a:pt x="198" y="1"/>
                    </a:moveTo>
                    <a:cubicBezTo>
                      <a:pt x="195" y="1"/>
                      <a:pt x="192" y="1"/>
                      <a:pt x="189" y="2"/>
                    </a:cubicBezTo>
                    <a:cubicBezTo>
                      <a:pt x="177" y="11"/>
                      <a:pt x="174" y="24"/>
                      <a:pt x="177" y="33"/>
                    </a:cubicBezTo>
                    <a:cubicBezTo>
                      <a:pt x="177" y="33"/>
                      <a:pt x="271" y="220"/>
                      <a:pt x="319" y="570"/>
                    </a:cubicBezTo>
                    <a:cubicBezTo>
                      <a:pt x="338" y="718"/>
                      <a:pt x="306" y="778"/>
                      <a:pt x="268" y="791"/>
                    </a:cubicBezTo>
                    <a:cubicBezTo>
                      <a:pt x="264" y="792"/>
                      <a:pt x="258" y="793"/>
                      <a:pt x="253" y="793"/>
                    </a:cubicBezTo>
                    <a:cubicBezTo>
                      <a:pt x="195" y="793"/>
                      <a:pt x="108" y="714"/>
                      <a:pt x="51" y="573"/>
                    </a:cubicBezTo>
                    <a:cubicBezTo>
                      <a:pt x="48" y="566"/>
                      <a:pt x="40" y="560"/>
                      <a:pt x="31" y="560"/>
                    </a:cubicBezTo>
                    <a:cubicBezTo>
                      <a:pt x="27" y="560"/>
                      <a:pt x="23" y="561"/>
                      <a:pt x="19" y="563"/>
                    </a:cubicBezTo>
                    <a:cubicBezTo>
                      <a:pt x="6" y="567"/>
                      <a:pt x="0" y="582"/>
                      <a:pt x="6" y="595"/>
                    </a:cubicBezTo>
                    <a:cubicBezTo>
                      <a:pt x="67" y="741"/>
                      <a:pt x="164" y="841"/>
                      <a:pt x="247" y="841"/>
                    </a:cubicBezTo>
                    <a:cubicBezTo>
                      <a:pt x="255" y="841"/>
                      <a:pt x="264" y="840"/>
                      <a:pt x="271" y="838"/>
                    </a:cubicBezTo>
                    <a:lnTo>
                      <a:pt x="281" y="838"/>
                    </a:lnTo>
                    <a:cubicBezTo>
                      <a:pt x="316" y="832"/>
                      <a:pt x="394" y="784"/>
                      <a:pt x="366" y="567"/>
                    </a:cubicBezTo>
                    <a:cubicBezTo>
                      <a:pt x="319" y="213"/>
                      <a:pt x="224" y="24"/>
                      <a:pt x="221" y="15"/>
                    </a:cubicBezTo>
                    <a:cubicBezTo>
                      <a:pt x="216" y="5"/>
                      <a:pt x="208" y="1"/>
                      <a:pt x="198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31"/>
              <p:cNvSpPr/>
              <p:nvPr/>
            </p:nvSpPr>
            <p:spPr>
              <a:xfrm>
                <a:off x="3332150" y="1304050"/>
                <a:ext cx="14700" cy="6775"/>
              </a:xfrm>
              <a:custGeom>
                <a:avLst/>
                <a:gdLst/>
                <a:ahLst/>
                <a:cxnLst/>
                <a:rect l="l" t="t" r="r" b="b"/>
                <a:pathLst>
                  <a:path w="588" h="271" extrusionOk="0">
                    <a:moveTo>
                      <a:pt x="256" y="0"/>
                    </a:moveTo>
                    <a:cubicBezTo>
                      <a:pt x="238" y="0"/>
                      <a:pt x="221" y="2"/>
                      <a:pt x="203" y="6"/>
                    </a:cubicBezTo>
                    <a:cubicBezTo>
                      <a:pt x="143" y="28"/>
                      <a:pt x="98" y="65"/>
                      <a:pt x="64" y="113"/>
                    </a:cubicBezTo>
                    <a:cubicBezTo>
                      <a:pt x="32" y="160"/>
                      <a:pt x="10" y="217"/>
                      <a:pt x="1" y="271"/>
                    </a:cubicBezTo>
                    <a:cubicBezTo>
                      <a:pt x="42" y="233"/>
                      <a:pt x="76" y="195"/>
                      <a:pt x="111" y="163"/>
                    </a:cubicBezTo>
                    <a:cubicBezTo>
                      <a:pt x="149" y="132"/>
                      <a:pt x="187" y="110"/>
                      <a:pt x="228" y="97"/>
                    </a:cubicBezTo>
                    <a:cubicBezTo>
                      <a:pt x="243" y="91"/>
                      <a:pt x="260" y="88"/>
                      <a:pt x="276" y="88"/>
                    </a:cubicBezTo>
                    <a:cubicBezTo>
                      <a:pt x="337" y="88"/>
                      <a:pt x="404" y="126"/>
                      <a:pt x="471" y="185"/>
                    </a:cubicBezTo>
                    <a:lnTo>
                      <a:pt x="587" y="47"/>
                    </a:lnTo>
                    <a:lnTo>
                      <a:pt x="449" y="122"/>
                    </a:lnTo>
                    <a:cubicBezTo>
                      <a:pt x="430" y="91"/>
                      <a:pt x="408" y="59"/>
                      <a:pt x="376" y="40"/>
                    </a:cubicBezTo>
                    <a:cubicBezTo>
                      <a:pt x="351" y="18"/>
                      <a:pt x="326" y="9"/>
                      <a:pt x="294" y="2"/>
                    </a:cubicBezTo>
                    <a:cubicBezTo>
                      <a:pt x="281" y="1"/>
                      <a:pt x="268" y="0"/>
                      <a:pt x="256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31"/>
              <p:cNvSpPr/>
              <p:nvPr/>
            </p:nvSpPr>
            <p:spPr>
              <a:xfrm>
                <a:off x="3301800" y="1307250"/>
                <a:ext cx="16650" cy="5950"/>
              </a:xfrm>
              <a:custGeom>
                <a:avLst/>
                <a:gdLst/>
                <a:ahLst/>
                <a:cxnLst/>
                <a:rect l="l" t="t" r="r" b="b"/>
                <a:pathLst>
                  <a:path w="666" h="238" extrusionOk="0">
                    <a:moveTo>
                      <a:pt x="401" y="1"/>
                    </a:moveTo>
                    <a:cubicBezTo>
                      <a:pt x="366" y="1"/>
                      <a:pt x="338" y="4"/>
                      <a:pt x="303" y="16"/>
                    </a:cubicBezTo>
                    <a:cubicBezTo>
                      <a:pt x="271" y="32"/>
                      <a:pt x="249" y="48"/>
                      <a:pt x="224" y="73"/>
                    </a:cubicBezTo>
                    <a:cubicBezTo>
                      <a:pt x="199" y="102"/>
                      <a:pt x="183" y="136"/>
                      <a:pt x="170" y="171"/>
                    </a:cubicBezTo>
                    <a:lnTo>
                      <a:pt x="0" y="133"/>
                    </a:lnTo>
                    <a:lnTo>
                      <a:pt x="158" y="237"/>
                    </a:lnTo>
                    <a:cubicBezTo>
                      <a:pt x="225" y="155"/>
                      <a:pt x="298" y="100"/>
                      <a:pt x="373" y="100"/>
                    </a:cubicBezTo>
                    <a:cubicBezTo>
                      <a:pt x="379" y="100"/>
                      <a:pt x="385" y="101"/>
                      <a:pt x="391" y="102"/>
                    </a:cubicBezTo>
                    <a:cubicBezTo>
                      <a:pt x="435" y="102"/>
                      <a:pt x="476" y="117"/>
                      <a:pt x="524" y="136"/>
                    </a:cubicBezTo>
                    <a:cubicBezTo>
                      <a:pt x="571" y="155"/>
                      <a:pt x="615" y="184"/>
                      <a:pt x="666" y="212"/>
                    </a:cubicBezTo>
                    <a:cubicBezTo>
                      <a:pt x="653" y="155"/>
                      <a:pt x="612" y="108"/>
                      <a:pt x="568" y="73"/>
                    </a:cubicBezTo>
                    <a:cubicBezTo>
                      <a:pt x="527" y="32"/>
                      <a:pt x="467" y="4"/>
                      <a:pt x="401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31"/>
              <p:cNvSpPr/>
              <p:nvPr/>
            </p:nvSpPr>
            <p:spPr>
              <a:xfrm>
                <a:off x="3257850" y="1408975"/>
                <a:ext cx="115975" cy="136400"/>
              </a:xfrm>
              <a:custGeom>
                <a:avLst/>
                <a:gdLst/>
                <a:ahLst/>
                <a:cxnLst/>
                <a:rect l="l" t="t" r="r" b="b"/>
                <a:pathLst>
                  <a:path w="4639" h="5456" extrusionOk="0">
                    <a:moveTo>
                      <a:pt x="2857" y="0"/>
                    </a:moveTo>
                    <a:cubicBezTo>
                      <a:pt x="2815" y="0"/>
                      <a:pt x="2776" y="3"/>
                      <a:pt x="2739" y="7"/>
                    </a:cubicBezTo>
                    <a:cubicBezTo>
                      <a:pt x="2212" y="74"/>
                      <a:pt x="559" y="695"/>
                      <a:pt x="559" y="695"/>
                    </a:cubicBezTo>
                    <a:lnTo>
                      <a:pt x="402" y="780"/>
                    </a:lnTo>
                    <a:lnTo>
                      <a:pt x="1" y="989"/>
                    </a:lnTo>
                    <a:cubicBezTo>
                      <a:pt x="1" y="989"/>
                      <a:pt x="635" y="2863"/>
                      <a:pt x="591" y="3500"/>
                    </a:cubicBezTo>
                    <a:cubicBezTo>
                      <a:pt x="562" y="3935"/>
                      <a:pt x="247" y="5263"/>
                      <a:pt x="247" y="5263"/>
                    </a:cubicBezTo>
                    <a:cubicBezTo>
                      <a:pt x="247" y="5263"/>
                      <a:pt x="1015" y="5456"/>
                      <a:pt x="1861" y="5456"/>
                    </a:cubicBezTo>
                    <a:cubicBezTo>
                      <a:pt x="2098" y="5456"/>
                      <a:pt x="2341" y="5441"/>
                      <a:pt x="2575" y="5402"/>
                    </a:cubicBezTo>
                    <a:cubicBezTo>
                      <a:pt x="3897" y="5330"/>
                      <a:pt x="4638" y="4872"/>
                      <a:pt x="4638" y="4872"/>
                    </a:cubicBezTo>
                    <a:lnTo>
                      <a:pt x="4219" y="3582"/>
                    </a:lnTo>
                    <a:lnTo>
                      <a:pt x="4137" y="3197"/>
                    </a:lnTo>
                    <a:lnTo>
                      <a:pt x="4405" y="408"/>
                    </a:lnTo>
                    <a:cubicBezTo>
                      <a:pt x="4405" y="408"/>
                      <a:pt x="3420" y="0"/>
                      <a:pt x="2857" y="0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31"/>
              <p:cNvSpPr/>
              <p:nvPr/>
            </p:nvSpPr>
            <p:spPr>
              <a:xfrm>
                <a:off x="3354475" y="1401825"/>
                <a:ext cx="13825" cy="40075"/>
              </a:xfrm>
              <a:custGeom>
                <a:avLst/>
                <a:gdLst/>
                <a:ahLst/>
                <a:cxnLst/>
                <a:rect l="l" t="t" r="r" b="b"/>
                <a:pathLst>
                  <a:path w="553" h="1603" extrusionOk="0">
                    <a:moveTo>
                      <a:pt x="0" y="0"/>
                    </a:moveTo>
                    <a:cubicBezTo>
                      <a:pt x="0" y="0"/>
                      <a:pt x="303" y="644"/>
                      <a:pt x="376" y="801"/>
                    </a:cubicBezTo>
                    <a:cubicBezTo>
                      <a:pt x="445" y="959"/>
                      <a:pt x="458" y="1603"/>
                      <a:pt x="458" y="1603"/>
                    </a:cubicBezTo>
                    <a:cubicBezTo>
                      <a:pt x="458" y="1603"/>
                      <a:pt x="480" y="1312"/>
                      <a:pt x="518" y="975"/>
                    </a:cubicBezTo>
                    <a:cubicBezTo>
                      <a:pt x="552" y="634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31"/>
              <p:cNvSpPr/>
              <p:nvPr/>
            </p:nvSpPr>
            <p:spPr>
              <a:xfrm>
                <a:off x="3276075" y="1275925"/>
                <a:ext cx="75175" cy="28800"/>
              </a:xfrm>
              <a:custGeom>
                <a:avLst/>
                <a:gdLst/>
                <a:ahLst/>
                <a:cxnLst/>
                <a:rect l="l" t="t" r="r" b="b"/>
                <a:pathLst>
                  <a:path w="3007" h="1152" extrusionOk="0">
                    <a:moveTo>
                      <a:pt x="1999" y="0"/>
                    </a:moveTo>
                    <a:cubicBezTo>
                      <a:pt x="1598" y="0"/>
                      <a:pt x="1194" y="153"/>
                      <a:pt x="975" y="414"/>
                    </a:cubicBezTo>
                    <a:cubicBezTo>
                      <a:pt x="598" y="860"/>
                      <a:pt x="32" y="866"/>
                      <a:pt x="2" y="866"/>
                    </a:cubicBezTo>
                    <a:cubicBezTo>
                      <a:pt x="1" y="866"/>
                      <a:pt x="1" y="866"/>
                      <a:pt x="1" y="866"/>
                    </a:cubicBezTo>
                    <a:lnTo>
                      <a:pt x="1" y="866"/>
                    </a:lnTo>
                    <a:cubicBezTo>
                      <a:pt x="306" y="1077"/>
                      <a:pt x="605" y="1152"/>
                      <a:pt x="876" y="1152"/>
                    </a:cubicBezTo>
                    <a:cubicBezTo>
                      <a:pt x="1539" y="1152"/>
                      <a:pt x="2032" y="702"/>
                      <a:pt x="2032" y="701"/>
                    </a:cubicBezTo>
                    <a:lnTo>
                      <a:pt x="2032" y="701"/>
                    </a:lnTo>
                    <a:lnTo>
                      <a:pt x="1818" y="1071"/>
                    </a:lnTo>
                    <a:cubicBezTo>
                      <a:pt x="1834" y="1071"/>
                      <a:pt x="1850" y="1072"/>
                      <a:pt x="1865" y="1072"/>
                    </a:cubicBezTo>
                    <a:cubicBezTo>
                      <a:pt x="2529" y="1072"/>
                      <a:pt x="3006" y="436"/>
                      <a:pt x="2830" y="285"/>
                    </a:cubicBezTo>
                    <a:cubicBezTo>
                      <a:pt x="2610" y="89"/>
                      <a:pt x="2305" y="0"/>
                      <a:pt x="1999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31"/>
              <p:cNvSpPr/>
              <p:nvPr/>
            </p:nvSpPr>
            <p:spPr>
              <a:xfrm>
                <a:off x="3315500" y="1330925"/>
                <a:ext cx="22825" cy="6475"/>
              </a:xfrm>
              <a:custGeom>
                <a:avLst/>
                <a:gdLst/>
                <a:ahLst/>
                <a:cxnLst/>
                <a:rect l="l" t="t" r="r" b="b"/>
                <a:pathLst>
                  <a:path w="913" h="259" extrusionOk="0">
                    <a:moveTo>
                      <a:pt x="890" y="1"/>
                    </a:moveTo>
                    <a:cubicBezTo>
                      <a:pt x="884" y="1"/>
                      <a:pt x="877" y="4"/>
                      <a:pt x="872" y="9"/>
                    </a:cubicBezTo>
                    <a:cubicBezTo>
                      <a:pt x="755" y="169"/>
                      <a:pt x="596" y="216"/>
                      <a:pt x="448" y="216"/>
                    </a:cubicBezTo>
                    <a:cubicBezTo>
                      <a:pt x="229" y="216"/>
                      <a:pt x="34" y="112"/>
                      <a:pt x="33" y="110"/>
                    </a:cubicBezTo>
                    <a:cubicBezTo>
                      <a:pt x="29" y="110"/>
                      <a:pt x="26" y="109"/>
                      <a:pt x="24" y="109"/>
                    </a:cubicBezTo>
                    <a:cubicBezTo>
                      <a:pt x="15" y="109"/>
                      <a:pt x="9" y="113"/>
                      <a:pt x="4" y="120"/>
                    </a:cubicBezTo>
                    <a:cubicBezTo>
                      <a:pt x="1" y="132"/>
                      <a:pt x="4" y="142"/>
                      <a:pt x="14" y="148"/>
                    </a:cubicBezTo>
                    <a:cubicBezTo>
                      <a:pt x="17" y="151"/>
                      <a:pt x="219" y="259"/>
                      <a:pt x="446" y="259"/>
                    </a:cubicBezTo>
                    <a:cubicBezTo>
                      <a:pt x="604" y="259"/>
                      <a:pt x="777" y="205"/>
                      <a:pt x="903" y="32"/>
                    </a:cubicBezTo>
                    <a:cubicBezTo>
                      <a:pt x="913" y="25"/>
                      <a:pt x="906" y="13"/>
                      <a:pt x="900" y="6"/>
                    </a:cubicBezTo>
                    <a:cubicBezTo>
                      <a:pt x="897" y="2"/>
                      <a:pt x="894" y="1"/>
                      <a:pt x="890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31"/>
              <p:cNvSpPr/>
              <p:nvPr/>
            </p:nvSpPr>
            <p:spPr>
              <a:xfrm>
                <a:off x="3426400" y="1456550"/>
                <a:ext cx="50825" cy="58350"/>
              </a:xfrm>
              <a:custGeom>
                <a:avLst/>
                <a:gdLst/>
                <a:ahLst/>
                <a:cxnLst/>
                <a:rect l="l" t="t" r="r" b="b"/>
                <a:pathLst>
                  <a:path w="2033" h="2334" extrusionOk="0">
                    <a:moveTo>
                      <a:pt x="953" y="0"/>
                    </a:moveTo>
                    <a:lnTo>
                      <a:pt x="890" y="133"/>
                    </a:lnTo>
                    <a:lnTo>
                      <a:pt x="1133" y="344"/>
                    </a:lnTo>
                    <a:lnTo>
                      <a:pt x="613" y="865"/>
                    </a:lnTo>
                    <a:cubicBezTo>
                      <a:pt x="546" y="982"/>
                      <a:pt x="1" y="2294"/>
                      <a:pt x="1" y="2294"/>
                    </a:cubicBezTo>
                    <a:cubicBezTo>
                      <a:pt x="1" y="2294"/>
                      <a:pt x="84" y="2333"/>
                      <a:pt x="212" y="2333"/>
                    </a:cubicBezTo>
                    <a:cubicBezTo>
                      <a:pt x="372" y="2333"/>
                      <a:pt x="602" y="2272"/>
                      <a:pt x="827" y="1994"/>
                    </a:cubicBezTo>
                    <a:cubicBezTo>
                      <a:pt x="827" y="1994"/>
                      <a:pt x="631" y="1549"/>
                      <a:pt x="843" y="1313"/>
                    </a:cubicBezTo>
                    <a:cubicBezTo>
                      <a:pt x="1237" y="685"/>
                      <a:pt x="1856" y="874"/>
                      <a:pt x="2032" y="455"/>
                    </a:cubicBezTo>
                    <a:cubicBezTo>
                      <a:pt x="2032" y="455"/>
                      <a:pt x="1594" y="124"/>
                      <a:pt x="1395" y="79"/>
                    </a:cubicBezTo>
                    <a:cubicBezTo>
                      <a:pt x="1193" y="38"/>
                      <a:pt x="953" y="0"/>
                      <a:pt x="953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31"/>
              <p:cNvSpPr/>
              <p:nvPr/>
            </p:nvSpPr>
            <p:spPr>
              <a:xfrm>
                <a:off x="3311400" y="1454900"/>
                <a:ext cx="54775" cy="62950"/>
              </a:xfrm>
              <a:custGeom>
                <a:avLst/>
                <a:gdLst/>
                <a:ahLst/>
                <a:cxnLst/>
                <a:rect l="l" t="t" r="r" b="b"/>
                <a:pathLst>
                  <a:path w="2191" h="2518" extrusionOk="0">
                    <a:moveTo>
                      <a:pt x="777" y="0"/>
                    </a:moveTo>
                    <a:cubicBezTo>
                      <a:pt x="777" y="0"/>
                      <a:pt x="320" y="306"/>
                      <a:pt x="215" y="483"/>
                    </a:cubicBezTo>
                    <a:cubicBezTo>
                      <a:pt x="115" y="663"/>
                      <a:pt x="1" y="877"/>
                      <a:pt x="1" y="877"/>
                    </a:cubicBezTo>
                    <a:lnTo>
                      <a:pt x="105" y="981"/>
                    </a:lnTo>
                    <a:lnTo>
                      <a:pt x="386" y="820"/>
                    </a:lnTo>
                    <a:lnTo>
                      <a:pt x="708" y="1477"/>
                    </a:lnTo>
                    <a:cubicBezTo>
                      <a:pt x="799" y="1581"/>
                      <a:pt x="1869" y="2518"/>
                      <a:pt x="1869" y="2518"/>
                    </a:cubicBezTo>
                    <a:cubicBezTo>
                      <a:pt x="1869" y="2518"/>
                      <a:pt x="2190" y="2183"/>
                      <a:pt x="1850" y="1644"/>
                    </a:cubicBezTo>
                    <a:cubicBezTo>
                      <a:pt x="1850" y="1644"/>
                      <a:pt x="1826" y="1646"/>
                      <a:pt x="1789" y="1646"/>
                    </a:cubicBezTo>
                    <a:cubicBezTo>
                      <a:pt x="1653" y="1646"/>
                      <a:pt x="1330" y="1623"/>
                      <a:pt x="1209" y="1410"/>
                    </a:cubicBezTo>
                    <a:cubicBezTo>
                      <a:pt x="742" y="827"/>
                      <a:pt x="1121" y="306"/>
                      <a:pt x="777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31"/>
              <p:cNvSpPr/>
              <p:nvPr/>
            </p:nvSpPr>
            <p:spPr>
              <a:xfrm>
                <a:off x="3330575" y="1465850"/>
                <a:ext cx="102150" cy="24675"/>
              </a:xfrm>
              <a:custGeom>
                <a:avLst/>
                <a:gdLst/>
                <a:ahLst/>
                <a:cxnLst/>
                <a:rect l="l" t="t" r="r" b="b"/>
                <a:pathLst>
                  <a:path w="4086" h="987" extrusionOk="0">
                    <a:moveTo>
                      <a:pt x="2203" y="1"/>
                    </a:moveTo>
                    <a:cubicBezTo>
                      <a:pt x="1333" y="1"/>
                      <a:pt x="353" y="211"/>
                      <a:pt x="250" y="364"/>
                    </a:cubicBezTo>
                    <a:cubicBezTo>
                      <a:pt x="136" y="531"/>
                      <a:pt x="1" y="890"/>
                      <a:pt x="1020" y="979"/>
                    </a:cubicBezTo>
                    <a:cubicBezTo>
                      <a:pt x="1076" y="984"/>
                      <a:pt x="1135" y="986"/>
                      <a:pt x="1196" y="986"/>
                    </a:cubicBezTo>
                    <a:cubicBezTo>
                      <a:pt x="2242" y="986"/>
                      <a:pt x="3912" y="285"/>
                      <a:pt x="3912" y="285"/>
                    </a:cubicBezTo>
                    <a:lnTo>
                      <a:pt x="4086" y="155"/>
                    </a:lnTo>
                    <a:cubicBezTo>
                      <a:pt x="4086" y="155"/>
                      <a:pt x="3370" y="54"/>
                      <a:pt x="2452" y="7"/>
                    </a:cubicBezTo>
                    <a:cubicBezTo>
                      <a:pt x="2371" y="3"/>
                      <a:pt x="2287" y="1"/>
                      <a:pt x="2203" y="1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31"/>
              <p:cNvSpPr/>
              <p:nvPr/>
            </p:nvSpPr>
            <p:spPr>
              <a:xfrm>
                <a:off x="3351075" y="1469025"/>
                <a:ext cx="93250" cy="24375"/>
              </a:xfrm>
              <a:custGeom>
                <a:avLst/>
                <a:gdLst/>
                <a:ahLst/>
                <a:cxnLst/>
                <a:rect l="l" t="t" r="r" b="b"/>
                <a:pathLst>
                  <a:path w="3730" h="975" extrusionOk="0">
                    <a:moveTo>
                      <a:pt x="3044" y="1"/>
                    </a:moveTo>
                    <a:cubicBezTo>
                      <a:pt x="2374" y="1"/>
                      <a:pt x="422" y="237"/>
                      <a:pt x="231" y="375"/>
                    </a:cubicBezTo>
                    <a:cubicBezTo>
                      <a:pt x="1" y="543"/>
                      <a:pt x="64" y="871"/>
                      <a:pt x="313" y="890"/>
                    </a:cubicBezTo>
                    <a:cubicBezTo>
                      <a:pt x="497" y="901"/>
                      <a:pt x="2019" y="974"/>
                      <a:pt x="2902" y="974"/>
                    </a:cubicBezTo>
                    <a:cubicBezTo>
                      <a:pt x="3218" y="974"/>
                      <a:pt x="3451" y="965"/>
                      <a:pt x="3512" y="940"/>
                    </a:cubicBezTo>
                    <a:cubicBezTo>
                      <a:pt x="3730" y="833"/>
                      <a:pt x="3638" y="517"/>
                      <a:pt x="3433" y="517"/>
                    </a:cubicBezTo>
                    <a:lnTo>
                      <a:pt x="3272" y="498"/>
                    </a:lnTo>
                    <a:cubicBezTo>
                      <a:pt x="3203" y="492"/>
                      <a:pt x="3149" y="483"/>
                      <a:pt x="3149" y="483"/>
                    </a:cubicBezTo>
                    <a:cubicBezTo>
                      <a:pt x="3149" y="483"/>
                      <a:pt x="3196" y="413"/>
                      <a:pt x="3234" y="322"/>
                    </a:cubicBezTo>
                    <a:cubicBezTo>
                      <a:pt x="3282" y="218"/>
                      <a:pt x="3320" y="98"/>
                      <a:pt x="3266" y="28"/>
                    </a:cubicBezTo>
                    <a:cubicBezTo>
                      <a:pt x="3251" y="9"/>
                      <a:pt x="3170" y="1"/>
                      <a:pt x="3044" y="1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31"/>
              <p:cNvSpPr/>
              <p:nvPr/>
            </p:nvSpPr>
            <p:spPr>
              <a:xfrm>
                <a:off x="3368200" y="1477050"/>
                <a:ext cx="64775" cy="8450"/>
              </a:xfrm>
              <a:custGeom>
                <a:avLst/>
                <a:gdLst/>
                <a:ahLst/>
                <a:cxnLst/>
                <a:rect l="l" t="t" r="r" b="b"/>
                <a:pathLst>
                  <a:path w="2591" h="338" extrusionOk="0">
                    <a:moveTo>
                      <a:pt x="2556" y="1"/>
                    </a:moveTo>
                    <a:lnTo>
                      <a:pt x="2556" y="1"/>
                    </a:lnTo>
                    <a:cubicBezTo>
                      <a:pt x="2555" y="1"/>
                      <a:pt x="0" y="51"/>
                      <a:pt x="3" y="285"/>
                    </a:cubicBezTo>
                    <a:cubicBezTo>
                      <a:pt x="7" y="323"/>
                      <a:pt x="149" y="337"/>
                      <a:pt x="363" y="337"/>
                    </a:cubicBezTo>
                    <a:cubicBezTo>
                      <a:pt x="1074" y="337"/>
                      <a:pt x="2590" y="177"/>
                      <a:pt x="2590" y="177"/>
                    </a:cubicBezTo>
                    <a:cubicBezTo>
                      <a:pt x="2518" y="171"/>
                      <a:pt x="2467" y="162"/>
                      <a:pt x="2467" y="162"/>
                    </a:cubicBezTo>
                    <a:cubicBezTo>
                      <a:pt x="2467" y="162"/>
                      <a:pt x="2515" y="92"/>
                      <a:pt x="2556" y="1"/>
                    </a:cubicBez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31"/>
              <p:cNvSpPr/>
              <p:nvPr/>
            </p:nvSpPr>
            <p:spPr>
              <a:xfrm>
                <a:off x="3367400" y="1479175"/>
                <a:ext cx="102175" cy="96175"/>
              </a:xfrm>
              <a:custGeom>
                <a:avLst/>
                <a:gdLst/>
                <a:ahLst/>
                <a:cxnLst/>
                <a:rect l="l" t="t" r="r" b="b"/>
                <a:pathLst>
                  <a:path w="4087" h="3847" extrusionOk="0">
                    <a:moveTo>
                      <a:pt x="4058" y="1"/>
                    </a:moveTo>
                    <a:lnTo>
                      <a:pt x="1" y="285"/>
                    </a:lnTo>
                    <a:lnTo>
                      <a:pt x="244" y="3847"/>
                    </a:lnTo>
                    <a:lnTo>
                      <a:pt x="4086" y="3326"/>
                    </a:lnTo>
                    <a:lnTo>
                      <a:pt x="4058" y="1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31"/>
              <p:cNvSpPr/>
              <p:nvPr/>
            </p:nvSpPr>
            <p:spPr>
              <a:xfrm>
                <a:off x="3395575" y="1503475"/>
                <a:ext cx="51675" cy="13050"/>
              </a:xfrm>
              <a:custGeom>
                <a:avLst/>
                <a:gdLst/>
                <a:ahLst/>
                <a:cxnLst/>
                <a:rect l="l" t="t" r="r" b="b"/>
                <a:pathLst>
                  <a:path w="2067" h="522" extrusionOk="0">
                    <a:moveTo>
                      <a:pt x="2047" y="1"/>
                    </a:moveTo>
                    <a:lnTo>
                      <a:pt x="0" y="155"/>
                    </a:lnTo>
                    <a:lnTo>
                      <a:pt x="16" y="521"/>
                    </a:lnTo>
                    <a:lnTo>
                      <a:pt x="2066" y="363"/>
                    </a:lnTo>
                    <a:lnTo>
                      <a:pt x="2047" y="1"/>
                    </a:ln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31"/>
              <p:cNvSpPr/>
              <p:nvPr/>
            </p:nvSpPr>
            <p:spPr>
              <a:xfrm>
                <a:off x="3319050" y="1486275"/>
                <a:ext cx="54450" cy="89075"/>
              </a:xfrm>
              <a:custGeom>
                <a:avLst/>
                <a:gdLst/>
                <a:ahLst/>
                <a:cxnLst/>
                <a:rect l="l" t="t" r="r" b="b"/>
                <a:pathLst>
                  <a:path w="2178" h="3563" extrusionOk="0">
                    <a:moveTo>
                      <a:pt x="1935" y="1"/>
                    </a:moveTo>
                    <a:lnTo>
                      <a:pt x="1" y="99"/>
                    </a:lnTo>
                    <a:lnTo>
                      <a:pt x="77" y="1241"/>
                    </a:lnTo>
                    <a:lnTo>
                      <a:pt x="137" y="1714"/>
                    </a:lnTo>
                    <a:lnTo>
                      <a:pt x="297" y="3563"/>
                    </a:lnTo>
                    <a:lnTo>
                      <a:pt x="2178" y="3563"/>
                    </a:lnTo>
                    <a:lnTo>
                      <a:pt x="2045" y="1584"/>
                    </a:lnTo>
                    <a:lnTo>
                      <a:pt x="2014" y="1105"/>
                    </a:lnTo>
                    <a:lnTo>
                      <a:pt x="1935" y="1"/>
                    </a:ln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31"/>
              <p:cNvSpPr/>
              <p:nvPr/>
            </p:nvSpPr>
            <p:spPr>
              <a:xfrm>
                <a:off x="3367400" y="1479350"/>
                <a:ext cx="114625" cy="24150"/>
              </a:xfrm>
              <a:custGeom>
                <a:avLst/>
                <a:gdLst/>
                <a:ahLst/>
                <a:cxnLst/>
                <a:rect l="l" t="t" r="r" b="b"/>
                <a:pathLst>
                  <a:path w="4585" h="966" extrusionOk="0">
                    <a:moveTo>
                      <a:pt x="4105" y="0"/>
                    </a:moveTo>
                    <a:lnTo>
                      <a:pt x="1" y="284"/>
                    </a:lnTo>
                    <a:lnTo>
                      <a:pt x="490" y="966"/>
                    </a:lnTo>
                    <a:lnTo>
                      <a:pt x="4585" y="685"/>
                    </a:lnTo>
                    <a:lnTo>
                      <a:pt x="410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31"/>
              <p:cNvSpPr/>
              <p:nvPr/>
            </p:nvSpPr>
            <p:spPr>
              <a:xfrm>
                <a:off x="3308325" y="1486275"/>
                <a:ext cx="59100" cy="20450"/>
              </a:xfrm>
              <a:custGeom>
                <a:avLst/>
                <a:gdLst/>
                <a:ahLst/>
                <a:cxnLst/>
                <a:rect l="l" t="t" r="r" b="b"/>
                <a:pathLst>
                  <a:path w="2364" h="818" extrusionOk="0">
                    <a:moveTo>
                      <a:pt x="2364" y="1"/>
                    </a:moveTo>
                    <a:lnTo>
                      <a:pt x="430" y="99"/>
                    </a:lnTo>
                    <a:lnTo>
                      <a:pt x="1" y="818"/>
                    </a:lnTo>
                    <a:lnTo>
                      <a:pt x="1973" y="748"/>
                    </a:lnTo>
                    <a:lnTo>
                      <a:pt x="236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31"/>
              <p:cNvSpPr/>
              <p:nvPr/>
            </p:nvSpPr>
            <p:spPr>
              <a:xfrm>
                <a:off x="3426800" y="1526425"/>
                <a:ext cx="29750" cy="14350"/>
              </a:xfrm>
              <a:custGeom>
                <a:avLst/>
                <a:gdLst/>
                <a:ahLst/>
                <a:cxnLst/>
                <a:rect l="l" t="t" r="r" b="b"/>
                <a:pathLst>
                  <a:path w="1190" h="574" extrusionOk="0">
                    <a:moveTo>
                      <a:pt x="1089" y="1"/>
                    </a:moveTo>
                    <a:lnTo>
                      <a:pt x="120" y="48"/>
                    </a:lnTo>
                    <a:lnTo>
                      <a:pt x="0" y="461"/>
                    </a:lnTo>
                    <a:cubicBezTo>
                      <a:pt x="0" y="461"/>
                      <a:pt x="283" y="573"/>
                      <a:pt x="605" y="573"/>
                    </a:cubicBezTo>
                    <a:cubicBezTo>
                      <a:pt x="804" y="573"/>
                      <a:pt x="1018" y="530"/>
                      <a:pt x="1190" y="392"/>
                    </a:cubicBezTo>
                    <a:lnTo>
                      <a:pt x="108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31"/>
              <p:cNvSpPr/>
              <p:nvPr/>
            </p:nvSpPr>
            <p:spPr>
              <a:xfrm>
                <a:off x="3420100" y="1479200"/>
                <a:ext cx="38275" cy="52500"/>
              </a:xfrm>
              <a:custGeom>
                <a:avLst/>
                <a:gdLst/>
                <a:ahLst/>
                <a:cxnLst/>
                <a:rect l="l" t="t" r="r" b="b"/>
                <a:pathLst>
                  <a:path w="1531" h="2100" extrusionOk="0">
                    <a:moveTo>
                      <a:pt x="731" y="0"/>
                    </a:moveTo>
                    <a:cubicBezTo>
                      <a:pt x="401" y="0"/>
                      <a:pt x="0" y="120"/>
                      <a:pt x="0" y="120"/>
                    </a:cubicBezTo>
                    <a:cubicBezTo>
                      <a:pt x="0" y="120"/>
                      <a:pt x="294" y="1088"/>
                      <a:pt x="196" y="1574"/>
                    </a:cubicBezTo>
                    <a:cubicBezTo>
                      <a:pt x="95" y="2060"/>
                      <a:pt x="363" y="2095"/>
                      <a:pt x="486" y="2095"/>
                    </a:cubicBezTo>
                    <a:cubicBezTo>
                      <a:pt x="525" y="2095"/>
                      <a:pt x="624" y="2099"/>
                      <a:pt x="744" y="2099"/>
                    </a:cubicBezTo>
                    <a:cubicBezTo>
                      <a:pt x="1005" y="2099"/>
                      <a:pt x="1365" y="2077"/>
                      <a:pt x="1432" y="1937"/>
                    </a:cubicBezTo>
                    <a:cubicBezTo>
                      <a:pt x="1530" y="1732"/>
                      <a:pt x="1338" y="296"/>
                      <a:pt x="1082" y="88"/>
                    </a:cubicBezTo>
                    <a:cubicBezTo>
                      <a:pt x="1005" y="23"/>
                      <a:pt x="874" y="0"/>
                      <a:pt x="731" y="0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31"/>
              <p:cNvSpPr/>
              <p:nvPr/>
            </p:nvSpPr>
            <p:spPr>
              <a:xfrm>
                <a:off x="3329000" y="1528475"/>
                <a:ext cx="28250" cy="13700"/>
              </a:xfrm>
              <a:custGeom>
                <a:avLst/>
                <a:gdLst/>
                <a:ahLst/>
                <a:cxnLst/>
                <a:rect l="l" t="t" r="r" b="b"/>
                <a:pathLst>
                  <a:path w="1130" h="548" extrusionOk="0">
                    <a:moveTo>
                      <a:pt x="95" y="1"/>
                    </a:moveTo>
                    <a:lnTo>
                      <a:pt x="0" y="373"/>
                    </a:lnTo>
                    <a:cubicBezTo>
                      <a:pt x="163" y="506"/>
                      <a:pt x="368" y="547"/>
                      <a:pt x="558" y="547"/>
                    </a:cubicBezTo>
                    <a:cubicBezTo>
                      <a:pt x="862" y="547"/>
                      <a:pt x="1130" y="442"/>
                      <a:pt x="1130" y="442"/>
                    </a:cubicBezTo>
                    <a:lnTo>
                      <a:pt x="1019" y="48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31"/>
              <p:cNvSpPr/>
              <p:nvPr/>
            </p:nvSpPr>
            <p:spPr>
              <a:xfrm>
                <a:off x="3327275" y="1483650"/>
                <a:ext cx="36300" cy="49950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98" extrusionOk="0">
                    <a:moveTo>
                      <a:pt x="760" y="1"/>
                    </a:moveTo>
                    <a:cubicBezTo>
                      <a:pt x="623" y="1"/>
                      <a:pt x="498" y="22"/>
                      <a:pt x="423" y="84"/>
                    </a:cubicBezTo>
                    <a:cubicBezTo>
                      <a:pt x="177" y="282"/>
                      <a:pt x="0" y="1645"/>
                      <a:pt x="92" y="1841"/>
                    </a:cubicBezTo>
                    <a:cubicBezTo>
                      <a:pt x="156" y="1976"/>
                      <a:pt x="492" y="1997"/>
                      <a:pt x="738" y="1997"/>
                    </a:cubicBezTo>
                    <a:cubicBezTo>
                      <a:pt x="856" y="1997"/>
                      <a:pt x="953" y="1992"/>
                      <a:pt x="991" y="1992"/>
                    </a:cubicBezTo>
                    <a:cubicBezTo>
                      <a:pt x="1104" y="1992"/>
                      <a:pt x="1357" y="1958"/>
                      <a:pt x="1265" y="1494"/>
                    </a:cubicBezTo>
                    <a:cubicBezTo>
                      <a:pt x="1174" y="1033"/>
                      <a:pt x="1451" y="112"/>
                      <a:pt x="1451" y="112"/>
                    </a:cubicBezTo>
                    <a:cubicBezTo>
                      <a:pt x="1451" y="112"/>
                      <a:pt x="1073" y="1"/>
                      <a:pt x="760" y="1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31"/>
              <p:cNvSpPr/>
              <p:nvPr/>
            </p:nvSpPr>
            <p:spPr>
              <a:xfrm>
                <a:off x="3235450" y="1390200"/>
                <a:ext cx="115900" cy="188700"/>
              </a:xfrm>
              <a:custGeom>
                <a:avLst/>
                <a:gdLst/>
                <a:ahLst/>
                <a:cxnLst/>
                <a:rect l="l" t="t" r="r" b="b"/>
                <a:pathLst>
                  <a:path w="4636" h="7548" extrusionOk="0">
                    <a:moveTo>
                      <a:pt x="908" y="1"/>
                    </a:moveTo>
                    <a:cubicBezTo>
                      <a:pt x="905" y="1"/>
                      <a:pt x="903" y="1"/>
                      <a:pt x="900" y="1"/>
                    </a:cubicBezTo>
                    <a:cubicBezTo>
                      <a:pt x="1" y="506"/>
                      <a:pt x="124" y="1377"/>
                      <a:pt x="124" y="1377"/>
                    </a:cubicBezTo>
                    <a:cubicBezTo>
                      <a:pt x="124" y="1377"/>
                      <a:pt x="903" y="4614"/>
                      <a:pt x="1067" y="4882"/>
                    </a:cubicBezTo>
                    <a:cubicBezTo>
                      <a:pt x="1228" y="5147"/>
                      <a:pt x="4194" y="7547"/>
                      <a:pt x="4194" y="7547"/>
                    </a:cubicBezTo>
                    <a:lnTo>
                      <a:pt x="4635" y="7040"/>
                    </a:lnTo>
                    <a:cubicBezTo>
                      <a:pt x="4635" y="7040"/>
                      <a:pt x="2462" y="4850"/>
                      <a:pt x="2175" y="4330"/>
                    </a:cubicBezTo>
                    <a:cubicBezTo>
                      <a:pt x="2033" y="3093"/>
                      <a:pt x="1626" y="1257"/>
                      <a:pt x="1493" y="1121"/>
                    </a:cubicBezTo>
                    <a:cubicBezTo>
                      <a:pt x="1325" y="944"/>
                      <a:pt x="1066" y="1"/>
                      <a:pt x="908" y="1"/>
                    </a:cubicBez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31"/>
              <p:cNvSpPr/>
              <p:nvPr/>
            </p:nvSpPr>
            <p:spPr>
              <a:xfrm>
                <a:off x="3233875" y="1386050"/>
                <a:ext cx="46475" cy="53650"/>
              </a:xfrm>
              <a:custGeom>
                <a:avLst/>
                <a:gdLst/>
                <a:ahLst/>
                <a:cxnLst/>
                <a:rect l="l" t="t" r="r" b="b"/>
                <a:pathLst>
                  <a:path w="1859" h="2146" extrusionOk="0">
                    <a:moveTo>
                      <a:pt x="1152" y="0"/>
                    </a:moveTo>
                    <a:cubicBezTo>
                      <a:pt x="1152" y="0"/>
                      <a:pt x="364" y="410"/>
                      <a:pt x="184" y="808"/>
                    </a:cubicBezTo>
                    <a:cubicBezTo>
                      <a:pt x="1" y="1202"/>
                      <a:pt x="89" y="2095"/>
                      <a:pt x="89" y="2095"/>
                    </a:cubicBezTo>
                    <a:lnTo>
                      <a:pt x="1859" y="2145"/>
                    </a:lnTo>
                    <a:cubicBezTo>
                      <a:pt x="1856" y="2142"/>
                      <a:pt x="1638" y="312"/>
                      <a:pt x="1152" y="0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31"/>
              <p:cNvSpPr/>
              <p:nvPr/>
            </p:nvSpPr>
            <p:spPr>
              <a:xfrm>
                <a:off x="3236100" y="1438400"/>
                <a:ext cx="44975" cy="8700"/>
              </a:xfrm>
              <a:custGeom>
                <a:avLst/>
                <a:gdLst/>
                <a:ahLst/>
                <a:cxnLst/>
                <a:rect l="l" t="t" r="r" b="b"/>
                <a:pathLst>
                  <a:path w="1799" h="348" extrusionOk="0">
                    <a:moveTo>
                      <a:pt x="0" y="1"/>
                    </a:moveTo>
                    <a:lnTo>
                      <a:pt x="0" y="348"/>
                    </a:lnTo>
                    <a:lnTo>
                      <a:pt x="1798" y="348"/>
                    </a:lnTo>
                    <a:lnTo>
                      <a:pt x="1767" y="4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31"/>
              <p:cNvSpPr/>
              <p:nvPr/>
            </p:nvSpPr>
            <p:spPr>
              <a:xfrm>
                <a:off x="3366775" y="1417975"/>
                <a:ext cx="16425" cy="14950"/>
              </a:xfrm>
              <a:custGeom>
                <a:avLst/>
                <a:gdLst/>
                <a:ahLst/>
                <a:cxnLst/>
                <a:rect l="l" t="t" r="r" b="b"/>
                <a:pathLst>
                  <a:path w="657" h="598" extrusionOk="0">
                    <a:moveTo>
                      <a:pt x="549" y="1"/>
                    </a:moveTo>
                    <a:lnTo>
                      <a:pt x="26" y="329"/>
                    </a:lnTo>
                    <a:lnTo>
                      <a:pt x="1" y="597"/>
                    </a:lnTo>
                    <a:lnTo>
                      <a:pt x="657" y="316"/>
                    </a:lnTo>
                    <a:lnTo>
                      <a:pt x="54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31"/>
              <p:cNvSpPr/>
              <p:nvPr/>
            </p:nvSpPr>
            <p:spPr>
              <a:xfrm>
                <a:off x="3335225" y="1562975"/>
                <a:ext cx="46650" cy="27925"/>
              </a:xfrm>
              <a:custGeom>
                <a:avLst/>
                <a:gdLst/>
                <a:ahLst/>
                <a:cxnLst/>
                <a:rect l="l" t="t" r="r" b="b"/>
                <a:pathLst>
                  <a:path w="1866" h="1117" extrusionOk="0">
                    <a:moveTo>
                      <a:pt x="802" y="1"/>
                    </a:moveTo>
                    <a:cubicBezTo>
                      <a:pt x="665" y="1"/>
                      <a:pt x="534" y="24"/>
                      <a:pt x="534" y="24"/>
                    </a:cubicBezTo>
                    <a:cubicBezTo>
                      <a:pt x="534" y="24"/>
                      <a:pt x="1" y="223"/>
                      <a:pt x="124" y="520"/>
                    </a:cubicBezTo>
                    <a:cubicBezTo>
                      <a:pt x="250" y="813"/>
                      <a:pt x="386" y="905"/>
                      <a:pt x="720" y="1047"/>
                    </a:cubicBezTo>
                    <a:cubicBezTo>
                      <a:pt x="845" y="1100"/>
                      <a:pt x="930" y="1117"/>
                      <a:pt x="987" y="1117"/>
                    </a:cubicBezTo>
                    <a:cubicBezTo>
                      <a:pt x="1084" y="1117"/>
                      <a:pt x="1103" y="1068"/>
                      <a:pt x="1105" y="1056"/>
                    </a:cubicBezTo>
                    <a:cubicBezTo>
                      <a:pt x="1107" y="1041"/>
                      <a:pt x="1020" y="1010"/>
                      <a:pt x="966" y="993"/>
                    </a:cubicBezTo>
                    <a:lnTo>
                      <a:pt x="966" y="993"/>
                    </a:lnTo>
                    <a:cubicBezTo>
                      <a:pt x="992" y="999"/>
                      <a:pt x="1034" y="1008"/>
                      <a:pt x="1102" y="1018"/>
                    </a:cubicBezTo>
                    <a:cubicBezTo>
                      <a:pt x="1123" y="1022"/>
                      <a:pt x="1143" y="1023"/>
                      <a:pt x="1163" y="1023"/>
                    </a:cubicBezTo>
                    <a:cubicBezTo>
                      <a:pt x="1289" y="1023"/>
                      <a:pt x="1369" y="958"/>
                      <a:pt x="1341" y="914"/>
                    </a:cubicBezTo>
                    <a:cubicBezTo>
                      <a:pt x="1310" y="889"/>
                      <a:pt x="1075" y="852"/>
                      <a:pt x="1067" y="851"/>
                    </a:cubicBezTo>
                    <a:lnTo>
                      <a:pt x="1067" y="851"/>
                    </a:lnTo>
                    <a:cubicBezTo>
                      <a:pt x="1073" y="852"/>
                      <a:pt x="1216" y="874"/>
                      <a:pt x="1333" y="874"/>
                    </a:cubicBezTo>
                    <a:cubicBezTo>
                      <a:pt x="1360" y="874"/>
                      <a:pt x="1385" y="873"/>
                      <a:pt x="1408" y="870"/>
                    </a:cubicBezTo>
                    <a:cubicBezTo>
                      <a:pt x="1562" y="851"/>
                      <a:pt x="1641" y="756"/>
                      <a:pt x="1622" y="725"/>
                    </a:cubicBezTo>
                    <a:cubicBezTo>
                      <a:pt x="1619" y="701"/>
                      <a:pt x="1578" y="695"/>
                      <a:pt x="1535" y="695"/>
                    </a:cubicBezTo>
                    <a:cubicBezTo>
                      <a:pt x="1504" y="695"/>
                      <a:pt x="1472" y="698"/>
                      <a:pt x="1452" y="700"/>
                    </a:cubicBezTo>
                    <a:cubicBezTo>
                      <a:pt x="1405" y="700"/>
                      <a:pt x="1234" y="703"/>
                      <a:pt x="1234" y="703"/>
                    </a:cubicBezTo>
                    <a:cubicBezTo>
                      <a:pt x="1865" y="681"/>
                      <a:pt x="1818" y="504"/>
                      <a:pt x="1796" y="460"/>
                    </a:cubicBezTo>
                    <a:lnTo>
                      <a:pt x="1796" y="460"/>
                    </a:lnTo>
                    <a:cubicBezTo>
                      <a:pt x="1796" y="460"/>
                      <a:pt x="1371" y="492"/>
                      <a:pt x="1251" y="492"/>
                    </a:cubicBezTo>
                    <a:cubicBezTo>
                      <a:pt x="1241" y="492"/>
                      <a:pt x="1233" y="492"/>
                      <a:pt x="1228" y="491"/>
                    </a:cubicBezTo>
                    <a:cubicBezTo>
                      <a:pt x="1181" y="488"/>
                      <a:pt x="1001" y="419"/>
                      <a:pt x="922" y="356"/>
                    </a:cubicBezTo>
                    <a:cubicBezTo>
                      <a:pt x="884" y="324"/>
                      <a:pt x="916" y="267"/>
                      <a:pt x="916" y="267"/>
                    </a:cubicBezTo>
                    <a:lnTo>
                      <a:pt x="916" y="267"/>
                    </a:lnTo>
                    <a:cubicBezTo>
                      <a:pt x="1079" y="312"/>
                      <a:pt x="1192" y="329"/>
                      <a:pt x="1267" y="329"/>
                    </a:cubicBezTo>
                    <a:cubicBezTo>
                      <a:pt x="1356" y="329"/>
                      <a:pt x="1392" y="305"/>
                      <a:pt x="1395" y="274"/>
                    </a:cubicBezTo>
                    <a:cubicBezTo>
                      <a:pt x="1401" y="188"/>
                      <a:pt x="1136" y="62"/>
                      <a:pt x="1035" y="40"/>
                    </a:cubicBezTo>
                    <a:cubicBezTo>
                      <a:pt x="976" y="10"/>
                      <a:pt x="888" y="1"/>
                      <a:pt x="802" y="1"/>
                    </a:cubicBez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31"/>
              <p:cNvSpPr/>
              <p:nvPr/>
            </p:nvSpPr>
            <p:spPr>
              <a:xfrm>
                <a:off x="3244600" y="1252375"/>
                <a:ext cx="109900" cy="138425"/>
              </a:xfrm>
              <a:custGeom>
                <a:avLst/>
                <a:gdLst/>
                <a:ahLst/>
                <a:cxnLst/>
                <a:rect l="l" t="t" r="r" b="b"/>
                <a:pathLst>
                  <a:path w="4396" h="5537" extrusionOk="0">
                    <a:moveTo>
                      <a:pt x="2606" y="1"/>
                    </a:moveTo>
                    <a:cubicBezTo>
                      <a:pt x="2576" y="1"/>
                      <a:pt x="2545" y="2"/>
                      <a:pt x="2515" y="3"/>
                    </a:cubicBezTo>
                    <a:cubicBezTo>
                      <a:pt x="2515" y="3"/>
                      <a:pt x="2506" y="2"/>
                      <a:pt x="2488" y="2"/>
                    </a:cubicBezTo>
                    <a:cubicBezTo>
                      <a:pt x="2316" y="2"/>
                      <a:pt x="1380" y="59"/>
                      <a:pt x="726" y="1259"/>
                    </a:cubicBezTo>
                    <a:cubicBezTo>
                      <a:pt x="1" y="2587"/>
                      <a:pt x="843" y="4924"/>
                      <a:pt x="370" y="5505"/>
                    </a:cubicBezTo>
                    <a:cubicBezTo>
                      <a:pt x="370" y="5505"/>
                      <a:pt x="538" y="5537"/>
                      <a:pt x="773" y="5537"/>
                    </a:cubicBezTo>
                    <a:cubicBezTo>
                      <a:pt x="1235" y="5537"/>
                      <a:pt x="1955" y="5414"/>
                      <a:pt x="2174" y="4685"/>
                    </a:cubicBezTo>
                    <a:cubicBezTo>
                      <a:pt x="2357" y="3991"/>
                      <a:pt x="1641" y="2965"/>
                      <a:pt x="1805" y="2196"/>
                    </a:cubicBezTo>
                    <a:cubicBezTo>
                      <a:pt x="1952" y="1498"/>
                      <a:pt x="2341" y="1467"/>
                      <a:pt x="2410" y="1467"/>
                    </a:cubicBezTo>
                    <a:cubicBezTo>
                      <a:pt x="2417" y="1467"/>
                      <a:pt x="2421" y="1467"/>
                      <a:pt x="2421" y="1467"/>
                    </a:cubicBezTo>
                    <a:lnTo>
                      <a:pt x="3673" y="1293"/>
                    </a:lnTo>
                    <a:lnTo>
                      <a:pt x="3938" y="1546"/>
                    </a:lnTo>
                    <a:cubicBezTo>
                      <a:pt x="3938" y="1546"/>
                      <a:pt x="4395" y="1366"/>
                      <a:pt x="3951" y="691"/>
                    </a:cubicBezTo>
                    <a:cubicBezTo>
                      <a:pt x="3629" y="200"/>
                      <a:pt x="3106" y="1"/>
                      <a:pt x="2606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31"/>
              <p:cNvSpPr/>
              <p:nvPr/>
            </p:nvSpPr>
            <p:spPr>
              <a:xfrm>
                <a:off x="3273625" y="1306475"/>
                <a:ext cx="16275" cy="5925"/>
              </a:xfrm>
              <a:custGeom>
                <a:avLst/>
                <a:gdLst/>
                <a:ahLst/>
                <a:cxnLst/>
                <a:rect l="l" t="t" r="r" b="b"/>
                <a:pathLst>
                  <a:path w="651" h="237" extrusionOk="0">
                    <a:moveTo>
                      <a:pt x="32" y="0"/>
                    </a:moveTo>
                    <a:lnTo>
                      <a:pt x="1" y="192"/>
                    </a:lnTo>
                    <a:lnTo>
                      <a:pt x="648" y="237"/>
                    </a:lnTo>
                    <a:lnTo>
                      <a:pt x="651" y="114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31"/>
              <p:cNvSpPr/>
              <p:nvPr/>
            </p:nvSpPr>
            <p:spPr>
              <a:xfrm>
                <a:off x="3274575" y="1298725"/>
                <a:ext cx="16425" cy="8150"/>
              </a:xfrm>
              <a:custGeom>
                <a:avLst/>
                <a:gdLst/>
                <a:ahLst/>
                <a:cxnLst/>
                <a:rect l="l" t="t" r="r" b="b"/>
                <a:pathLst>
                  <a:path w="657" h="326" extrusionOk="0">
                    <a:moveTo>
                      <a:pt x="61" y="1"/>
                    </a:moveTo>
                    <a:lnTo>
                      <a:pt x="1" y="184"/>
                    </a:lnTo>
                    <a:lnTo>
                      <a:pt x="632" y="326"/>
                    </a:lnTo>
                    <a:lnTo>
                      <a:pt x="657" y="209"/>
                    </a:lnTo>
                    <a:lnTo>
                      <a:pt x="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31"/>
              <p:cNvSpPr/>
              <p:nvPr/>
            </p:nvSpPr>
            <p:spPr>
              <a:xfrm>
                <a:off x="3343975" y="1818550"/>
                <a:ext cx="7930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172" h="1143" extrusionOk="0">
                    <a:moveTo>
                      <a:pt x="1193" y="1"/>
                    </a:moveTo>
                    <a:cubicBezTo>
                      <a:pt x="1193" y="1"/>
                      <a:pt x="1055" y="278"/>
                      <a:pt x="796" y="376"/>
                    </a:cubicBezTo>
                    <a:cubicBezTo>
                      <a:pt x="675" y="433"/>
                      <a:pt x="528" y="449"/>
                      <a:pt x="402" y="449"/>
                    </a:cubicBezTo>
                    <a:cubicBezTo>
                      <a:pt x="252" y="449"/>
                      <a:pt x="133" y="427"/>
                      <a:pt x="133" y="427"/>
                    </a:cubicBezTo>
                    <a:lnTo>
                      <a:pt x="1" y="1143"/>
                    </a:lnTo>
                    <a:lnTo>
                      <a:pt x="3077" y="1143"/>
                    </a:lnTo>
                    <a:cubicBezTo>
                      <a:pt x="3171" y="818"/>
                      <a:pt x="2660" y="644"/>
                      <a:pt x="2203" y="446"/>
                    </a:cubicBezTo>
                    <a:lnTo>
                      <a:pt x="2200" y="446"/>
                    </a:lnTo>
                    <a:cubicBezTo>
                      <a:pt x="1698" y="234"/>
                      <a:pt x="1193" y="1"/>
                      <a:pt x="1193" y="1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31"/>
              <p:cNvSpPr/>
              <p:nvPr/>
            </p:nvSpPr>
            <p:spPr>
              <a:xfrm>
                <a:off x="3391225" y="1829600"/>
                <a:ext cx="32050" cy="17525"/>
              </a:xfrm>
              <a:custGeom>
                <a:avLst/>
                <a:gdLst/>
                <a:ahLst/>
                <a:cxnLst/>
                <a:rect l="l" t="t" r="r" b="b"/>
                <a:pathLst>
                  <a:path w="1282" h="701" extrusionOk="0">
                    <a:moveTo>
                      <a:pt x="310" y="0"/>
                    </a:moveTo>
                    <a:cubicBezTo>
                      <a:pt x="67" y="269"/>
                      <a:pt x="1" y="660"/>
                      <a:pt x="1" y="660"/>
                    </a:cubicBezTo>
                    <a:lnTo>
                      <a:pt x="51" y="701"/>
                    </a:lnTo>
                    <a:lnTo>
                      <a:pt x="1187" y="701"/>
                    </a:lnTo>
                    <a:cubicBezTo>
                      <a:pt x="1281" y="376"/>
                      <a:pt x="770" y="202"/>
                      <a:pt x="313" y="0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31"/>
              <p:cNvSpPr/>
              <p:nvPr/>
            </p:nvSpPr>
            <p:spPr>
              <a:xfrm>
                <a:off x="3343975" y="1829200"/>
                <a:ext cx="14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598" h="717" extrusionOk="0">
                    <a:moveTo>
                      <a:pt x="133" y="1"/>
                    </a:moveTo>
                    <a:lnTo>
                      <a:pt x="1" y="717"/>
                    </a:lnTo>
                    <a:lnTo>
                      <a:pt x="597" y="717"/>
                    </a:lnTo>
                    <a:cubicBezTo>
                      <a:pt x="575" y="338"/>
                      <a:pt x="301" y="108"/>
                      <a:pt x="133" y="1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31"/>
              <p:cNvSpPr/>
              <p:nvPr/>
            </p:nvSpPr>
            <p:spPr>
              <a:xfrm>
                <a:off x="3343975" y="1846000"/>
                <a:ext cx="77175" cy="7350"/>
              </a:xfrm>
              <a:custGeom>
                <a:avLst/>
                <a:gdLst/>
                <a:ahLst/>
                <a:cxnLst/>
                <a:rect l="l" t="t" r="r" b="b"/>
                <a:pathLst>
                  <a:path w="3087" h="294" extrusionOk="0">
                    <a:moveTo>
                      <a:pt x="1" y="1"/>
                    </a:moveTo>
                    <a:lnTo>
                      <a:pt x="1" y="294"/>
                    </a:lnTo>
                    <a:lnTo>
                      <a:pt x="3086" y="294"/>
                    </a:lnTo>
                    <a:lnTo>
                      <a:pt x="308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31"/>
              <p:cNvSpPr/>
              <p:nvPr/>
            </p:nvSpPr>
            <p:spPr>
              <a:xfrm>
                <a:off x="3172200" y="1774950"/>
                <a:ext cx="50200" cy="71550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2862" extrusionOk="0">
                    <a:moveTo>
                      <a:pt x="673" y="0"/>
                    </a:moveTo>
                    <a:lnTo>
                      <a:pt x="1" y="284"/>
                    </a:lnTo>
                    <a:lnTo>
                      <a:pt x="1679" y="2861"/>
                    </a:lnTo>
                    <a:cubicBezTo>
                      <a:pt x="2007" y="2757"/>
                      <a:pt x="1872" y="2234"/>
                      <a:pt x="1780" y="1745"/>
                    </a:cubicBezTo>
                    <a:lnTo>
                      <a:pt x="1780" y="1742"/>
                    </a:lnTo>
                    <a:cubicBezTo>
                      <a:pt x="1685" y="1208"/>
                      <a:pt x="1603" y="656"/>
                      <a:pt x="1603" y="656"/>
                    </a:cubicBezTo>
                    <a:cubicBezTo>
                      <a:pt x="1603" y="656"/>
                      <a:pt x="1574" y="660"/>
                      <a:pt x="1526" y="660"/>
                    </a:cubicBezTo>
                    <a:cubicBezTo>
                      <a:pt x="1421" y="660"/>
                      <a:pt x="1229" y="642"/>
                      <a:pt x="1077" y="527"/>
                    </a:cubicBezTo>
                    <a:cubicBezTo>
                      <a:pt x="827" y="376"/>
                      <a:pt x="673" y="0"/>
                      <a:pt x="673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31"/>
              <p:cNvSpPr/>
              <p:nvPr/>
            </p:nvSpPr>
            <p:spPr>
              <a:xfrm>
                <a:off x="3198700" y="1818175"/>
                <a:ext cx="23700" cy="28325"/>
              </a:xfrm>
              <a:custGeom>
                <a:avLst/>
                <a:gdLst/>
                <a:ahLst/>
                <a:cxnLst/>
                <a:rect l="l" t="t" r="r" b="b"/>
                <a:pathLst>
                  <a:path w="948" h="1133" extrusionOk="0">
                    <a:moveTo>
                      <a:pt x="559" y="0"/>
                    </a:moveTo>
                    <a:cubicBezTo>
                      <a:pt x="265" y="0"/>
                      <a:pt x="4" y="113"/>
                      <a:pt x="4" y="113"/>
                    </a:cubicBezTo>
                    <a:lnTo>
                      <a:pt x="1" y="180"/>
                    </a:lnTo>
                    <a:lnTo>
                      <a:pt x="619" y="1132"/>
                    </a:lnTo>
                    <a:cubicBezTo>
                      <a:pt x="947" y="1028"/>
                      <a:pt x="812" y="505"/>
                      <a:pt x="720" y="16"/>
                    </a:cubicBezTo>
                    <a:lnTo>
                      <a:pt x="720" y="13"/>
                    </a:lnTo>
                    <a:cubicBezTo>
                      <a:pt x="666" y="4"/>
                      <a:pt x="612" y="0"/>
                      <a:pt x="559" y="0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31"/>
              <p:cNvSpPr/>
              <p:nvPr/>
            </p:nvSpPr>
            <p:spPr>
              <a:xfrm>
                <a:off x="3172300" y="1774950"/>
                <a:ext cx="16900" cy="19575"/>
              </a:xfrm>
              <a:custGeom>
                <a:avLst/>
                <a:gdLst/>
                <a:ahLst/>
                <a:cxnLst/>
                <a:rect l="l" t="t" r="r" b="b"/>
                <a:pathLst>
                  <a:path w="676" h="783" extrusionOk="0">
                    <a:moveTo>
                      <a:pt x="675" y="0"/>
                    </a:moveTo>
                    <a:lnTo>
                      <a:pt x="0" y="284"/>
                    </a:lnTo>
                    <a:lnTo>
                      <a:pt x="322" y="783"/>
                    </a:lnTo>
                    <a:cubicBezTo>
                      <a:pt x="628" y="552"/>
                      <a:pt x="669" y="199"/>
                      <a:pt x="675" y="0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31"/>
              <p:cNvSpPr/>
              <p:nvPr/>
            </p:nvSpPr>
            <p:spPr>
              <a:xfrm>
                <a:off x="3167000" y="1781475"/>
                <a:ext cx="48300" cy="68575"/>
              </a:xfrm>
              <a:custGeom>
                <a:avLst/>
                <a:gdLst/>
                <a:ahLst/>
                <a:cxnLst/>
                <a:rect l="l" t="t" r="r" b="b"/>
                <a:pathLst>
                  <a:path w="1932" h="2743" extrusionOk="0">
                    <a:moveTo>
                      <a:pt x="247" y="1"/>
                    </a:moveTo>
                    <a:lnTo>
                      <a:pt x="1" y="159"/>
                    </a:lnTo>
                    <a:lnTo>
                      <a:pt x="1685" y="2742"/>
                    </a:lnTo>
                    <a:lnTo>
                      <a:pt x="1931" y="2582"/>
                    </a:lnTo>
                    <a:lnTo>
                      <a:pt x="24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31"/>
              <p:cNvSpPr/>
              <p:nvPr/>
            </p:nvSpPr>
            <p:spPr>
              <a:xfrm>
                <a:off x="3325850" y="1443625"/>
                <a:ext cx="95850" cy="33550"/>
              </a:xfrm>
              <a:custGeom>
                <a:avLst/>
                <a:gdLst/>
                <a:ahLst/>
                <a:cxnLst/>
                <a:rect l="l" t="t" r="r" b="b"/>
                <a:pathLst>
                  <a:path w="3834" h="1342" extrusionOk="0">
                    <a:moveTo>
                      <a:pt x="3833" y="0"/>
                    </a:moveTo>
                    <a:cubicBezTo>
                      <a:pt x="3833" y="0"/>
                      <a:pt x="3108" y="16"/>
                      <a:pt x="2199" y="123"/>
                    </a:cubicBezTo>
                    <a:cubicBezTo>
                      <a:pt x="1287" y="227"/>
                      <a:pt x="171" y="653"/>
                      <a:pt x="89" y="836"/>
                    </a:cubicBezTo>
                    <a:cubicBezTo>
                      <a:pt x="8" y="1005"/>
                      <a:pt x="1" y="1342"/>
                      <a:pt x="767" y="1342"/>
                    </a:cubicBezTo>
                    <a:cubicBezTo>
                      <a:pt x="844" y="1342"/>
                      <a:pt x="927" y="1339"/>
                      <a:pt x="1019" y="1331"/>
                    </a:cubicBezTo>
                    <a:cubicBezTo>
                      <a:pt x="2035" y="1259"/>
                      <a:pt x="3685" y="158"/>
                      <a:pt x="3685" y="158"/>
                    </a:cubicBezTo>
                    <a:lnTo>
                      <a:pt x="3833" y="0"/>
                    </a:ln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31"/>
              <p:cNvSpPr/>
              <p:nvPr/>
            </p:nvSpPr>
            <p:spPr>
              <a:xfrm>
                <a:off x="3343375" y="1443275"/>
                <a:ext cx="92800" cy="33675"/>
              </a:xfrm>
              <a:custGeom>
                <a:avLst/>
                <a:gdLst/>
                <a:ahLst/>
                <a:cxnLst/>
                <a:rect l="l" t="t" r="r" b="b"/>
                <a:pathLst>
                  <a:path w="3712" h="1347" extrusionOk="0">
                    <a:moveTo>
                      <a:pt x="3078" y="1"/>
                    </a:moveTo>
                    <a:cubicBezTo>
                      <a:pt x="2683" y="1"/>
                      <a:pt x="384" y="668"/>
                      <a:pt x="195" y="853"/>
                    </a:cubicBezTo>
                    <a:cubicBezTo>
                      <a:pt x="0" y="1048"/>
                      <a:pt x="105" y="1347"/>
                      <a:pt x="338" y="1347"/>
                    </a:cubicBezTo>
                    <a:cubicBezTo>
                      <a:pt x="346" y="1347"/>
                      <a:pt x="354" y="1346"/>
                      <a:pt x="362" y="1345"/>
                    </a:cubicBezTo>
                    <a:cubicBezTo>
                      <a:pt x="608" y="1326"/>
                      <a:pt x="3315" y="1008"/>
                      <a:pt x="3523" y="872"/>
                    </a:cubicBezTo>
                    <a:cubicBezTo>
                      <a:pt x="3711" y="741"/>
                      <a:pt x="3595" y="469"/>
                      <a:pt x="3411" y="469"/>
                    </a:cubicBezTo>
                    <a:cubicBezTo>
                      <a:pt x="3400" y="469"/>
                      <a:pt x="3389" y="470"/>
                      <a:pt x="3378" y="472"/>
                    </a:cubicBezTo>
                    <a:lnTo>
                      <a:pt x="3217" y="475"/>
                    </a:lnTo>
                    <a:cubicBezTo>
                      <a:pt x="3148" y="478"/>
                      <a:pt x="3094" y="478"/>
                      <a:pt x="3094" y="478"/>
                    </a:cubicBezTo>
                    <a:cubicBezTo>
                      <a:pt x="3094" y="478"/>
                      <a:pt x="3129" y="399"/>
                      <a:pt x="3154" y="304"/>
                    </a:cubicBezTo>
                    <a:cubicBezTo>
                      <a:pt x="3180" y="194"/>
                      <a:pt x="3192" y="65"/>
                      <a:pt x="3132" y="11"/>
                    </a:cubicBezTo>
                    <a:cubicBezTo>
                      <a:pt x="3125" y="4"/>
                      <a:pt x="3106" y="1"/>
                      <a:pt x="3078" y="1"/>
                    </a:cubicBez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31"/>
              <p:cNvSpPr/>
              <p:nvPr/>
            </p:nvSpPr>
            <p:spPr>
              <a:xfrm>
                <a:off x="3358975" y="1450950"/>
                <a:ext cx="64775" cy="18025"/>
              </a:xfrm>
              <a:custGeom>
                <a:avLst/>
                <a:gdLst/>
                <a:ahLst/>
                <a:cxnLst/>
                <a:rect l="l" t="t" r="r" b="b"/>
                <a:pathLst>
                  <a:path w="2591" h="721" extrusionOk="0">
                    <a:moveTo>
                      <a:pt x="2524" y="0"/>
                    </a:moveTo>
                    <a:cubicBezTo>
                      <a:pt x="2524" y="1"/>
                      <a:pt x="0" y="496"/>
                      <a:pt x="57" y="701"/>
                    </a:cubicBezTo>
                    <a:cubicBezTo>
                      <a:pt x="58" y="714"/>
                      <a:pt x="81" y="720"/>
                      <a:pt x="123" y="720"/>
                    </a:cubicBezTo>
                    <a:cubicBezTo>
                      <a:pt x="521" y="720"/>
                      <a:pt x="2590" y="168"/>
                      <a:pt x="2590" y="168"/>
                    </a:cubicBezTo>
                    <a:lnTo>
                      <a:pt x="2590" y="168"/>
                    </a:lnTo>
                    <a:cubicBezTo>
                      <a:pt x="2524" y="171"/>
                      <a:pt x="2464" y="174"/>
                      <a:pt x="2464" y="174"/>
                    </a:cubicBezTo>
                    <a:cubicBezTo>
                      <a:pt x="2464" y="174"/>
                      <a:pt x="2502" y="95"/>
                      <a:pt x="2524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31"/>
              <p:cNvSpPr/>
              <p:nvPr/>
            </p:nvSpPr>
            <p:spPr>
              <a:xfrm>
                <a:off x="3337900" y="1430725"/>
                <a:ext cx="86400" cy="25150"/>
              </a:xfrm>
              <a:custGeom>
                <a:avLst/>
                <a:gdLst/>
                <a:ahLst/>
                <a:cxnLst/>
                <a:rect l="l" t="t" r="r" b="b"/>
                <a:pathLst>
                  <a:path w="3456" h="1006" extrusionOk="0">
                    <a:moveTo>
                      <a:pt x="2742" y="0"/>
                    </a:moveTo>
                    <a:cubicBezTo>
                      <a:pt x="2527" y="0"/>
                      <a:pt x="2277" y="4"/>
                      <a:pt x="2007" y="14"/>
                    </a:cubicBezTo>
                    <a:cubicBezTo>
                      <a:pt x="1200" y="46"/>
                      <a:pt x="193" y="346"/>
                      <a:pt x="108" y="503"/>
                    </a:cubicBezTo>
                    <a:cubicBezTo>
                      <a:pt x="20" y="661"/>
                      <a:pt x="1" y="1005"/>
                      <a:pt x="900" y="1005"/>
                    </a:cubicBezTo>
                    <a:cubicBezTo>
                      <a:pt x="1799" y="1005"/>
                      <a:pt x="3313" y="147"/>
                      <a:pt x="3313" y="147"/>
                    </a:cubicBezTo>
                    <a:lnTo>
                      <a:pt x="3455" y="14"/>
                    </a:lnTo>
                    <a:cubicBezTo>
                      <a:pt x="3455" y="14"/>
                      <a:pt x="3171" y="0"/>
                      <a:pt x="2742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31"/>
              <p:cNvSpPr/>
              <p:nvPr/>
            </p:nvSpPr>
            <p:spPr>
              <a:xfrm>
                <a:off x="3353800" y="1430825"/>
                <a:ext cx="8207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3283" h="1005" extrusionOk="0">
                    <a:moveTo>
                      <a:pt x="2742" y="1"/>
                    </a:moveTo>
                    <a:cubicBezTo>
                      <a:pt x="2319" y="1"/>
                      <a:pt x="357" y="413"/>
                      <a:pt x="185" y="563"/>
                    </a:cubicBezTo>
                    <a:cubicBezTo>
                      <a:pt x="0" y="726"/>
                      <a:pt x="80" y="1004"/>
                      <a:pt x="295" y="1004"/>
                    </a:cubicBezTo>
                    <a:cubicBezTo>
                      <a:pt x="296" y="1004"/>
                      <a:pt x="298" y="1004"/>
                      <a:pt x="299" y="1004"/>
                    </a:cubicBezTo>
                    <a:cubicBezTo>
                      <a:pt x="516" y="1001"/>
                      <a:pt x="2914" y="897"/>
                      <a:pt x="3106" y="796"/>
                    </a:cubicBezTo>
                    <a:cubicBezTo>
                      <a:pt x="3282" y="687"/>
                      <a:pt x="3193" y="435"/>
                      <a:pt x="3026" y="435"/>
                    </a:cubicBezTo>
                    <a:cubicBezTo>
                      <a:pt x="3019" y="435"/>
                      <a:pt x="3013" y="436"/>
                      <a:pt x="3005" y="436"/>
                    </a:cubicBezTo>
                    <a:lnTo>
                      <a:pt x="2864" y="430"/>
                    </a:lnTo>
                    <a:cubicBezTo>
                      <a:pt x="2800" y="430"/>
                      <a:pt x="2753" y="424"/>
                      <a:pt x="2753" y="424"/>
                    </a:cubicBezTo>
                    <a:cubicBezTo>
                      <a:pt x="2753" y="424"/>
                      <a:pt x="2788" y="358"/>
                      <a:pt x="2816" y="275"/>
                    </a:cubicBezTo>
                    <a:cubicBezTo>
                      <a:pt x="2848" y="181"/>
                      <a:pt x="2867" y="70"/>
                      <a:pt x="2819" y="14"/>
                    </a:cubicBezTo>
                    <a:cubicBezTo>
                      <a:pt x="2811" y="5"/>
                      <a:pt x="2784" y="1"/>
                      <a:pt x="2742" y="1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31"/>
              <p:cNvSpPr/>
              <p:nvPr/>
            </p:nvSpPr>
            <p:spPr>
              <a:xfrm>
                <a:off x="3368675" y="1437625"/>
                <a:ext cx="56725" cy="12525"/>
              </a:xfrm>
              <a:custGeom>
                <a:avLst/>
                <a:gdLst/>
                <a:ahLst/>
                <a:cxnLst/>
                <a:rect l="l" t="t" r="r" b="b"/>
                <a:pathLst>
                  <a:path w="2269" h="501" extrusionOk="0">
                    <a:moveTo>
                      <a:pt x="2221" y="0"/>
                    </a:moveTo>
                    <a:cubicBezTo>
                      <a:pt x="2221" y="0"/>
                      <a:pt x="0" y="284"/>
                      <a:pt x="3" y="451"/>
                    </a:cubicBezTo>
                    <a:cubicBezTo>
                      <a:pt x="11" y="486"/>
                      <a:pt x="80" y="500"/>
                      <a:pt x="191" y="500"/>
                    </a:cubicBezTo>
                    <a:cubicBezTo>
                      <a:pt x="734" y="500"/>
                      <a:pt x="2269" y="152"/>
                      <a:pt x="2269" y="152"/>
                    </a:cubicBezTo>
                    <a:cubicBezTo>
                      <a:pt x="2209" y="149"/>
                      <a:pt x="2158" y="149"/>
                      <a:pt x="2158" y="149"/>
                    </a:cubicBezTo>
                    <a:cubicBezTo>
                      <a:pt x="2158" y="149"/>
                      <a:pt x="2193" y="82"/>
                      <a:pt x="2221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0" name="Google Shape;440;p31"/>
            <p:cNvGrpSpPr/>
            <p:nvPr/>
          </p:nvGrpSpPr>
          <p:grpSpPr>
            <a:xfrm>
              <a:off x="1536984" y="1080254"/>
              <a:ext cx="926082" cy="2885948"/>
              <a:chOff x="4972600" y="2060300"/>
              <a:chExt cx="193575" cy="603250"/>
            </a:xfrm>
          </p:grpSpPr>
          <p:sp>
            <p:nvSpPr>
              <p:cNvPr id="441" name="Google Shape;441;p31"/>
              <p:cNvSpPr/>
              <p:nvPr/>
            </p:nvSpPr>
            <p:spPr>
              <a:xfrm>
                <a:off x="4972600" y="2611500"/>
                <a:ext cx="50675" cy="52050"/>
              </a:xfrm>
              <a:custGeom>
                <a:avLst/>
                <a:gdLst/>
                <a:ahLst/>
                <a:cxnLst/>
                <a:rect l="l" t="t" r="r" b="b"/>
                <a:pathLst>
                  <a:path w="2027" h="2082" extrusionOk="0">
                    <a:moveTo>
                      <a:pt x="537" y="0"/>
                    </a:moveTo>
                    <a:cubicBezTo>
                      <a:pt x="537" y="0"/>
                      <a:pt x="190" y="1193"/>
                      <a:pt x="95" y="1414"/>
                    </a:cubicBezTo>
                    <a:cubicBezTo>
                      <a:pt x="1" y="1635"/>
                      <a:pt x="10" y="1934"/>
                      <a:pt x="159" y="2023"/>
                    </a:cubicBezTo>
                    <a:cubicBezTo>
                      <a:pt x="238" y="2067"/>
                      <a:pt x="593" y="2081"/>
                      <a:pt x="940" y="2081"/>
                    </a:cubicBezTo>
                    <a:cubicBezTo>
                      <a:pt x="1257" y="2081"/>
                      <a:pt x="1566" y="2069"/>
                      <a:pt x="1648" y="2057"/>
                    </a:cubicBezTo>
                    <a:cubicBezTo>
                      <a:pt x="1818" y="2038"/>
                      <a:pt x="2026" y="2023"/>
                      <a:pt x="1973" y="1688"/>
                    </a:cubicBezTo>
                    <a:cubicBezTo>
                      <a:pt x="1922" y="1351"/>
                      <a:pt x="1884" y="142"/>
                      <a:pt x="1872" y="82"/>
                    </a:cubicBezTo>
                    <a:cubicBezTo>
                      <a:pt x="1859" y="19"/>
                      <a:pt x="537" y="0"/>
                      <a:pt x="537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31"/>
              <p:cNvSpPr/>
              <p:nvPr/>
            </p:nvSpPr>
            <p:spPr>
              <a:xfrm>
                <a:off x="5058575" y="2612525"/>
                <a:ext cx="31100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001" extrusionOk="0">
                    <a:moveTo>
                      <a:pt x="0" y="0"/>
                    </a:moveTo>
                    <a:lnTo>
                      <a:pt x="0" y="1000"/>
                    </a:lnTo>
                    <a:lnTo>
                      <a:pt x="1243" y="1000"/>
                    </a:lnTo>
                    <a:lnTo>
                      <a:pt x="1174" y="0"/>
                    </a:lnTo>
                    <a:close/>
                  </a:path>
                </a:pathLst>
              </a:custGeom>
              <a:solidFill>
                <a:srgbClr val="CC7B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31"/>
              <p:cNvSpPr/>
              <p:nvPr/>
            </p:nvSpPr>
            <p:spPr>
              <a:xfrm>
                <a:off x="5055250" y="2619150"/>
                <a:ext cx="90650" cy="39800"/>
              </a:xfrm>
              <a:custGeom>
                <a:avLst/>
                <a:gdLst/>
                <a:ahLst/>
                <a:cxnLst/>
                <a:rect l="l" t="t" r="r" b="b"/>
                <a:pathLst>
                  <a:path w="3626" h="1592" extrusionOk="0">
                    <a:moveTo>
                      <a:pt x="1361" y="0"/>
                    </a:moveTo>
                    <a:cubicBezTo>
                      <a:pt x="1301" y="0"/>
                      <a:pt x="1223" y="9"/>
                      <a:pt x="1121" y="35"/>
                    </a:cubicBezTo>
                    <a:cubicBezTo>
                      <a:pt x="818" y="114"/>
                      <a:pt x="818" y="411"/>
                      <a:pt x="645" y="480"/>
                    </a:cubicBezTo>
                    <a:cubicBezTo>
                      <a:pt x="612" y="494"/>
                      <a:pt x="571" y="499"/>
                      <a:pt x="525" y="499"/>
                    </a:cubicBezTo>
                    <a:cubicBezTo>
                      <a:pt x="329" y="499"/>
                      <a:pt x="51" y="398"/>
                      <a:pt x="51" y="398"/>
                    </a:cubicBezTo>
                    <a:cubicBezTo>
                      <a:pt x="51" y="398"/>
                      <a:pt x="23" y="717"/>
                      <a:pt x="14" y="966"/>
                    </a:cubicBezTo>
                    <a:cubicBezTo>
                      <a:pt x="7" y="1007"/>
                      <a:pt x="7" y="1041"/>
                      <a:pt x="7" y="1076"/>
                    </a:cubicBezTo>
                    <a:cubicBezTo>
                      <a:pt x="1" y="1325"/>
                      <a:pt x="165" y="1429"/>
                      <a:pt x="320" y="1496"/>
                    </a:cubicBezTo>
                    <a:cubicBezTo>
                      <a:pt x="474" y="1562"/>
                      <a:pt x="3165" y="1587"/>
                      <a:pt x="3279" y="1590"/>
                    </a:cubicBezTo>
                    <a:cubicBezTo>
                      <a:pt x="3291" y="1591"/>
                      <a:pt x="3305" y="1591"/>
                      <a:pt x="3320" y="1591"/>
                    </a:cubicBezTo>
                    <a:cubicBezTo>
                      <a:pt x="3392" y="1591"/>
                      <a:pt x="3487" y="1579"/>
                      <a:pt x="3547" y="1493"/>
                    </a:cubicBezTo>
                    <a:cubicBezTo>
                      <a:pt x="3578" y="1445"/>
                      <a:pt x="3601" y="1382"/>
                      <a:pt x="3604" y="1291"/>
                    </a:cubicBezTo>
                    <a:cubicBezTo>
                      <a:pt x="3626" y="982"/>
                      <a:pt x="3083" y="802"/>
                      <a:pt x="2588" y="590"/>
                    </a:cubicBezTo>
                    <a:cubicBezTo>
                      <a:pt x="2089" y="382"/>
                      <a:pt x="1522" y="35"/>
                      <a:pt x="1522" y="35"/>
                    </a:cubicBezTo>
                    <a:cubicBezTo>
                      <a:pt x="1522" y="35"/>
                      <a:pt x="1479" y="0"/>
                      <a:pt x="1361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31"/>
              <p:cNvSpPr/>
              <p:nvPr/>
            </p:nvSpPr>
            <p:spPr>
              <a:xfrm>
                <a:off x="5055250" y="2643275"/>
                <a:ext cx="88675" cy="15675"/>
              </a:xfrm>
              <a:custGeom>
                <a:avLst/>
                <a:gdLst/>
                <a:ahLst/>
                <a:cxnLst/>
                <a:rect l="l" t="t" r="r" b="b"/>
                <a:pathLst>
                  <a:path w="3547" h="627" extrusionOk="0">
                    <a:moveTo>
                      <a:pt x="14" y="1"/>
                    </a:moveTo>
                    <a:cubicBezTo>
                      <a:pt x="7" y="42"/>
                      <a:pt x="7" y="76"/>
                      <a:pt x="7" y="111"/>
                    </a:cubicBezTo>
                    <a:cubicBezTo>
                      <a:pt x="1" y="360"/>
                      <a:pt x="165" y="464"/>
                      <a:pt x="320" y="531"/>
                    </a:cubicBezTo>
                    <a:cubicBezTo>
                      <a:pt x="474" y="597"/>
                      <a:pt x="3165" y="622"/>
                      <a:pt x="3279" y="625"/>
                    </a:cubicBezTo>
                    <a:cubicBezTo>
                      <a:pt x="3291" y="626"/>
                      <a:pt x="3305" y="626"/>
                      <a:pt x="3320" y="626"/>
                    </a:cubicBezTo>
                    <a:cubicBezTo>
                      <a:pt x="3392" y="626"/>
                      <a:pt x="3487" y="614"/>
                      <a:pt x="3547" y="528"/>
                    </a:cubicBezTo>
                    <a:cubicBezTo>
                      <a:pt x="2910" y="512"/>
                      <a:pt x="604" y="455"/>
                      <a:pt x="465" y="278"/>
                    </a:cubicBezTo>
                    <a:cubicBezTo>
                      <a:pt x="348" y="133"/>
                      <a:pt x="143" y="42"/>
                      <a:pt x="14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31"/>
              <p:cNvSpPr/>
              <p:nvPr/>
            </p:nvSpPr>
            <p:spPr>
              <a:xfrm>
                <a:off x="4981925" y="2322450"/>
                <a:ext cx="127375" cy="297200"/>
              </a:xfrm>
              <a:custGeom>
                <a:avLst/>
                <a:gdLst/>
                <a:ahLst/>
                <a:cxnLst/>
                <a:rect l="l" t="t" r="r" b="b"/>
                <a:pathLst>
                  <a:path w="5095" h="11888" extrusionOk="0">
                    <a:moveTo>
                      <a:pt x="4628" y="0"/>
                    </a:moveTo>
                    <a:lnTo>
                      <a:pt x="4628" y="0"/>
                    </a:lnTo>
                    <a:cubicBezTo>
                      <a:pt x="4628" y="0"/>
                      <a:pt x="4628" y="0"/>
                      <a:pt x="4628" y="0"/>
                    </a:cubicBezTo>
                    <a:lnTo>
                      <a:pt x="4628" y="0"/>
                    </a:lnTo>
                    <a:cubicBezTo>
                      <a:pt x="4628" y="0"/>
                      <a:pt x="4628" y="0"/>
                      <a:pt x="4628" y="0"/>
                    </a:cubicBezTo>
                    <a:close/>
                    <a:moveTo>
                      <a:pt x="4628" y="0"/>
                    </a:moveTo>
                    <a:cubicBezTo>
                      <a:pt x="4626" y="5"/>
                      <a:pt x="3973" y="240"/>
                      <a:pt x="2751" y="240"/>
                    </a:cubicBezTo>
                    <a:cubicBezTo>
                      <a:pt x="2139" y="240"/>
                      <a:pt x="1383" y="181"/>
                      <a:pt x="495" y="3"/>
                    </a:cubicBezTo>
                    <a:lnTo>
                      <a:pt x="495" y="3"/>
                    </a:lnTo>
                    <a:cubicBezTo>
                      <a:pt x="495" y="4"/>
                      <a:pt x="618" y="1855"/>
                      <a:pt x="606" y="2436"/>
                    </a:cubicBezTo>
                    <a:cubicBezTo>
                      <a:pt x="599" y="3013"/>
                      <a:pt x="0" y="11127"/>
                      <a:pt x="47" y="11433"/>
                    </a:cubicBezTo>
                    <a:cubicBezTo>
                      <a:pt x="86" y="11685"/>
                      <a:pt x="495" y="11751"/>
                      <a:pt x="934" y="11751"/>
                    </a:cubicBezTo>
                    <a:cubicBezTo>
                      <a:pt x="1032" y="11751"/>
                      <a:pt x="1133" y="11747"/>
                      <a:pt x="1230" y="11742"/>
                    </a:cubicBezTo>
                    <a:cubicBezTo>
                      <a:pt x="1764" y="11714"/>
                      <a:pt x="1669" y="11484"/>
                      <a:pt x="1669" y="11427"/>
                    </a:cubicBezTo>
                    <a:cubicBezTo>
                      <a:pt x="1669" y="11373"/>
                      <a:pt x="3082" y="4113"/>
                      <a:pt x="3082" y="4111"/>
                    </a:cubicBezTo>
                    <a:lnTo>
                      <a:pt x="3082" y="4111"/>
                    </a:lnTo>
                    <a:cubicBezTo>
                      <a:pt x="3082" y="4112"/>
                      <a:pt x="2842" y="6089"/>
                      <a:pt x="2842" y="6792"/>
                    </a:cubicBezTo>
                    <a:cubicBezTo>
                      <a:pt x="2842" y="7502"/>
                      <a:pt x="2824" y="11304"/>
                      <a:pt x="2836" y="11676"/>
                    </a:cubicBezTo>
                    <a:cubicBezTo>
                      <a:pt x="2839" y="11831"/>
                      <a:pt x="3122" y="11888"/>
                      <a:pt x="3456" y="11888"/>
                    </a:cubicBezTo>
                    <a:cubicBezTo>
                      <a:pt x="3932" y="11888"/>
                      <a:pt x="4514" y="11772"/>
                      <a:pt x="4540" y="11657"/>
                    </a:cubicBezTo>
                    <a:cubicBezTo>
                      <a:pt x="4587" y="11458"/>
                      <a:pt x="4723" y="8490"/>
                      <a:pt x="4751" y="7890"/>
                    </a:cubicBezTo>
                    <a:cubicBezTo>
                      <a:pt x="4779" y="7294"/>
                      <a:pt x="5095" y="1142"/>
                      <a:pt x="4628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31"/>
              <p:cNvSpPr/>
              <p:nvPr/>
            </p:nvSpPr>
            <p:spPr>
              <a:xfrm>
                <a:off x="4982000" y="2594050"/>
                <a:ext cx="44500" cy="8875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5" extrusionOk="0">
                    <a:moveTo>
                      <a:pt x="41" y="1"/>
                    </a:moveTo>
                    <a:cubicBezTo>
                      <a:pt x="30" y="1"/>
                      <a:pt x="19" y="7"/>
                      <a:pt x="13" y="17"/>
                    </a:cubicBezTo>
                    <a:cubicBezTo>
                      <a:pt x="0" y="33"/>
                      <a:pt x="10" y="55"/>
                      <a:pt x="22" y="64"/>
                    </a:cubicBezTo>
                    <a:cubicBezTo>
                      <a:pt x="29" y="71"/>
                      <a:pt x="496" y="355"/>
                      <a:pt x="1060" y="355"/>
                    </a:cubicBezTo>
                    <a:cubicBezTo>
                      <a:pt x="1284" y="355"/>
                      <a:pt x="1527" y="310"/>
                      <a:pt x="1754" y="184"/>
                    </a:cubicBezTo>
                    <a:cubicBezTo>
                      <a:pt x="1773" y="175"/>
                      <a:pt x="1779" y="153"/>
                      <a:pt x="1770" y="137"/>
                    </a:cubicBezTo>
                    <a:cubicBezTo>
                      <a:pt x="1766" y="124"/>
                      <a:pt x="1752" y="118"/>
                      <a:pt x="1739" y="118"/>
                    </a:cubicBezTo>
                    <a:cubicBezTo>
                      <a:pt x="1733" y="118"/>
                      <a:pt x="1727" y="119"/>
                      <a:pt x="1723" y="121"/>
                    </a:cubicBezTo>
                    <a:cubicBezTo>
                      <a:pt x="1502" y="241"/>
                      <a:pt x="1273" y="284"/>
                      <a:pt x="1058" y="284"/>
                    </a:cubicBezTo>
                    <a:cubicBezTo>
                      <a:pt x="516" y="284"/>
                      <a:pt x="65" y="10"/>
                      <a:pt x="60" y="8"/>
                    </a:cubicBezTo>
                    <a:cubicBezTo>
                      <a:pt x="54" y="3"/>
                      <a:pt x="48" y="1"/>
                      <a:pt x="41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31"/>
              <p:cNvSpPr/>
              <p:nvPr/>
            </p:nvSpPr>
            <p:spPr>
              <a:xfrm>
                <a:off x="5051725" y="2597550"/>
                <a:ext cx="46075" cy="8300"/>
              </a:xfrm>
              <a:custGeom>
                <a:avLst/>
                <a:gdLst/>
                <a:ahLst/>
                <a:cxnLst/>
                <a:rect l="l" t="t" r="r" b="b"/>
                <a:pathLst>
                  <a:path w="1843" h="332" extrusionOk="0">
                    <a:moveTo>
                      <a:pt x="1800" y="0"/>
                    </a:moveTo>
                    <a:cubicBezTo>
                      <a:pt x="1790" y="0"/>
                      <a:pt x="1780" y="4"/>
                      <a:pt x="1773" y="13"/>
                    </a:cubicBezTo>
                    <a:cubicBezTo>
                      <a:pt x="1596" y="207"/>
                      <a:pt x="1224" y="260"/>
                      <a:pt x="870" y="260"/>
                    </a:cubicBezTo>
                    <a:cubicBezTo>
                      <a:pt x="449" y="260"/>
                      <a:pt x="54" y="185"/>
                      <a:pt x="47" y="183"/>
                    </a:cubicBezTo>
                    <a:cubicBezTo>
                      <a:pt x="44" y="182"/>
                      <a:pt x="41" y="181"/>
                      <a:pt x="37" y="181"/>
                    </a:cubicBezTo>
                    <a:cubicBezTo>
                      <a:pt x="21" y="181"/>
                      <a:pt x="6" y="193"/>
                      <a:pt x="3" y="211"/>
                    </a:cubicBezTo>
                    <a:cubicBezTo>
                      <a:pt x="0" y="230"/>
                      <a:pt x="13" y="249"/>
                      <a:pt x="32" y="252"/>
                    </a:cubicBezTo>
                    <a:cubicBezTo>
                      <a:pt x="63" y="256"/>
                      <a:pt x="448" y="331"/>
                      <a:pt x="868" y="331"/>
                    </a:cubicBezTo>
                    <a:cubicBezTo>
                      <a:pt x="1237" y="331"/>
                      <a:pt x="1631" y="278"/>
                      <a:pt x="1830" y="60"/>
                    </a:cubicBezTo>
                    <a:cubicBezTo>
                      <a:pt x="1842" y="44"/>
                      <a:pt x="1842" y="22"/>
                      <a:pt x="1827" y="9"/>
                    </a:cubicBezTo>
                    <a:cubicBezTo>
                      <a:pt x="1819" y="4"/>
                      <a:pt x="1810" y="0"/>
                      <a:pt x="1800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31"/>
              <p:cNvSpPr/>
              <p:nvPr/>
            </p:nvSpPr>
            <p:spPr>
              <a:xfrm>
                <a:off x="5016075" y="2131025"/>
                <a:ext cx="59800" cy="62875"/>
              </a:xfrm>
              <a:custGeom>
                <a:avLst/>
                <a:gdLst/>
                <a:ahLst/>
                <a:cxnLst/>
                <a:rect l="l" t="t" r="r" b="b"/>
                <a:pathLst>
                  <a:path w="2392" h="2515" extrusionOk="0">
                    <a:moveTo>
                      <a:pt x="558" y="1"/>
                    </a:moveTo>
                    <a:cubicBezTo>
                      <a:pt x="558" y="1"/>
                      <a:pt x="574" y="294"/>
                      <a:pt x="540" y="629"/>
                    </a:cubicBezTo>
                    <a:cubicBezTo>
                      <a:pt x="489" y="1073"/>
                      <a:pt x="360" y="1600"/>
                      <a:pt x="0" y="1641"/>
                    </a:cubicBezTo>
                    <a:cubicBezTo>
                      <a:pt x="0" y="1641"/>
                      <a:pt x="364" y="2514"/>
                      <a:pt x="1212" y="2514"/>
                    </a:cubicBezTo>
                    <a:cubicBezTo>
                      <a:pt x="1274" y="2514"/>
                      <a:pt x="1339" y="2509"/>
                      <a:pt x="1407" y="2499"/>
                    </a:cubicBezTo>
                    <a:cubicBezTo>
                      <a:pt x="2391" y="2348"/>
                      <a:pt x="1678" y="1490"/>
                      <a:pt x="1678" y="1490"/>
                    </a:cubicBezTo>
                    <a:lnTo>
                      <a:pt x="1678" y="1436"/>
                    </a:lnTo>
                    <a:cubicBezTo>
                      <a:pt x="1678" y="1332"/>
                      <a:pt x="1691" y="1089"/>
                      <a:pt x="1732" y="916"/>
                    </a:cubicBezTo>
                    <a:cubicBezTo>
                      <a:pt x="1789" y="692"/>
                      <a:pt x="559" y="1"/>
                      <a:pt x="558" y="1"/>
                    </a:cubicBezTo>
                    <a:close/>
                  </a:path>
                </a:pathLst>
              </a:custGeom>
              <a:solidFill>
                <a:srgbClr val="CC7B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31"/>
              <p:cNvSpPr/>
              <p:nvPr/>
            </p:nvSpPr>
            <p:spPr>
              <a:xfrm>
                <a:off x="5029400" y="2131025"/>
                <a:ext cx="31325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253" h="1433" extrusionOk="0">
                    <a:moveTo>
                      <a:pt x="22" y="1"/>
                    </a:moveTo>
                    <a:cubicBezTo>
                      <a:pt x="22" y="1"/>
                      <a:pt x="38" y="294"/>
                      <a:pt x="0" y="629"/>
                    </a:cubicBezTo>
                    <a:cubicBezTo>
                      <a:pt x="316" y="931"/>
                      <a:pt x="764" y="1310"/>
                      <a:pt x="1142" y="1433"/>
                    </a:cubicBezTo>
                    <a:cubicBezTo>
                      <a:pt x="1142" y="1326"/>
                      <a:pt x="1152" y="1086"/>
                      <a:pt x="1196" y="912"/>
                    </a:cubicBezTo>
                    <a:cubicBezTo>
                      <a:pt x="1253" y="692"/>
                      <a:pt x="22" y="1"/>
                      <a:pt x="22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31"/>
              <p:cNvSpPr/>
              <p:nvPr/>
            </p:nvSpPr>
            <p:spPr>
              <a:xfrm>
                <a:off x="5014725" y="2074000"/>
                <a:ext cx="69500" cy="87425"/>
              </a:xfrm>
              <a:custGeom>
                <a:avLst/>
                <a:gdLst/>
                <a:ahLst/>
                <a:cxnLst/>
                <a:rect l="l" t="t" r="r" b="b"/>
                <a:pathLst>
                  <a:path w="2780" h="3497" extrusionOk="0">
                    <a:moveTo>
                      <a:pt x="1405" y="0"/>
                    </a:moveTo>
                    <a:cubicBezTo>
                      <a:pt x="1222" y="0"/>
                      <a:pt x="1036" y="33"/>
                      <a:pt x="855" y="114"/>
                    </a:cubicBezTo>
                    <a:cubicBezTo>
                      <a:pt x="0" y="499"/>
                      <a:pt x="202" y="1392"/>
                      <a:pt x="202" y="1392"/>
                    </a:cubicBezTo>
                    <a:cubicBezTo>
                      <a:pt x="202" y="1392"/>
                      <a:pt x="792" y="3481"/>
                      <a:pt x="1786" y="3496"/>
                    </a:cubicBezTo>
                    <a:cubicBezTo>
                      <a:pt x="1789" y="3496"/>
                      <a:pt x="1791" y="3496"/>
                      <a:pt x="1794" y="3496"/>
                    </a:cubicBezTo>
                    <a:cubicBezTo>
                      <a:pt x="2780" y="3496"/>
                      <a:pt x="2736" y="607"/>
                      <a:pt x="2736" y="607"/>
                    </a:cubicBezTo>
                    <a:cubicBezTo>
                      <a:pt x="2703" y="455"/>
                      <a:pt x="2082" y="0"/>
                      <a:pt x="1405" y="0"/>
                    </a:cubicBezTo>
                    <a:close/>
                  </a:path>
                </a:pathLst>
              </a:custGeom>
              <a:solidFill>
                <a:srgbClr val="CC7B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31"/>
              <p:cNvSpPr/>
              <p:nvPr/>
            </p:nvSpPr>
            <p:spPr>
              <a:xfrm>
                <a:off x="5003200" y="2060300"/>
                <a:ext cx="97825" cy="68700"/>
              </a:xfrm>
              <a:custGeom>
                <a:avLst/>
                <a:gdLst/>
                <a:ahLst/>
                <a:cxnLst/>
                <a:rect l="l" t="t" r="r" b="b"/>
                <a:pathLst>
                  <a:path w="3913" h="2748" extrusionOk="0">
                    <a:moveTo>
                      <a:pt x="1693" y="1"/>
                    </a:moveTo>
                    <a:cubicBezTo>
                      <a:pt x="1184" y="1"/>
                      <a:pt x="793" y="193"/>
                      <a:pt x="600" y="1047"/>
                    </a:cubicBezTo>
                    <a:cubicBezTo>
                      <a:pt x="600" y="1047"/>
                      <a:pt x="1" y="1672"/>
                      <a:pt x="726" y="2748"/>
                    </a:cubicBezTo>
                    <a:lnTo>
                      <a:pt x="1055" y="2694"/>
                    </a:lnTo>
                    <a:cubicBezTo>
                      <a:pt x="1055" y="2694"/>
                      <a:pt x="954" y="2022"/>
                      <a:pt x="1304" y="2022"/>
                    </a:cubicBezTo>
                    <a:cubicBezTo>
                      <a:pt x="1657" y="2022"/>
                      <a:pt x="1884" y="1716"/>
                      <a:pt x="2010" y="1546"/>
                    </a:cubicBezTo>
                    <a:cubicBezTo>
                      <a:pt x="2028" y="1523"/>
                      <a:pt x="2050" y="1513"/>
                      <a:pt x="2078" y="1513"/>
                    </a:cubicBezTo>
                    <a:cubicBezTo>
                      <a:pt x="2251" y="1513"/>
                      <a:pt x="2607" y="1915"/>
                      <a:pt x="2872" y="1915"/>
                    </a:cubicBezTo>
                    <a:cubicBezTo>
                      <a:pt x="3175" y="1915"/>
                      <a:pt x="3140" y="2293"/>
                      <a:pt x="3140" y="2293"/>
                    </a:cubicBezTo>
                    <a:cubicBezTo>
                      <a:pt x="3140" y="2293"/>
                      <a:pt x="3913" y="1978"/>
                      <a:pt x="3578" y="1218"/>
                    </a:cubicBezTo>
                    <a:cubicBezTo>
                      <a:pt x="3578" y="1218"/>
                      <a:pt x="3802" y="205"/>
                      <a:pt x="2780" y="114"/>
                    </a:cubicBezTo>
                    <a:cubicBezTo>
                      <a:pt x="2384" y="78"/>
                      <a:pt x="2015" y="1"/>
                      <a:pt x="1693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31"/>
              <p:cNvSpPr/>
              <p:nvPr/>
            </p:nvSpPr>
            <p:spPr>
              <a:xfrm>
                <a:off x="5012375" y="2116125"/>
                <a:ext cx="19650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786" h="798" extrusionOk="0">
                    <a:moveTo>
                      <a:pt x="371" y="1"/>
                    </a:moveTo>
                    <a:cubicBezTo>
                      <a:pt x="325" y="1"/>
                      <a:pt x="278" y="18"/>
                      <a:pt x="233" y="60"/>
                    </a:cubicBezTo>
                    <a:cubicBezTo>
                      <a:pt x="0" y="279"/>
                      <a:pt x="288" y="798"/>
                      <a:pt x="684" y="798"/>
                    </a:cubicBezTo>
                    <a:cubicBezTo>
                      <a:pt x="717" y="798"/>
                      <a:pt x="751" y="794"/>
                      <a:pt x="785" y="786"/>
                    </a:cubicBezTo>
                    <a:lnTo>
                      <a:pt x="785" y="370"/>
                    </a:lnTo>
                    <a:cubicBezTo>
                      <a:pt x="785" y="370"/>
                      <a:pt x="583" y="1"/>
                      <a:pt x="371" y="1"/>
                    </a:cubicBezTo>
                    <a:close/>
                  </a:path>
                </a:pathLst>
              </a:custGeom>
              <a:solidFill>
                <a:srgbClr val="CC7B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31"/>
              <p:cNvSpPr/>
              <p:nvPr/>
            </p:nvSpPr>
            <p:spPr>
              <a:xfrm>
                <a:off x="5060475" y="2123775"/>
                <a:ext cx="7750" cy="1635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654" extrusionOk="0">
                    <a:moveTo>
                      <a:pt x="221" y="1"/>
                    </a:moveTo>
                    <a:cubicBezTo>
                      <a:pt x="202" y="4"/>
                      <a:pt x="186" y="19"/>
                      <a:pt x="189" y="38"/>
                    </a:cubicBezTo>
                    <a:cubicBezTo>
                      <a:pt x="218" y="266"/>
                      <a:pt x="224" y="531"/>
                      <a:pt x="202" y="568"/>
                    </a:cubicBezTo>
                    <a:cubicBezTo>
                      <a:pt x="192" y="578"/>
                      <a:pt x="176" y="582"/>
                      <a:pt x="157" y="582"/>
                    </a:cubicBezTo>
                    <a:cubicBezTo>
                      <a:pt x="122" y="582"/>
                      <a:pt x="80" y="569"/>
                      <a:pt x="57" y="559"/>
                    </a:cubicBezTo>
                    <a:cubicBezTo>
                      <a:pt x="52" y="557"/>
                      <a:pt x="46" y="557"/>
                      <a:pt x="42" y="557"/>
                    </a:cubicBezTo>
                    <a:cubicBezTo>
                      <a:pt x="26" y="557"/>
                      <a:pt x="14" y="564"/>
                      <a:pt x="10" y="581"/>
                    </a:cubicBezTo>
                    <a:cubicBezTo>
                      <a:pt x="0" y="600"/>
                      <a:pt x="10" y="619"/>
                      <a:pt x="29" y="628"/>
                    </a:cubicBezTo>
                    <a:cubicBezTo>
                      <a:pt x="35" y="631"/>
                      <a:pt x="95" y="654"/>
                      <a:pt x="155" y="654"/>
                    </a:cubicBezTo>
                    <a:cubicBezTo>
                      <a:pt x="189" y="654"/>
                      <a:pt x="224" y="647"/>
                      <a:pt x="249" y="619"/>
                    </a:cubicBezTo>
                    <a:cubicBezTo>
                      <a:pt x="309" y="559"/>
                      <a:pt x="281" y="225"/>
                      <a:pt x="262" y="32"/>
                    </a:cubicBezTo>
                    <a:cubicBezTo>
                      <a:pt x="256" y="10"/>
                      <a:pt x="240" y="1"/>
                      <a:pt x="221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31"/>
              <p:cNvSpPr/>
              <p:nvPr/>
            </p:nvSpPr>
            <p:spPr>
              <a:xfrm>
                <a:off x="5047300" y="2111750"/>
                <a:ext cx="12325" cy="5425"/>
              </a:xfrm>
              <a:custGeom>
                <a:avLst/>
                <a:gdLst/>
                <a:ahLst/>
                <a:cxnLst/>
                <a:rect l="l" t="t" r="r" b="b"/>
                <a:pathLst>
                  <a:path w="493" h="217" extrusionOk="0">
                    <a:moveTo>
                      <a:pt x="331" y="1"/>
                    </a:moveTo>
                    <a:cubicBezTo>
                      <a:pt x="92" y="1"/>
                      <a:pt x="0" y="170"/>
                      <a:pt x="0" y="172"/>
                    </a:cubicBezTo>
                    <a:lnTo>
                      <a:pt x="82" y="217"/>
                    </a:lnTo>
                    <a:cubicBezTo>
                      <a:pt x="85" y="211"/>
                      <a:pt x="148" y="95"/>
                      <a:pt x="327" y="95"/>
                    </a:cubicBezTo>
                    <a:cubicBezTo>
                      <a:pt x="368" y="95"/>
                      <a:pt x="414" y="101"/>
                      <a:pt x="467" y="116"/>
                    </a:cubicBezTo>
                    <a:lnTo>
                      <a:pt x="492" y="24"/>
                    </a:lnTo>
                    <a:cubicBezTo>
                      <a:pt x="432" y="8"/>
                      <a:pt x="378" y="1"/>
                      <a:pt x="331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31"/>
              <p:cNvSpPr/>
              <p:nvPr/>
            </p:nvSpPr>
            <p:spPr>
              <a:xfrm>
                <a:off x="5068975" y="2112325"/>
                <a:ext cx="12350" cy="5475"/>
              </a:xfrm>
              <a:custGeom>
                <a:avLst/>
                <a:gdLst/>
                <a:ahLst/>
                <a:cxnLst/>
                <a:rect l="l" t="t" r="r" b="b"/>
                <a:pathLst>
                  <a:path w="494" h="219" extrusionOk="0">
                    <a:moveTo>
                      <a:pt x="158" y="0"/>
                    </a:moveTo>
                    <a:cubicBezTo>
                      <a:pt x="112" y="0"/>
                      <a:pt x="59" y="7"/>
                      <a:pt x="1" y="23"/>
                    </a:cubicBezTo>
                    <a:lnTo>
                      <a:pt x="23" y="115"/>
                    </a:lnTo>
                    <a:cubicBezTo>
                      <a:pt x="75" y="100"/>
                      <a:pt x="120" y="94"/>
                      <a:pt x="160" y="94"/>
                    </a:cubicBezTo>
                    <a:cubicBezTo>
                      <a:pt x="337" y="94"/>
                      <a:pt x="402" y="211"/>
                      <a:pt x="405" y="219"/>
                    </a:cubicBezTo>
                    <a:lnTo>
                      <a:pt x="493" y="175"/>
                    </a:lnTo>
                    <a:cubicBezTo>
                      <a:pt x="488" y="175"/>
                      <a:pt x="396" y="0"/>
                      <a:pt x="158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31"/>
              <p:cNvSpPr/>
              <p:nvPr/>
            </p:nvSpPr>
            <p:spPr>
              <a:xfrm>
                <a:off x="5053675" y="2120775"/>
                <a:ext cx="3750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150" h="222" extrusionOk="0">
                    <a:moveTo>
                      <a:pt x="73" y="1"/>
                    </a:moveTo>
                    <a:cubicBezTo>
                      <a:pt x="32" y="1"/>
                      <a:pt x="1" y="51"/>
                      <a:pt x="1" y="111"/>
                    </a:cubicBezTo>
                    <a:cubicBezTo>
                      <a:pt x="1" y="174"/>
                      <a:pt x="32" y="221"/>
                      <a:pt x="73" y="221"/>
                    </a:cubicBezTo>
                    <a:cubicBezTo>
                      <a:pt x="118" y="221"/>
                      <a:pt x="149" y="174"/>
                      <a:pt x="149" y="111"/>
                    </a:cubicBezTo>
                    <a:cubicBezTo>
                      <a:pt x="149" y="51"/>
                      <a:pt x="118" y="1"/>
                      <a:pt x="73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31"/>
              <p:cNvSpPr/>
              <p:nvPr/>
            </p:nvSpPr>
            <p:spPr>
              <a:xfrm>
                <a:off x="5071900" y="2121575"/>
                <a:ext cx="3725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149" h="222" extrusionOk="0">
                    <a:moveTo>
                      <a:pt x="76" y="0"/>
                    </a:moveTo>
                    <a:cubicBezTo>
                      <a:pt x="35" y="0"/>
                      <a:pt x="1" y="51"/>
                      <a:pt x="1" y="111"/>
                    </a:cubicBezTo>
                    <a:cubicBezTo>
                      <a:pt x="1" y="174"/>
                      <a:pt x="35" y="221"/>
                      <a:pt x="76" y="221"/>
                    </a:cubicBezTo>
                    <a:cubicBezTo>
                      <a:pt x="117" y="221"/>
                      <a:pt x="149" y="174"/>
                      <a:pt x="149" y="111"/>
                    </a:cubicBezTo>
                    <a:cubicBezTo>
                      <a:pt x="149" y="51"/>
                      <a:pt x="117" y="0"/>
                      <a:pt x="76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31"/>
              <p:cNvSpPr/>
              <p:nvPr/>
            </p:nvSpPr>
            <p:spPr>
              <a:xfrm>
                <a:off x="5055725" y="2146125"/>
                <a:ext cx="10600" cy="2925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17" extrusionOk="0">
                    <a:moveTo>
                      <a:pt x="84" y="0"/>
                    </a:moveTo>
                    <a:cubicBezTo>
                      <a:pt x="54" y="0"/>
                      <a:pt x="38" y="2"/>
                      <a:pt x="36" y="2"/>
                    </a:cubicBezTo>
                    <a:cubicBezTo>
                      <a:pt x="17" y="6"/>
                      <a:pt x="1" y="21"/>
                      <a:pt x="4" y="40"/>
                    </a:cubicBezTo>
                    <a:cubicBezTo>
                      <a:pt x="10" y="58"/>
                      <a:pt x="23" y="72"/>
                      <a:pt x="40" y="72"/>
                    </a:cubicBezTo>
                    <a:cubicBezTo>
                      <a:pt x="42" y="72"/>
                      <a:pt x="43" y="72"/>
                      <a:pt x="45" y="72"/>
                    </a:cubicBezTo>
                    <a:cubicBezTo>
                      <a:pt x="46" y="72"/>
                      <a:pt x="56" y="71"/>
                      <a:pt x="76" y="71"/>
                    </a:cubicBezTo>
                    <a:cubicBezTo>
                      <a:pt x="122" y="71"/>
                      <a:pt x="218" y="77"/>
                      <a:pt x="373" y="116"/>
                    </a:cubicBezTo>
                    <a:lnTo>
                      <a:pt x="379" y="116"/>
                    </a:lnTo>
                    <a:cubicBezTo>
                      <a:pt x="395" y="116"/>
                      <a:pt x="411" y="103"/>
                      <a:pt x="414" y="88"/>
                    </a:cubicBezTo>
                    <a:cubicBezTo>
                      <a:pt x="424" y="69"/>
                      <a:pt x="411" y="50"/>
                      <a:pt x="392" y="43"/>
                    </a:cubicBezTo>
                    <a:cubicBezTo>
                      <a:pt x="240" y="7"/>
                      <a:pt x="139" y="0"/>
                      <a:pt x="84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31"/>
              <p:cNvSpPr/>
              <p:nvPr/>
            </p:nvSpPr>
            <p:spPr>
              <a:xfrm>
                <a:off x="4984750" y="2168025"/>
                <a:ext cx="126925" cy="176075"/>
              </a:xfrm>
              <a:custGeom>
                <a:avLst/>
                <a:gdLst/>
                <a:ahLst/>
                <a:cxnLst/>
                <a:rect l="l" t="t" r="r" b="b"/>
                <a:pathLst>
                  <a:path w="5077" h="7043" extrusionOk="0">
                    <a:moveTo>
                      <a:pt x="2922" y="0"/>
                    </a:moveTo>
                    <a:cubicBezTo>
                      <a:pt x="2922" y="0"/>
                      <a:pt x="3348" y="754"/>
                      <a:pt x="2632" y="754"/>
                    </a:cubicBezTo>
                    <a:cubicBezTo>
                      <a:pt x="1912" y="754"/>
                      <a:pt x="1496" y="26"/>
                      <a:pt x="1496" y="26"/>
                    </a:cubicBezTo>
                    <a:cubicBezTo>
                      <a:pt x="1496" y="26"/>
                      <a:pt x="1414" y="73"/>
                      <a:pt x="1240" y="111"/>
                    </a:cubicBezTo>
                    <a:cubicBezTo>
                      <a:pt x="1181" y="127"/>
                      <a:pt x="1105" y="139"/>
                      <a:pt x="1023" y="145"/>
                    </a:cubicBezTo>
                    <a:cubicBezTo>
                      <a:pt x="704" y="183"/>
                      <a:pt x="92" y="963"/>
                      <a:pt x="92" y="963"/>
                    </a:cubicBezTo>
                    <a:cubicBezTo>
                      <a:pt x="92" y="963"/>
                      <a:pt x="445" y="4105"/>
                      <a:pt x="461" y="4887"/>
                    </a:cubicBezTo>
                    <a:cubicBezTo>
                      <a:pt x="477" y="5666"/>
                      <a:pt x="1" y="6117"/>
                      <a:pt x="379" y="6509"/>
                    </a:cubicBezTo>
                    <a:cubicBezTo>
                      <a:pt x="655" y="6796"/>
                      <a:pt x="1982" y="7042"/>
                      <a:pt x="3060" y="7042"/>
                    </a:cubicBezTo>
                    <a:cubicBezTo>
                      <a:pt x="3464" y="7042"/>
                      <a:pt x="3832" y="7008"/>
                      <a:pt x="4099" y="6928"/>
                    </a:cubicBezTo>
                    <a:cubicBezTo>
                      <a:pt x="5077" y="6638"/>
                      <a:pt x="4417" y="5111"/>
                      <a:pt x="4310" y="4357"/>
                    </a:cubicBezTo>
                    <a:cubicBezTo>
                      <a:pt x="4263" y="4042"/>
                      <a:pt x="4256" y="3534"/>
                      <a:pt x="4253" y="3013"/>
                    </a:cubicBezTo>
                    <a:cubicBezTo>
                      <a:pt x="4247" y="2275"/>
                      <a:pt x="4256" y="1524"/>
                      <a:pt x="4181" y="1310"/>
                    </a:cubicBezTo>
                    <a:cubicBezTo>
                      <a:pt x="4080" y="1013"/>
                      <a:pt x="3799" y="414"/>
                      <a:pt x="3300" y="136"/>
                    </a:cubicBezTo>
                    <a:cubicBezTo>
                      <a:pt x="3253" y="111"/>
                      <a:pt x="3206" y="89"/>
                      <a:pt x="3155" y="67"/>
                    </a:cubicBezTo>
                    <a:cubicBezTo>
                      <a:pt x="3080" y="35"/>
                      <a:pt x="3001" y="16"/>
                      <a:pt x="2922" y="0"/>
                    </a:cubicBez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31"/>
              <p:cNvSpPr/>
              <p:nvPr/>
            </p:nvSpPr>
            <p:spPr>
              <a:xfrm>
                <a:off x="5015675" y="2168025"/>
                <a:ext cx="53650" cy="24650"/>
              </a:xfrm>
              <a:custGeom>
                <a:avLst/>
                <a:gdLst/>
                <a:ahLst/>
                <a:cxnLst/>
                <a:rect l="l" t="t" r="r" b="b"/>
                <a:pathLst>
                  <a:path w="2146" h="986" extrusionOk="0">
                    <a:moveTo>
                      <a:pt x="1685" y="0"/>
                    </a:moveTo>
                    <a:cubicBezTo>
                      <a:pt x="1685" y="0"/>
                      <a:pt x="2111" y="754"/>
                      <a:pt x="1395" y="754"/>
                    </a:cubicBezTo>
                    <a:cubicBezTo>
                      <a:pt x="675" y="754"/>
                      <a:pt x="259" y="26"/>
                      <a:pt x="259" y="26"/>
                    </a:cubicBezTo>
                    <a:cubicBezTo>
                      <a:pt x="259" y="26"/>
                      <a:pt x="174" y="73"/>
                      <a:pt x="0" y="111"/>
                    </a:cubicBezTo>
                    <a:cubicBezTo>
                      <a:pt x="208" y="406"/>
                      <a:pt x="714" y="985"/>
                      <a:pt x="1434" y="985"/>
                    </a:cubicBezTo>
                    <a:cubicBezTo>
                      <a:pt x="1514" y="985"/>
                      <a:pt x="1597" y="978"/>
                      <a:pt x="1682" y="963"/>
                    </a:cubicBezTo>
                    <a:cubicBezTo>
                      <a:pt x="1975" y="912"/>
                      <a:pt x="2101" y="767"/>
                      <a:pt x="2127" y="578"/>
                    </a:cubicBezTo>
                    <a:cubicBezTo>
                      <a:pt x="2146" y="445"/>
                      <a:pt x="2120" y="294"/>
                      <a:pt x="2063" y="136"/>
                    </a:cubicBezTo>
                    <a:cubicBezTo>
                      <a:pt x="2060" y="127"/>
                      <a:pt x="2057" y="114"/>
                      <a:pt x="2051" y="108"/>
                    </a:cubicBezTo>
                    <a:cubicBezTo>
                      <a:pt x="1978" y="82"/>
                      <a:pt x="1922" y="67"/>
                      <a:pt x="1918" y="67"/>
                    </a:cubicBezTo>
                    <a:cubicBezTo>
                      <a:pt x="1843" y="35"/>
                      <a:pt x="1764" y="16"/>
                      <a:pt x="1685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31"/>
              <p:cNvSpPr/>
              <p:nvPr/>
            </p:nvSpPr>
            <p:spPr>
              <a:xfrm>
                <a:off x="5063625" y="2169675"/>
                <a:ext cx="41350" cy="7407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2963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48" y="45"/>
                      <a:pt x="123" y="237"/>
                      <a:pt x="209" y="512"/>
                    </a:cubicBezTo>
                    <a:cubicBezTo>
                      <a:pt x="486" y="1363"/>
                      <a:pt x="884" y="2963"/>
                      <a:pt x="884" y="2963"/>
                    </a:cubicBezTo>
                    <a:lnTo>
                      <a:pt x="1092" y="2947"/>
                    </a:lnTo>
                    <a:lnTo>
                      <a:pt x="1653" y="2909"/>
                    </a:lnTo>
                    <a:cubicBezTo>
                      <a:pt x="1543" y="2237"/>
                      <a:pt x="1262" y="1089"/>
                      <a:pt x="1026" y="644"/>
                    </a:cubicBezTo>
                    <a:cubicBezTo>
                      <a:pt x="855" y="313"/>
                      <a:pt x="369" y="120"/>
                      <a:pt x="133" y="42"/>
                    </a:cubicBezTo>
                    <a:cubicBezTo>
                      <a:pt x="60" y="16"/>
                      <a:pt x="4" y="1"/>
                      <a:pt x="0" y="1"/>
                    </a:cubicBez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31"/>
              <p:cNvSpPr/>
              <p:nvPr/>
            </p:nvSpPr>
            <p:spPr>
              <a:xfrm>
                <a:off x="5100375" y="2190575"/>
                <a:ext cx="23600" cy="33300"/>
              </a:xfrm>
              <a:custGeom>
                <a:avLst/>
                <a:gdLst/>
                <a:ahLst/>
                <a:cxnLst/>
                <a:rect l="l" t="t" r="r" b="b"/>
                <a:pathLst>
                  <a:path w="944" h="1332" extrusionOk="0">
                    <a:moveTo>
                      <a:pt x="770" y="1"/>
                    </a:moveTo>
                    <a:cubicBezTo>
                      <a:pt x="493" y="243"/>
                      <a:pt x="0" y="1332"/>
                      <a:pt x="0" y="1332"/>
                    </a:cubicBezTo>
                    <a:lnTo>
                      <a:pt x="149" y="1332"/>
                    </a:lnTo>
                    <a:cubicBezTo>
                      <a:pt x="149" y="1332"/>
                      <a:pt x="723" y="1007"/>
                      <a:pt x="833" y="609"/>
                    </a:cubicBezTo>
                    <a:cubicBezTo>
                      <a:pt x="944" y="212"/>
                      <a:pt x="770" y="1"/>
                      <a:pt x="770" y="1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31"/>
              <p:cNvSpPr/>
              <p:nvPr/>
            </p:nvSpPr>
            <p:spPr>
              <a:xfrm>
                <a:off x="5076150" y="2193250"/>
                <a:ext cx="22750" cy="30725"/>
              </a:xfrm>
              <a:custGeom>
                <a:avLst/>
                <a:gdLst/>
                <a:ahLst/>
                <a:cxnLst/>
                <a:rect l="l" t="t" r="r" b="b"/>
                <a:pathLst>
                  <a:path w="910" h="1229" extrusionOk="0">
                    <a:moveTo>
                      <a:pt x="174" y="1"/>
                    </a:moveTo>
                    <a:cubicBezTo>
                      <a:pt x="174" y="1"/>
                      <a:pt x="1" y="253"/>
                      <a:pt x="174" y="537"/>
                    </a:cubicBezTo>
                    <a:cubicBezTo>
                      <a:pt x="348" y="821"/>
                      <a:pt x="790" y="1228"/>
                      <a:pt x="790" y="1228"/>
                    </a:cubicBezTo>
                    <a:lnTo>
                      <a:pt x="910" y="1228"/>
                    </a:lnTo>
                    <a:lnTo>
                      <a:pt x="910" y="1225"/>
                    </a:lnTo>
                    <a:cubicBezTo>
                      <a:pt x="910" y="1225"/>
                      <a:pt x="809" y="209"/>
                      <a:pt x="174" y="1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31"/>
              <p:cNvSpPr/>
              <p:nvPr/>
            </p:nvSpPr>
            <p:spPr>
              <a:xfrm>
                <a:off x="5030175" y="2221700"/>
                <a:ext cx="136000" cy="133450"/>
              </a:xfrm>
              <a:custGeom>
                <a:avLst/>
                <a:gdLst/>
                <a:ahLst/>
                <a:cxnLst/>
                <a:rect l="l" t="t" r="r" b="b"/>
                <a:pathLst>
                  <a:path w="5440" h="5338" extrusionOk="0">
                    <a:moveTo>
                      <a:pt x="2492" y="0"/>
                    </a:moveTo>
                    <a:cubicBezTo>
                      <a:pt x="832" y="0"/>
                      <a:pt x="553" y="876"/>
                      <a:pt x="401" y="1380"/>
                    </a:cubicBezTo>
                    <a:cubicBezTo>
                      <a:pt x="237" y="1910"/>
                      <a:pt x="1" y="4494"/>
                      <a:pt x="1206" y="5049"/>
                    </a:cubicBezTo>
                    <a:cubicBezTo>
                      <a:pt x="1687" y="5271"/>
                      <a:pt x="2272" y="5338"/>
                      <a:pt x="2802" y="5338"/>
                    </a:cubicBezTo>
                    <a:cubicBezTo>
                      <a:pt x="3597" y="5338"/>
                      <a:pt x="4266" y="5188"/>
                      <a:pt x="4266" y="5188"/>
                    </a:cubicBezTo>
                    <a:cubicBezTo>
                      <a:pt x="5440" y="4418"/>
                      <a:pt x="5228" y="2349"/>
                      <a:pt x="5077" y="1699"/>
                    </a:cubicBezTo>
                    <a:cubicBezTo>
                      <a:pt x="4922" y="1040"/>
                      <a:pt x="4780" y="134"/>
                      <a:pt x="2824" y="11"/>
                    </a:cubicBezTo>
                    <a:cubicBezTo>
                      <a:pt x="2708" y="4"/>
                      <a:pt x="2597" y="0"/>
                      <a:pt x="2492" y="0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31"/>
              <p:cNvSpPr/>
              <p:nvPr/>
            </p:nvSpPr>
            <p:spPr>
              <a:xfrm>
                <a:off x="5071125" y="2267300"/>
                <a:ext cx="73525" cy="67225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2689" extrusionOk="0">
                    <a:moveTo>
                      <a:pt x="2750" y="1"/>
                    </a:moveTo>
                    <a:cubicBezTo>
                      <a:pt x="2748" y="1"/>
                      <a:pt x="2746" y="1"/>
                      <a:pt x="2745" y="1"/>
                    </a:cubicBezTo>
                    <a:cubicBezTo>
                      <a:pt x="2726" y="4"/>
                      <a:pt x="2710" y="20"/>
                      <a:pt x="2713" y="39"/>
                    </a:cubicBezTo>
                    <a:cubicBezTo>
                      <a:pt x="2716" y="48"/>
                      <a:pt x="2868" y="1149"/>
                      <a:pt x="2193" y="1900"/>
                    </a:cubicBezTo>
                    <a:cubicBezTo>
                      <a:pt x="1764" y="2379"/>
                      <a:pt x="1100" y="2620"/>
                      <a:pt x="217" y="2620"/>
                    </a:cubicBezTo>
                    <a:cubicBezTo>
                      <a:pt x="157" y="2620"/>
                      <a:pt x="96" y="2619"/>
                      <a:pt x="35" y="2616"/>
                    </a:cubicBezTo>
                    <a:cubicBezTo>
                      <a:pt x="16" y="2616"/>
                      <a:pt x="0" y="2632"/>
                      <a:pt x="0" y="2651"/>
                    </a:cubicBezTo>
                    <a:cubicBezTo>
                      <a:pt x="0" y="2670"/>
                      <a:pt x="16" y="2686"/>
                      <a:pt x="35" y="2686"/>
                    </a:cubicBezTo>
                    <a:cubicBezTo>
                      <a:pt x="101" y="2689"/>
                      <a:pt x="161" y="2689"/>
                      <a:pt x="224" y="2689"/>
                    </a:cubicBezTo>
                    <a:cubicBezTo>
                      <a:pt x="1129" y="2689"/>
                      <a:pt x="1811" y="2440"/>
                      <a:pt x="2243" y="1954"/>
                    </a:cubicBezTo>
                    <a:cubicBezTo>
                      <a:pt x="2940" y="1172"/>
                      <a:pt x="2783" y="45"/>
                      <a:pt x="2783" y="33"/>
                    </a:cubicBezTo>
                    <a:cubicBezTo>
                      <a:pt x="2780" y="15"/>
                      <a:pt x="2766" y="1"/>
                      <a:pt x="2750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31"/>
              <p:cNvSpPr/>
              <p:nvPr/>
            </p:nvSpPr>
            <p:spPr>
              <a:xfrm>
                <a:off x="4992175" y="2257850"/>
                <a:ext cx="101675" cy="118200"/>
              </a:xfrm>
              <a:custGeom>
                <a:avLst/>
                <a:gdLst/>
                <a:ahLst/>
                <a:cxnLst/>
                <a:rect l="l" t="t" r="r" b="b"/>
                <a:pathLst>
                  <a:path w="4067" h="4728" extrusionOk="0">
                    <a:moveTo>
                      <a:pt x="1171" y="1"/>
                    </a:moveTo>
                    <a:lnTo>
                      <a:pt x="0" y="502"/>
                    </a:lnTo>
                    <a:cubicBezTo>
                      <a:pt x="0" y="502"/>
                      <a:pt x="1584" y="3868"/>
                      <a:pt x="2057" y="4345"/>
                    </a:cubicBezTo>
                    <a:cubicBezTo>
                      <a:pt x="2330" y="4621"/>
                      <a:pt x="2726" y="4728"/>
                      <a:pt x="3075" y="4728"/>
                    </a:cubicBezTo>
                    <a:cubicBezTo>
                      <a:pt x="3330" y="4728"/>
                      <a:pt x="3560" y="4671"/>
                      <a:pt x="3698" y="4581"/>
                    </a:cubicBezTo>
                    <a:cubicBezTo>
                      <a:pt x="4026" y="4373"/>
                      <a:pt x="4067" y="3884"/>
                      <a:pt x="4067" y="3884"/>
                    </a:cubicBezTo>
                    <a:cubicBezTo>
                      <a:pt x="4067" y="3884"/>
                      <a:pt x="2906" y="3461"/>
                      <a:pt x="2638" y="3455"/>
                    </a:cubicBezTo>
                    <a:cubicBezTo>
                      <a:pt x="2373" y="3442"/>
                      <a:pt x="1171" y="1"/>
                      <a:pt x="1171" y="1"/>
                    </a:cubicBezTo>
                    <a:close/>
                  </a:path>
                </a:pathLst>
              </a:custGeom>
              <a:solidFill>
                <a:srgbClr val="CC7B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31"/>
              <p:cNvSpPr/>
              <p:nvPr/>
            </p:nvSpPr>
            <p:spPr>
              <a:xfrm>
                <a:off x="4979075" y="2192150"/>
                <a:ext cx="49075" cy="86625"/>
              </a:xfrm>
              <a:custGeom>
                <a:avLst/>
                <a:gdLst/>
                <a:ahLst/>
                <a:cxnLst/>
                <a:rect l="l" t="t" r="r" b="b"/>
                <a:pathLst>
                  <a:path w="1963" h="3465" extrusionOk="0">
                    <a:moveTo>
                      <a:pt x="319" y="1"/>
                    </a:moveTo>
                    <a:cubicBezTo>
                      <a:pt x="319" y="1"/>
                      <a:pt x="16" y="408"/>
                      <a:pt x="7" y="1162"/>
                    </a:cubicBezTo>
                    <a:cubicBezTo>
                      <a:pt x="1" y="1916"/>
                      <a:pt x="146" y="2789"/>
                      <a:pt x="319" y="3465"/>
                    </a:cubicBezTo>
                    <a:cubicBezTo>
                      <a:pt x="319" y="3465"/>
                      <a:pt x="1546" y="3436"/>
                      <a:pt x="1963" y="2755"/>
                    </a:cubicBezTo>
                    <a:cubicBezTo>
                      <a:pt x="1963" y="2755"/>
                      <a:pt x="1543" y="1591"/>
                      <a:pt x="1534" y="1143"/>
                    </a:cubicBezTo>
                    <a:cubicBezTo>
                      <a:pt x="1524" y="695"/>
                      <a:pt x="1067" y="190"/>
                      <a:pt x="319" y="1"/>
                    </a:cubicBez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31"/>
              <p:cNvSpPr/>
              <p:nvPr/>
            </p:nvSpPr>
            <p:spPr>
              <a:xfrm>
                <a:off x="5001150" y="2188825"/>
                <a:ext cx="28900" cy="83325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3333" extrusionOk="0">
                    <a:moveTo>
                      <a:pt x="36" y="0"/>
                    </a:moveTo>
                    <a:cubicBezTo>
                      <a:pt x="27" y="0"/>
                      <a:pt x="18" y="3"/>
                      <a:pt x="10" y="7"/>
                    </a:cubicBezTo>
                    <a:cubicBezTo>
                      <a:pt x="1" y="23"/>
                      <a:pt x="1" y="45"/>
                      <a:pt x="10" y="61"/>
                    </a:cubicBezTo>
                    <a:cubicBezTo>
                      <a:pt x="20" y="67"/>
                      <a:pt x="764" y="853"/>
                      <a:pt x="1048" y="2828"/>
                    </a:cubicBezTo>
                    <a:cubicBezTo>
                      <a:pt x="1048" y="2831"/>
                      <a:pt x="1067" y="3017"/>
                      <a:pt x="512" y="3266"/>
                    </a:cubicBezTo>
                    <a:cubicBezTo>
                      <a:pt x="493" y="3273"/>
                      <a:pt x="484" y="3292"/>
                      <a:pt x="493" y="3314"/>
                    </a:cubicBezTo>
                    <a:cubicBezTo>
                      <a:pt x="496" y="3326"/>
                      <a:pt x="512" y="3333"/>
                      <a:pt x="525" y="3333"/>
                    </a:cubicBezTo>
                    <a:cubicBezTo>
                      <a:pt x="528" y="3333"/>
                      <a:pt x="531" y="3333"/>
                      <a:pt x="543" y="3329"/>
                    </a:cubicBezTo>
                    <a:cubicBezTo>
                      <a:pt x="1155" y="3055"/>
                      <a:pt x="1124" y="2837"/>
                      <a:pt x="1121" y="2815"/>
                    </a:cubicBezTo>
                    <a:cubicBezTo>
                      <a:pt x="831" y="812"/>
                      <a:pt x="95" y="39"/>
                      <a:pt x="64" y="7"/>
                    </a:cubicBezTo>
                    <a:cubicBezTo>
                      <a:pt x="54" y="3"/>
                      <a:pt x="45" y="0"/>
                      <a:pt x="36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69" name="Google Shape;469;p31"/>
            <p:cNvSpPr/>
            <p:nvPr/>
          </p:nvSpPr>
          <p:spPr>
            <a:xfrm flipH="1">
              <a:off x="3803108" y="3499974"/>
              <a:ext cx="720919" cy="418611"/>
            </a:xfrm>
            <a:custGeom>
              <a:avLst/>
              <a:gdLst/>
              <a:ahLst/>
              <a:cxnLst/>
              <a:rect l="l" t="t" r="r" b="b"/>
              <a:pathLst>
                <a:path w="8740" h="5075" extrusionOk="0">
                  <a:moveTo>
                    <a:pt x="3537" y="0"/>
                  </a:moveTo>
                  <a:cubicBezTo>
                    <a:pt x="3524" y="0"/>
                    <a:pt x="3512" y="2"/>
                    <a:pt x="3499" y="5"/>
                  </a:cubicBezTo>
                  <a:cubicBezTo>
                    <a:pt x="3253" y="75"/>
                    <a:pt x="3216" y="860"/>
                    <a:pt x="3389" y="2352"/>
                  </a:cubicBezTo>
                  <a:cubicBezTo>
                    <a:pt x="3226" y="2109"/>
                    <a:pt x="2535" y="1093"/>
                    <a:pt x="2140" y="1093"/>
                  </a:cubicBezTo>
                  <a:cubicBezTo>
                    <a:pt x="2114" y="1093"/>
                    <a:pt x="2090" y="1097"/>
                    <a:pt x="2067" y="1106"/>
                  </a:cubicBezTo>
                  <a:cubicBezTo>
                    <a:pt x="1597" y="1289"/>
                    <a:pt x="2039" y="3356"/>
                    <a:pt x="2067" y="3491"/>
                  </a:cubicBezTo>
                  <a:cubicBezTo>
                    <a:pt x="1687" y="3290"/>
                    <a:pt x="1317" y="3208"/>
                    <a:pt x="1004" y="3208"/>
                  </a:cubicBezTo>
                  <a:cubicBezTo>
                    <a:pt x="578" y="3208"/>
                    <a:pt x="257" y="3360"/>
                    <a:pt x="159" y="3567"/>
                  </a:cubicBezTo>
                  <a:cubicBezTo>
                    <a:pt x="1" y="3892"/>
                    <a:pt x="320" y="4630"/>
                    <a:pt x="1039" y="5069"/>
                  </a:cubicBezTo>
                  <a:cubicBezTo>
                    <a:pt x="1489" y="5073"/>
                    <a:pt x="1938" y="5075"/>
                    <a:pt x="2388" y="5075"/>
                  </a:cubicBezTo>
                  <a:cubicBezTo>
                    <a:pt x="3896" y="5075"/>
                    <a:pt x="5404" y="5056"/>
                    <a:pt x="6915" y="5056"/>
                  </a:cubicBezTo>
                  <a:cubicBezTo>
                    <a:pt x="7256" y="5056"/>
                    <a:pt x="7597" y="5057"/>
                    <a:pt x="7938" y="5059"/>
                  </a:cubicBezTo>
                  <a:cubicBezTo>
                    <a:pt x="8531" y="3759"/>
                    <a:pt x="8739" y="3050"/>
                    <a:pt x="8563" y="2936"/>
                  </a:cubicBezTo>
                  <a:cubicBezTo>
                    <a:pt x="8546" y="2925"/>
                    <a:pt x="8525" y="2919"/>
                    <a:pt x="8501" y="2919"/>
                  </a:cubicBezTo>
                  <a:cubicBezTo>
                    <a:pt x="8328" y="2919"/>
                    <a:pt x="7970" y="3208"/>
                    <a:pt x="7427" y="3778"/>
                  </a:cubicBezTo>
                  <a:cubicBezTo>
                    <a:pt x="7320" y="3176"/>
                    <a:pt x="6951" y="1176"/>
                    <a:pt x="6472" y="1176"/>
                  </a:cubicBezTo>
                  <a:cubicBezTo>
                    <a:pt x="6472" y="1176"/>
                    <a:pt x="6472" y="1176"/>
                    <a:pt x="6471" y="1176"/>
                  </a:cubicBezTo>
                  <a:cubicBezTo>
                    <a:pt x="6090" y="1179"/>
                    <a:pt x="5802" y="2472"/>
                    <a:pt x="5664" y="3195"/>
                  </a:cubicBezTo>
                  <a:cubicBezTo>
                    <a:pt x="5389" y="1217"/>
                    <a:pt x="5105" y="226"/>
                    <a:pt x="4821" y="226"/>
                  </a:cubicBezTo>
                  <a:cubicBezTo>
                    <a:pt x="4673" y="226"/>
                    <a:pt x="4525" y="482"/>
                    <a:pt x="4380" y="996"/>
                  </a:cubicBezTo>
                  <a:cubicBezTo>
                    <a:pt x="4000" y="328"/>
                    <a:pt x="3719" y="0"/>
                    <a:pt x="3537" y="0"/>
                  </a:cubicBezTo>
                  <a:close/>
                </a:path>
              </a:pathLst>
            </a:custGeom>
            <a:solidFill>
              <a:srgbClr val="1A75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0" name="Google Shape;470;p31"/>
            <p:cNvGrpSpPr/>
            <p:nvPr/>
          </p:nvGrpSpPr>
          <p:grpSpPr>
            <a:xfrm>
              <a:off x="3552650" y="3464992"/>
              <a:ext cx="488023" cy="488585"/>
              <a:chOff x="4683550" y="1106675"/>
              <a:chExt cx="195475" cy="195700"/>
            </a:xfrm>
          </p:grpSpPr>
          <p:sp>
            <p:nvSpPr>
              <p:cNvPr id="471" name="Google Shape;471;p31"/>
              <p:cNvSpPr/>
              <p:nvPr/>
            </p:nvSpPr>
            <p:spPr>
              <a:xfrm>
                <a:off x="4683550" y="1106675"/>
                <a:ext cx="195475" cy="195700"/>
              </a:xfrm>
              <a:custGeom>
                <a:avLst/>
                <a:gdLst/>
                <a:ahLst/>
                <a:cxnLst/>
                <a:rect l="l" t="t" r="r" b="b"/>
                <a:pathLst>
                  <a:path w="7819" h="7828" extrusionOk="0">
                    <a:moveTo>
                      <a:pt x="5916" y="1"/>
                    </a:moveTo>
                    <a:cubicBezTo>
                      <a:pt x="5679" y="1"/>
                      <a:pt x="5479" y="217"/>
                      <a:pt x="5342" y="421"/>
                    </a:cubicBezTo>
                    <a:cubicBezTo>
                      <a:pt x="4774" y="1269"/>
                      <a:pt x="4427" y="2250"/>
                      <a:pt x="4212" y="3250"/>
                    </a:cubicBezTo>
                    <a:cubicBezTo>
                      <a:pt x="4001" y="4247"/>
                      <a:pt x="3909" y="5285"/>
                      <a:pt x="3827" y="6301"/>
                    </a:cubicBezTo>
                    <a:cubicBezTo>
                      <a:pt x="3862" y="5541"/>
                      <a:pt x="3670" y="4774"/>
                      <a:pt x="3279" y="4121"/>
                    </a:cubicBezTo>
                    <a:cubicBezTo>
                      <a:pt x="3190" y="3976"/>
                      <a:pt x="3092" y="3828"/>
                      <a:pt x="2954" y="3727"/>
                    </a:cubicBezTo>
                    <a:cubicBezTo>
                      <a:pt x="2847" y="3645"/>
                      <a:pt x="2712" y="3592"/>
                      <a:pt x="2580" y="3592"/>
                    </a:cubicBezTo>
                    <a:cubicBezTo>
                      <a:pt x="2544" y="3592"/>
                      <a:pt x="2509" y="3596"/>
                      <a:pt x="2474" y="3604"/>
                    </a:cubicBezTo>
                    <a:cubicBezTo>
                      <a:pt x="2304" y="3648"/>
                      <a:pt x="2171" y="3790"/>
                      <a:pt x="2096" y="3951"/>
                    </a:cubicBezTo>
                    <a:cubicBezTo>
                      <a:pt x="2020" y="4112"/>
                      <a:pt x="2001" y="4295"/>
                      <a:pt x="1988" y="4471"/>
                    </a:cubicBezTo>
                    <a:cubicBezTo>
                      <a:pt x="1935" y="5323"/>
                      <a:pt x="2067" y="6244"/>
                      <a:pt x="2354" y="7052"/>
                    </a:cubicBezTo>
                    <a:cubicBezTo>
                      <a:pt x="1988" y="6541"/>
                      <a:pt x="1493" y="6131"/>
                      <a:pt x="928" y="5869"/>
                    </a:cubicBezTo>
                    <a:cubicBezTo>
                      <a:pt x="793" y="5806"/>
                      <a:pt x="651" y="5746"/>
                      <a:pt x="502" y="5746"/>
                    </a:cubicBezTo>
                    <a:cubicBezTo>
                      <a:pt x="351" y="5746"/>
                      <a:pt x="193" y="5809"/>
                      <a:pt x="121" y="5935"/>
                    </a:cubicBezTo>
                    <a:cubicBezTo>
                      <a:pt x="1" y="6131"/>
                      <a:pt x="111" y="6383"/>
                      <a:pt x="231" y="6579"/>
                    </a:cubicBezTo>
                    <a:cubicBezTo>
                      <a:pt x="506" y="7030"/>
                      <a:pt x="875" y="7456"/>
                      <a:pt x="1253" y="7828"/>
                    </a:cubicBezTo>
                    <a:cubicBezTo>
                      <a:pt x="2919" y="7825"/>
                      <a:pt x="4585" y="7815"/>
                      <a:pt x="6253" y="7809"/>
                    </a:cubicBezTo>
                    <a:cubicBezTo>
                      <a:pt x="6973" y="7134"/>
                      <a:pt x="7459" y="6083"/>
                      <a:pt x="7717" y="5134"/>
                    </a:cubicBezTo>
                    <a:cubicBezTo>
                      <a:pt x="7787" y="4885"/>
                      <a:pt x="7818" y="4585"/>
                      <a:pt x="7635" y="4408"/>
                    </a:cubicBezTo>
                    <a:cubicBezTo>
                      <a:pt x="7547" y="4323"/>
                      <a:pt x="7435" y="4290"/>
                      <a:pt x="7315" y="4290"/>
                    </a:cubicBezTo>
                    <a:cubicBezTo>
                      <a:pt x="7150" y="4290"/>
                      <a:pt x="6970" y="4352"/>
                      <a:pt x="6818" y="4427"/>
                    </a:cubicBezTo>
                    <a:cubicBezTo>
                      <a:pt x="6152" y="4768"/>
                      <a:pt x="5597" y="5244"/>
                      <a:pt x="5219" y="5891"/>
                    </a:cubicBezTo>
                    <a:cubicBezTo>
                      <a:pt x="5856" y="4295"/>
                      <a:pt x="6247" y="2597"/>
                      <a:pt x="6370" y="884"/>
                    </a:cubicBezTo>
                    <a:cubicBezTo>
                      <a:pt x="6383" y="705"/>
                      <a:pt x="6389" y="528"/>
                      <a:pt x="6339" y="364"/>
                    </a:cubicBezTo>
                    <a:cubicBezTo>
                      <a:pt x="6288" y="197"/>
                      <a:pt x="6156" y="42"/>
                      <a:pt x="5988" y="7"/>
                    </a:cubicBezTo>
                    <a:cubicBezTo>
                      <a:pt x="5964" y="3"/>
                      <a:pt x="5940" y="1"/>
                      <a:pt x="5916" y="1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31"/>
              <p:cNvSpPr/>
              <p:nvPr/>
            </p:nvSpPr>
            <p:spPr>
              <a:xfrm>
                <a:off x="4792625" y="1137300"/>
                <a:ext cx="33325" cy="143725"/>
              </a:xfrm>
              <a:custGeom>
                <a:avLst/>
                <a:gdLst/>
                <a:ahLst/>
                <a:cxnLst/>
                <a:rect l="l" t="t" r="r" b="b"/>
                <a:pathLst>
                  <a:path w="1333" h="5749" extrusionOk="0">
                    <a:moveTo>
                      <a:pt x="1263" y="0"/>
                    </a:moveTo>
                    <a:cubicBezTo>
                      <a:pt x="1250" y="29"/>
                      <a:pt x="300" y="2710"/>
                      <a:pt x="1" y="5739"/>
                    </a:cubicBezTo>
                    <a:lnTo>
                      <a:pt x="76" y="5748"/>
                    </a:lnTo>
                    <a:cubicBezTo>
                      <a:pt x="376" y="2726"/>
                      <a:pt x="1323" y="57"/>
                      <a:pt x="1332" y="29"/>
                    </a:cubicBezTo>
                    <a:lnTo>
                      <a:pt x="1263" y="0"/>
                    </a:ln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31"/>
              <p:cNvSpPr/>
              <p:nvPr/>
            </p:nvSpPr>
            <p:spPr>
              <a:xfrm>
                <a:off x="4824100" y="1226325"/>
                <a:ext cx="40400" cy="60050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2402" extrusionOk="0">
                    <a:moveTo>
                      <a:pt x="1568" y="1"/>
                    </a:moveTo>
                    <a:cubicBezTo>
                      <a:pt x="1556" y="10"/>
                      <a:pt x="452" y="897"/>
                      <a:pt x="0" y="2379"/>
                    </a:cubicBezTo>
                    <a:lnTo>
                      <a:pt x="73" y="2402"/>
                    </a:lnTo>
                    <a:cubicBezTo>
                      <a:pt x="521" y="944"/>
                      <a:pt x="1603" y="73"/>
                      <a:pt x="1616" y="61"/>
                    </a:cubicBezTo>
                    <a:lnTo>
                      <a:pt x="1568" y="1"/>
                    </a:ln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31"/>
              <p:cNvSpPr/>
              <p:nvPr/>
            </p:nvSpPr>
            <p:spPr>
              <a:xfrm>
                <a:off x="4747275" y="1217900"/>
                <a:ext cx="14150" cy="65250"/>
              </a:xfrm>
              <a:custGeom>
                <a:avLst/>
                <a:gdLst/>
                <a:ahLst/>
                <a:cxnLst/>
                <a:rect l="l" t="t" r="r" b="b"/>
                <a:pathLst>
                  <a:path w="566" h="2610" extrusionOk="0">
                    <a:moveTo>
                      <a:pt x="70" y="0"/>
                    </a:moveTo>
                    <a:lnTo>
                      <a:pt x="1" y="22"/>
                    </a:lnTo>
                    <a:cubicBezTo>
                      <a:pt x="4" y="38"/>
                      <a:pt x="490" y="1455"/>
                      <a:pt x="461" y="2609"/>
                    </a:cubicBezTo>
                    <a:lnTo>
                      <a:pt x="537" y="2609"/>
                    </a:lnTo>
                    <a:cubicBezTo>
                      <a:pt x="565" y="1439"/>
                      <a:pt x="76" y="10"/>
                      <a:pt x="70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31"/>
              <p:cNvSpPr/>
              <p:nvPr/>
            </p:nvSpPr>
            <p:spPr>
              <a:xfrm>
                <a:off x="4699575" y="1264025"/>
                <a:ext cx="30850" cy="31350"/>
              </a:xfrm>
              <a:custGeom>
                <a:avLst/>
                <a:gdLst/>
                <a:ahLst/>
                <a:cxnLst/>
                <a:rect l="l" t="t" r="r" b="b"/>
                <a:pathLst>
                  <a:path w="1234" h="1254" extrusionOk="0">
                    <a:moveTo>
                      <a:pt x="35" y="1"/>
                    </a:moveTo>
                    <a:lnTo>
                      <a:pt x="0" y="67"/>
                    </a:lnTo>
                    <a:cubicBezTo>
                      <a:pt x="3" y="70"/>
                      <a:pt x="647" y="433"/>
                      <a:pt x="1171" y="1253"/>
                    </a:cubicBezTo>
                    <a:lnTo>
                      <a:pt x="1234" y="1209"/>
                    </a:lnTo>
                    <a:cubicBezTo>
                      <a:pt x="701" y="373"/>
                      <a:pt x="44" y="4"/>
                      <a:pt x="35" y="1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76" name="Google Shape;476;p31"/>
            <p:cNvSpPr/>
            <p:nvPr/>
          </p:nvSpPr>
          <p:spPr>
            <a:xfrm>
              <a:off x="659767" y="3499974"/>
              <a:ext cx="720919" cy="418611"/>
            </a:xfrm>
            <a:custGeom>
              <a:avLst/>
              <a:gdLst/>
              <a:ahLst/>
              <a:cxnLst/>
              <a:rect l="l" t="t" r="r" b="b"/>
              <a:pathLst>
                <a:path w="8740" h="5075" extrusionOk="0">
                  <a:moveTo>
                    <a:pt x="3537" y="0"/>
                  </a:moveTo>
                  <a:cubicBezTo>
                    <a:pt x="3524" y="0"/>
                    <a:pt x="3512" y="2"/>
                    <a:pt x="3499" y="5"/>
                  </a:cubicBezTo>
                  <a:cubicBezTo>
                    <a:pt x="3253" y="75"/>
                    <a:pt x="3216" y="860"/>
                    <a:pt x="3389" y="2352"/>
                  </a:cubicBezTo>
                  <a:cubicBezTo>
                    <a:pt x="3226" y="2109"/>
                    <a:pt x="2535" y="1093"/>
                    <a:pt x="2140" y="1093"/>
                  </a:cubicBezTo>
                  <a:cubicBezTo>
                    <a:pt x="2114" y="1093"/>
                    <a:pt x="2090" y="1097"/>
                    <a:pt x="2067" y="1106"/>
                  </a:cubicBezTo>
                  <a:cubicBezTo>
                    <a:pt x="1597" y="1289"/>
                    <a:pt x="2039" y="3356"/>
                    <a:pt x="2067" y="3491"/>
                  </a:cubicBezTo>
                  <a:cubicBezTo>
                    <a:pt x="1687" y="3290"/>
                    <a:pt x="1317" y="3208"/>
                    <a:pt x="1004" y="3208"/>
                  </a:cubicBezTo>
                  <a:cubicBezTo>
                    <a:pt x="578" y="3208"/>
                    <a:pt x="257" y="3360"/>
                    <a:pt x="159" y="3567"/>
                  </a:cubicBezTo>
                  <a:cubicBezTo>
                    <a:pt x="1" y="3892"/>
                    <a:pt x="320" y="4630"/>
                    <a:pt x="1039" y="5069"/>
                  </a:cubicBezTo>
                  <a:cubicBezTo>
                    <a:pt x="1489" y="5073"/>
                    <a:pt x="1938" y="5075"/>
                    <a:pt x="2388" y="5075"/>
                  </a:cubicBezTo>
                  <a:cubicBezTo>
                    <a:pt x="3896" y="5075"/>
                    <a:pt x="5404" y="5056"/>
                    <a:pt x="6915" y="5056"/>
                  </a:cubicBezTo>
                  <a:cubicBezTo>
                    <a:pt x="7256" y="5056"/>
                    <a:pt x="7597" y="5057"/>
                    <a:pt x="7938" y="5059"/>
                  </a:cubicBezTo>
                  <a:cubicBezTo>
                    <a:pt x="8531" y="3759"/>
                    <a:pt x="8739" y="3050"/>
                    <a:pt x="8563" y="2936"/>
                  </a:cubicBezTo>
                  <a:cubicBezTo>
                    <a:pt x="8546" y="2925"/>
                    <a:pt x="8525" y="2919"/>
                    <a:pt x="8501" y="2919"/>
                  </a:cubicBezTo>
                  <a:cubicBezTo>
                    <a:pt x="8328" y="2919"/>
                    <a:pt x="7970" y="3208"/>
                    <a:pt x="7427" y="3778"/>
                  </a:cubicBezTo>
                  <a:cubicBezTo>
                    <a:pt x="7320" y="3176"/>
                    <a:pt x="6951" y="1176"/>
                    <a:pt x="6472" y="1176"/>
                  </a:cubicBezTo>
                  <a:cubicBezTo>
                    <a:pt x="6472" y="1176"/>
                    <a:pt x="6472" y="1176"/>
                    <a:pt x="6471" y="1176"/>
                  </a:cubicBezTo>
                  <a:cubicBezTo>
                    <a:pt x="6090" y="1179"/>
                    <a:pt x="5802" y="2472"/>
                    <a:pt x="5664" y="3195"/>
                  </a:cubicBezTo>
                  <a:cubicBezTo>
                    <a:pt x="5389" y="1217"/>
                    <a:pt x="5105" y="226"/>
                    <a:pt x="4821" y="226"/>
                  </a:cubicBezTo>
                  <a:cubicBezTo>
                    <a:pt x="4673" y="226"/>
                    <a:pt x="4525" y="482"/>
                    <a:pt x="4380" y="996"/>
                  </a:cubicBezTo>
                  <a:cubicBezTo>
                    <a:pt x="4000" y="328"/>
                    <a:pt x="3719" y="0"/>
                    <a:pt x="3537" y="0"/>
                  </a:cubicBezTo>
                  <a:close/>
                </a:path>
              </a:pathLst>
            </a:custGeom>
            <a:solidFill>
              <a:srgbClr val="1A75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2"/>
          <p:cNvSpPr txBox="1">
            <a:spLocks noGrp="1"/>
          </p:cNvSpPr>
          <p:nvPr>
            <p:ph type="title"/>
          </p:nvPr>
        </p:nvSpPr>
        <p:spPr>
          <a:xfrm>
            <a:off x="546100" y="2859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Problem Statement</a:t>
            </a:r>
            <a:endParaRPr/>
          </a:p>
        </p:txBody>
      </p:sp>
      <p:sp>
        <p:nvSpPr>
          <p:cNvPr id="482" name="Google Shape;482;p32"/>
          <p:cNvSpPr txBox="1">
            <a:spLocks noGrp="1"/>
          </p:cNvSpPr>
          <p:nvPr>
            <p:ph type="subTitle" idx="1"/>
          </p:nvPr>
        </p:nvSpPr>
        <p:spPr>
          <a:xfrm>
            <a:off x="720000" y="1274979"/>
            <a:ext cx="7704000" cy="6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Food waste remains a serious urban issue, while many homeless individuals lack access to daily meals.</a:t>
            </a:r>
            <a:endParaRPr/>
          </a:p>
        </p:txBody>
      </p:sp>
      <p:sp>
        <p:nvSpPr>
          <p:cNvPr id="483" name="Google Shape;483;p32"/>
          <p:cNvSpPr txBox="1">
            <a:spLocks noGrp="1"/>
          </p:cNvSpPr>
          <p:nvPr>
            <p:ph type="subTitle" idx="2"/>
          </p:nvPr>
        </p:nvSpPr>
        <p:spPr>
          <a:xfrm>
            <a:off x="720000" y="2294553"/>
            <a:ext cx="7704000" cy="6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build a collaborative platform where food can be rescued from donation sources and efficiently redistributed to those in need through multi-organization and multi-enterprise coordination.</a:t>
            </a:r>
            <a:endParaRPr/>
          </a:p>
        </p:txBody>
      </p:sp>
      <p:sp>
        <p:nvSpPr>
          <p:cNvPr id="484" name="Google Shape;484;p32"/>
          <p:cNvSpPr txBox="1">
            <a:spLocks noGrp="1"/>
          </p:cNvSpPr>
          <p:nvPr>
            <p:ph type="subTitle" idx="3"/>
          </p:nvPr>
        </p:nvSpPr>
        <p:spPr>
          <a:xfrm>
            <a:off x="546100" y="3671809"/>
            <a:ext cx="7704000" cy="121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Massive food waste from suppliers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Lack of coordination between donors, inspectors, and shelters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Manual and inefficient distribution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32"/>
          <p:cNvSpPr txBox="1">
            <a:spLocks noGrp="1"/>
          </p:cNvSpPr>
          <p:nvPr>
            <p:ph type="subTitle" idx="4"/>
          </p:nvPr>
        </p:nvSpPr>
        <p:spPr>
          <a:xfrm>
            <a:off x="720000" y="880696"/>
            <a:ext cx="77040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</a:t>
            </a:r>
            <a:endParaRPr/>
          </a:p>
        </p:txBody>
      </p:sp>
      <p:sp>
        <p:nvSpPr>
          <p:cNvPr id="486" name="Google Shape;486;p32"/>
          <p:cNvSpPr txBox="1">
            <a:spLocks noGrp="1"/>
          </p:cNvSpPr>
          <p:nvPr>
            <p:ph type="subTitle" idx="5"/>
          </p:nvPr>
        </p:nvSpPr>
        <p:spPr>
          <a:xfrm>
            <a:off x="720000" y="1940973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Goal:</a:t>
            </a:r>
            <a:endParaRPr/>
          </a:p>
        </p:txBody>
      </p:sp>
      <p:sp>
        <p:nvSpPr>
          <p:cNvPr id="487" name="Google Shape;487;p32"/>
          <p:cNvSpPr txBox="1">
            <a:spLocks noGrp="1"/>
          </p:cNvSpPr>
          <p:nvPr>
            <p:ph type="subTitle" idx="6"/>
          </p:nvPr>
        </p:nvSpPr>
        <p:spPr>
          <a:xfrm>
            <a:off x="720000" y="3551000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Now?</a:t>
            </a:r>
            <a:endParaRPr sz="11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3"/>
          <p:cNvSpPr txBox="1">
            <a:spLocks noGrp="1"/>
          </p:cNvSpPr>
          <p:nvPr>
            <p:ph type="title"/>
          </p:nvPr>
        </p:nvSpPr>
        <p:spPr>
          <a:xfrm>
            <a:off x="5757100" y="2298198"/>
            <a:ext cx="3185400" cy="125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</a:t>
            </a:r>
            <a:endParaRPr/>
          </a:p>
        </p:txBody>
      </p:sp>
      <p:sp>
        <p:nvSpPr>
          <p:cNvPr id="493" name="Google Shape;493;p33"/>
          <p:cNvSpPr txBox="1">
            <a:spLocks noGrp="1"/>
          </p:cNvSpPr>
          <p:nvPr>
            <p:ph type="title" idx="2"/>
          </p:nvPr>
        </p:nvSpPr>
        <p:spPr>
          <a:xfrm>
            <a:off x="5191962" y="1532113"/>
            <a:ext cx="1324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494" name="Google Shape;494;p33"/>
          <p:cNvGrpSpPr/>
          <p:nvPr/>
        </p:nvGrpSpPr>
        <p:grpSpPr>
          <a:xfrm>
            <a:off x="766638" y="1190625"/>
            <a:ext cx="3981707" cy="2762251"/>
            <a:chOff x="503475" y="1080254"/>
            <a:chExt cx="4299900" cy="2982992"/>
          </a:xfrm>
        </p:grpSpPr>
        <p:sp>
          <p:nvSpPr>
            <p:cNvPr id="495" name="Google Shape;495;p33"/>
            <p:cNvSpPr/>
            <p:nvPr/>
          </p:nvSpPr>
          <p:spPr>
            <a:xfrm>
              <a:off x="503475" y="3849046"/>
              <a:ext cx="4299900" cy="214200"/>
            </a:xfrm>
            <a:prstGeom prst="ellipse">
              <a:avLst/>
            </a:prstGeom>
            <a:solidFill>
              <a:srgbClr val="011627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3"/>
            <p:cNvSpPr/>
            <p:nvPr/>
          </p:nvSpPr>
          <p:spPr>
            <a:xfrm>
              <a:off x="1313025" y="3897646"/>
              <a:ext cx="1122600" cy="117000"/>
            </a:xfrm>
            <a:prstGeom prst="ellipse">
              <a:avLst/>
            </a:prstGeom>
            <a:solidFill>
              <a:srgbClr val="011627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3"/>
            <p:cNvSpPr/>
            <p:nvPr/>
          </p:nvSpPr>
          <p:spPr>
            <a:xfrm>
              <a:off x="2496850" y="3897646"/>
              <a:ext cx="1122600" cy="117000"/>
            </a:xfrm>
            <a:prstGeom prst="ellipse">
              <a:avLst/>
            </a:prstGeom>
            <a:solidFill>
              <a:srgbClr val="011627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98" name="Google Shape;498;p33"/>
            <p:cNvGrpSpPr/>
            <p:nvPr/>
          </p:nvGrpSpPr>
          <p:grpSpPr>
            <a:xfrm>
              <a:off x="849571" y="1253771"/>
              <a:ext cx="3520454" cy="2519075"/>
              <a:chOff x="672671" y="1476375"/>
              <a:chExt cx="3520454" cy="2519075"/>
            </a:xfrm>
          </p:grpSpPr>
          <p:sp>
            <p:nvSpPr>
              <p:cNvPr id="499" name="Google Shape;499;p33"/>
              <p:cNvSpPr/>
              <p:nvPr/>
            </p:nvSpPr>
            <p:spPr>
              <a:xfrm>
                <a:off x="672671" y="2204450"/>
                <a:ext cx="626700" cy="17910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33"/>
              <p:cNvSpPr/>
              <p:nvPr/>
            </p:nvSpPr>
            <p:spPr>
              <a:xfrm>
                <a:off x="1299375" y="1532125"/>
                <a:ext cx="488100" cy="24633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33"/>
              <p:cNvSpPr/>
              <p:nvPr/>
            </p:nvSpPr>
            <p:spPr>
              <a:xfrm>
                <a:off x="2571347" y="3034400"/>
                <a:ext cx="749700" cy="9609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33"/>
              <p:cNvSpPr/>
              <p:nvPr/>
            </p:nvSpPr>
            <p:spPr>
              <a:xfrm>
                <a:off x="3321025" y="1476375"/>
                <a:ext cx="384000" cy="25188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33"/>
              <p:cNvSpPr/>
              <p:nvPr/>
            </p:nvSpPr>
            <p:spPr>
              <a:xfrm>
                <a:off x="3705025" y="2037775"/>
                <a:ext cx="488100" cy="19575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4" name="Google Shape;504;p33"/>
            <p:cNvGrpSpPr/>
            <p:nvPr/>
          </p:nvGrpSpPr>
          <p:grpSpPr>
            <a:xfrm>
              <a:off x="2435619" y="1385714"/>
              <a:ext cx="1367492" cy="2608772"/>
              <a:chOff x="3167000" y="1252375"/>
              <a:chExt cx="315025" cy="600975"/>
            </a:xfrm>
          </p:grpSpPr>
          <p:sp>
            <p:nvSpPr>
              <p:cNvPr id="505" name="Google Shape;505;p33"/>
              <p:cNvSpPr/>
              <p:nvPr/>
            </p:nvSpPr>
            <p:spPr>
              <a:xfrm>
                <a:off x="3312200" y="1261750"/>
                <a:ext cx="46150" cy="120450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4818" extrusionOk="0">
                    <a:moveTo>
                      <a:pt x="971" y="0"/>
                    </a:moveTo>
                    <a:cubicBezTo>
                      <a:pt x="968" y="0"/>
                      <a:pt x="966" y="0"/>
                      <a:pt x="966" y="0"/>
                    </a:cubicBezTo>
                    <a:lnTo>
                      <a:pt x="464" y="571"/>
                    </a:lnTo>
                    <a:cubicBezTo>
                      <a:pt x="464" y="571"/>
                      <a:pt x="0" y="4133"/>
                      <a:pt x="256" y="4543"/>
                    </a:cubicBezTo>
                    <a:cubicBezTo>
                      <a:pt x="398" y="4768"/>
                      <a:pt x="848" y="4818"/>
                      <a:pt x="1219" y="4818"/>
                    </a:cubicBezTo>
                    <a:cubicBezTo>
                      <a:pt x="1515" y="4818"/>
                      <a:pt x="1761" y="4786"/>
                      <a:pt x="1761" y="4786"/>
                    </a:cubicBezTo>
                    <a:cubicBezTo>
                      <a:pt x="1761" y="4786"/>
                      <a:pt x="912" y="3622"/>
                      <a:pt x="1379" y="2650"/>
                    </a:cubicBezTo>
                    <a:cubicBezTo>
                      <a:pt x="1846" y="1675"/>
                      <a:pt x="1603" y="568"/>
                      <a:pt x="1508" y="278"/>
                    </a:cubicBezTo>
                    <a:cubicBezTo>
                      <a:pt x="1417" y="9"/>
                      <a:pt x="1020" y="0"/>
                      <a:pt x="971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33"/>
              <p:cNvSpPr/>
              <p:nvPr/>
            </p:nvSpPr>
            <p:spPr>
              <a:xfrm>
                <a:off x="3326875" y="1386075"/>
                <a:ext cx="136375" cy="159625"/>
              </a:xfrm>
              <a:custGeom>
                <a:avLst/>
                <a:gdLst/>
                <a:ahLst/>
                <a:cxnLst/>
                <a:rect l="l" t="t" r="r" b="b"/>
                <a:pathLst>
                  <a:path w="5455" h="6385" extrusionOk="0">
                    <a:moveTo>
                      <a:pt x="1300" y="1"/>
                    </a:moveTo>
                    <a:cubicBezTo>
                      <a:pt x="1019" y="1"/>
                      <a:pt x="699" y="56"/>
                      <a:pt x="697" y="56"/>
                    </a:cubicBezTo>
                    <a:lnTo>
                      <a:pt x="0" y="1021"/>
                    </a:lnTo>
                    <a:cubicBezTo>
                      <a:pt x="0" y="1021"/>
                      <a:pt x="1155" y="3927"/>
                      <a:pt x="1347" y="4173"/>
                    </a:cubicBezTo>
                    <a:cubicBezTo>
                      <a:pt x="1540" y="4416"/>
                      <a:pt x="5048" y="6384"/>
                      <a:pt x="5048" y="6384"/>
                    </a:cubicBezTo>
                    <a:lnTo>
                      <a:pt x="5455" y="5898"/>
                    </a:lnTo>
                    <a:cubicBezTo>
                      <a:pt x="5455" y="5898"/>
                      <a:pt x="2780" y="3797"/>
                      <a:pt x="2429" y="3315"/>
                    </a:cubicBezTo>
                    <a:cubicBezTo>
                      <a:pt x="2136" y="2107"/>
                      <a:pt x="1827" y="192"/>
                      <a:pt x="1675" y="75"/>
                    </a:cubicBezTo>
                    <a:cubicBezTo>
                      <a:pt x="1607" y="19"/>
                      <a:pt x="1459" y="1"/>
                      <a:pt x="1300" y="1"/>
                    </a:cubicBez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33"/>
              <p:cNvSpPr/>
              <p:nvPr/>
            </p:nvSpPr>
            <p:spPr>
              <a:xfrm>
                <a:off x="3326950" y="1607275"/>
                <a:ext cx="25" cy="100"/>
              </a:xfrm>
              <a:custGeom>
                <a:avLst/>
                <a:gdLst/>
                <a:ahLst/>
                <a:cxnLst/>
                <a:rect l="l" t="t" r="r" b="b"/>
                <a:pathLst>
                  <a:path w="1" h="4" extrusionOk="0">
                    <a:moveTo>
                      <a:pt x="0" y="0"/>
                    </a:moveTo>
                    <a:lnTo>
                      <a:pt x="0" y="3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33"/>
              <p:cNvSpPr/>
              <p:nvPr/>
            </p:nvSpPr>
            <p:spPr>
              <a:xfrm>
                <a:off x="3171250" y="1361825"/>
                <a:ext cx="250375" cy="484075"/>
              </a:xfrm>
              <a:custGeom>
                <a:avLst/>
                <a:gdLst/>
                <a:ahLst/>
                <a:cxnLst/>
                <a:rect l="l" t="t" r="r" b="b"/>
                <a:pathLst>
                  <a:path w="10015" h="19363" extrusionOk="0">
                    <a:moveTo>
                      <a:pt x="5623" y="1"/>
                    </a:moveTo>
                    <a:cubicBezTo>
                      <a:pt x="4112" y="310"/>
                      <a:pt x="2995" y="1587"/>
                      <a:pt x="2995" y="1587"/>
                    </a:cubicBezTo>
                    <a:cubicBezTo>
                      <a:pt x="2995" y="1587"/>
                      <a:pt x="4162" y="4771"/>
                      <a:pt x="4396" y="5398"/>
                    </a:cubicBezTo>
                    <a:cubicBezTo>
                      <a:pt x="4304" y="5903"/>
                      <a:pt x="3626" y="8250"/>
                      <a:pt x="3784" y="8922"/>
                    </a:cubicBezTo>
                    <a:lnTo>
                      <a:pt x="4364" y="12250"/>
                    </a:lnTo>
                    <a:lnTo>
                      <a:pt x="4597" y="13604"/>
                    </a:lnTo>
                    <a:cubicBezTo>
                      <a:pt x="4241" y="13881"/>
                      <a:pt x="3787" y="14238"/>
                      <a:pt x="3329" y="14598"/>
                    </a:cubicBezTo>
                    <a:cubicBezTo>
                      <a:pt x="3231" y="14673"/>
                      <a:pt x="3134" y="14752"/>
                      <a:pt x="3039" y="14828"/>
                    </a:cubicBezTo>
                    <a:cubicBezTo>
                      <a:pt x="2146" y="15528"/>
                      <a:pt x="1317" y="16188"/>
                      <a:pt x="1263" y="16232"/>
                    </a:cubicBezTo>
                    <a:cubicBezTo>
                      <a:pt x="1228" y="16254"/>
                      <a:pt x="1190" y="16282"/>
                      <a:pt x="1143" y="16314"/>
                    </a:cubicBezTo>
                    <a:lnTo>
                      <a:pt x="1130" y="16320"/>
                    </a:lnTo>
                    <a:cubicBezTo>
                      <a:pt x="932" y="16459"/>
                      <a:pt x="654" y="16645"/>
                      <a:pt x="496" y="16711"/>
                    </a:cubicBezTo>
                    <a:cubicBezTo>
                      <a:pt x="291" y="16803"/>
                      <a:pt x="1" y="16964"/>
                      <a:pt x="64" y="17260"/>
                    </a:cubicBezTo>
                    <a:cubicBezTo>
                      <a:pt x="64" y="17260"/>
                      <a:pt x="1402" y="19093"/>
                      <a:pt x="1512" y="19260"/>
                    </a:cubicBezTo>
                    <a:cubicBezTo>
                      <a:pt x="1556" y="19328"/>
                      <a:pt x="1607" y="19352"/>
                      <a:pt x="1656" y="19352"/>
                    </a:cubicBezTo>
                    <a:cubicBezTo>
                      <a:pt x="1768" y="19352"/>
                      <a:pt x="1871" y="19228"/>
                      <a:pt x="1869" y="19213"/>
                    </a:cubicBezTo>
                    <a:cubicBezTo>
                      <a:pt x="1869" y="19213"/>
                      <a:pt x="1796" y="18838"/>
                      <a:pt x="1730" y="18557"/>
                    </a:cubicBezTo>
                    <a:lnTo>
                      <a:pt x="1730" y="18550"/>
                    </a:lnTo>
                    <a:cubicBezTo>
                      <a:pt x="1585" y="17945"/>
                      <a:pt x="1405" y="17311"/>
                      <a:pt x="1433" y="17266"/>
                    </a:cubicBezTo>
                    <a:cubicBezTo>
                      <a:pt x="1436" y="17260"/>
                      <a:pt x="3560" y="15695"/>
                      <a:pt x="4367" y="15150"/>
                    </a:cubicBezTo>
                    <a:cubicBezTo>
                      <a:pt x="5254" y="14550"/>
                      <a:pt x="5894" y="14317"/>
                      <a:pt x="5989" y="13837"/>
                    </a:cubicBezTo>
                    <a:lnTo>
                      <a:pt x="6064" y="12607"/>
                    </a:lnTo>
                    <a:lnTo>
                      <a:pt x="6228" y="9834"/>
                    </a:lnTo>
                    <a:lnTo>
                      <a:pt x="6228" y="9834"/>
                    </a:lnTo>
                    <a:cubicBezTo>
                      <a:pt x="6220" y="9836"/>
                      <a:pt x="6212" y="9838"/>
                      <a:pt x="6212" y="9838"/>
                    </a:cubicBezTo>
                    <a:cubicBezTo>
                      <a:pt x="6211" y="9838"/>
                      <a:pt x="6216" y="9837"/>
                      <a:pt x="6228" y="9831"/>
                    </a:cubicBezTo>
                    <a:cubicBezTo>
                      <a:pt x="6241" y="9828"/>
                      <a:pt x="6244" y="9828"/>
                      <a:pt x="6247" y="9828"/>
                    </a:cubicBezTo>
                    <a:lnTo>
                      <a:pt x="6232" y="9834"/>
                    </a:lnTo>
                    <a:lnTo>
                      <a:pt x="7064" y="11730"/>
                    </a:lnTo>
                    <a:lnTo>
                      <a:pt x="7516" y="12755"/>
                    </a:lnTo>
                    <a:lnTo>
                      <a:pt x="7610" y="12973"/>
                    </a:lnTo>
                    <a:lnTo>
                      <a:pt x="7714" y="13219"/>
                    </a:lnTo>
                    <a:cubicBezTo>
                      <a:pt x="7711" y="13228"/>
                      <a:pt x="7711" y="13238"/>
                      <a:pt x="7711" y="13251"/>
                    </a:cubicBezTo>
                    <a:cubicBezTo>
                      <a:pt x="7705" y="13345"/>
                      <a:pt x="7692" y="13446"/>
                      <a:pt x="7680" y="13560"/>
                    </a:cubicBezTo>
                    <a:cubicBezTo>
                      <a:pt x="7635" y="14008"/>
                      <a:pt x="7582" y="14582"/>
                      <a:pt x="7522" y="15162"/>
                    </a:cubicBezTo>
                    <a:lnTo>
                      <a:pt x="7487" y="15528"/>
                    </a:lnTo>
                    <a:cubicBezTo>
                      <a:pt x="7377" y="16658"/>
                      <a:pt x="7273" y="17714"/>
                      <a:pt x="7269" y="17781"/>
                    </a:cubicBezTo>
                    <a:cubicBezTo>
                      <a:pt x="7266" y="17809"/>
                      <a:pt x="7257" y="17834"/>
                      <a:pt x="7254" y="17872"/>
                    </a:cubicBezTo>
                    <a:lnTo>
                      <a:pt x="7254" y="17879"/>
                    </a:lnTo>
                    <a:cubicBezTo>
                      <a:pt x="7216" y="18115"/>
                      <a:pt x="7146" y="18491"/>
                      <a:pt x="7083" y="18664"/>
                    </a:cubicBezTo>
                    <a:cubicBezTo>
                      <a:pt x="7004" y="18875"/>
                      <a:pt x="6922" y="19191"/>
                      <a:pt x="7181" y="19355"/>
                    </a:cubicBezTo>
                    <a:cubicBezTo>
                      <a:pt x="7181" y="19355"/>
                      <a:pt x="8197" y="19342"/>
                      <a:pt x="8971" y="19342"/>
                    </a:cubicBezTo>
                    <a:cubicBezTo>
                      <a:pt x="9397" y="19342"/>
                      <a:pt x="9749" y="19346"/>
                      <a:pt x="9818" y="19358"/>
                    </a:cubicBezTo>
                    <a:cubicBezTo>
                      <a:pt x="9837" y="19361"/>
                      <a:pt x="9851" y="19363"/>
                      <a:pt x="9863" y="19363"/>
                    </a:cubicBezTo>
                    <a:cubicBezTo>
                      <a:pt x="10014" y="19363"/>
                      <a:pt x="9603" y="19087"/>
                      <a:pt x="9377" y="18964"/>
                    </a:cubicBezTo>
                    <a:cubicBezTo>
                      <a:pt x="9377" y="18964"/>
                      <a:pt x="9423" y="18917"/>
                      <a:pt x="9420" y="18917"/>
                    </a:cubicBezTo>
                    <a:lnTo>
                      <a:pt x="9420" y="18917"/>
                    </a:lnTo>
                    <a:cubicBezTo>
                      <a:pt x="9418" y="18917"/>
                      <a:pt x="9406" y="18928"/>
                      <a:pt x="9371" y="18961"/>
                    </a:cubicBezTo>
                    <a:cubicBezTo>
                      <a:pt x="8841" y="18645"/>
                      <a:pt x="8061" y="18361"/>
                      <a:pt x="8052" y="18308"/>
                    </a:cubicBezTo>
                    <a:cubicBezTo>
                      <a:pt x="8052" y="18289"/>
                      <a:pt x="8121" y="17920"/>
                      <a:pt x="8229" y="17374"/>
                    </a:cubicBezTo>
                    <a:lnTo>
                      <a:pt x="8229" y="17371"/>
                    </a:lnTo>
                    <a:cubicBezTo>
                      <a:pt x="8361" y="16680"/>
                      <a:pt x="8547" y="15714"/>
                      <a:pt x="8699" y="14850"/>
                    </a:cubicBezTo>
                    <a:cubicBezTo>
                      <a:pt x="8875" y="13828"/>
                      <a:pt x="9008" y="13446"/>
                      <a:pt x="9024" y="12986"/>
                    </a:cubicBezTo>
                    <a:cubicBezTo>
                      <a:pt x="9024" y="12733"/>
                      <a:pt x="8973" y="12282"/>
                      <a:pt x="8891" y="11727"/>
                    </a:cubicBezTo>
                    <a:cubicBezTo>
                      <a:pt x="8541" y="9389"/>
                      <a:pt x="7610" y="5099"/>
                      <a:pt x="7610" y="5099"/>
                    </a:cubicBezTo>
                    <a:lnTo>
                      <a:pt x="7878" y="1042"/>
                    </a:lnTo>
                    <a:cubicBezTo>
                      <a:pt x="7878" y="1042"/>
                      <a:pt x="6982" y="130"/>
                      <a:pt x="5623" y="1"/>
                    </a:cubicBez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33"/>
              <p:cNvSpPr/>
              <p:nvPr/>
            </p:nvSpPr>
            <p:spPr>
              <a:xfrm>
                <a:off x="3238300" y="1503400"/>
                <a:ext cx="167925" cy="261225"/>
              </a:xfrm>
              <a:custGeom>
                <a:avLst/>
                <a:gdLst/>
                <a:ahLst/>
                <a:cxnLst/>
                <a:rect l="l" t="t" r="r" b="b"/>
                <a:pathLst>
                  <a:path w="6717" h="10449" extrusionOk="0">
                    <a:moveTo>
                      <a:pt x="5206" y="0"/>
                    </a:moveTo>
                    <a:lnTo>
                      <a:pt x="5206" y="0"/>
                    </a:lnTo>
                    <a:lnTo>
                      <a:pt x="5206" y="0"/>
                    </a:lnTo>
                    <a:cubicBezTo>
                      <a:pt x="5206" y="0"/>
                      <a:pt x="5206" y="0"/>
                      <a:pt x="5206" y="0"/>
                    </a:cubicBezTo>
                    <a:close/>
                    <a:moveTo>
                      <a:pt x="5206" y="0"/>
                    </a:moveTo>
                    <a:cubicBezTo>
                      <a:pt x="5205" y="4"/>
                      <a:pt x="4493" y="342"/>
                      <a:pt x="3379" y="342"/>
                    </a:cubicBezTo>
                    <a:cubicBezTo>
                      <a:pt x="2875" y="342"/>
                      <a:pt x="2290" y="273"/>
                      <a:pt x="1650" y="73"/>
                    </a:cubicBezTo>
                    <a:cubicBezTo>
                      <a:pt x="1650" y="73"/>
                      <a:pt x="874" y="2366"/>
                      <a:pt x="937" y="3108"/>
                    </a:cubicBezTo>
                    <a:cubicBezTo>
                      <a:pt x="1001" y="3849"/>
                      <a:pt x="1698" y="7777"/>
                      <a:pt x="1698" y="7777"/>
                    </a:cubicBezTo>
                    <a:lnTo>
                      <a:pt x="1" y="8701"/>
                    </a:lnTo>
                    <a:lnTo>
                      <a:pt x="174" y="8906"/>
                    </a:lnTo>
                    <a:lnTo>
                      <a:pt x="1083" y="8906"/>
                    </a:lnTo>
                    <a:lnTo>
                      <a:pt x="505" y="9379"/>
                    </a:lnTo>
                    <a:lnTo>
                      <a:pt x="1351" y="10449"/>
                    </a:lnTo>
                    <a:lnTo>
                      <a:pt x="3408" y="8288"/>
                    </a:lnTo>
                    <a:lnTo>
                      <a:pt x="3546" y="4155"/>
                    </a:lnTo>
                    <a:lnTo>
                      <a:pt x="4953" y="7572"/>
                    </a:lnTo>
                    <a:lnTo>
                      <a:pt x="4297" y="9938"/>
                    </a:lnTo>
                    <a:lnTo>
                      <a:pt x="4837" y="9957"/>
                    </a:lnTo>
                    <a:lnTo>
                      <a:pt x="5259" y="9133"/>
                    </a:lnTo>
                    <a:lnTo>
                      <a:pt x="5408" y="10039"/>
                    </a:lnTo>
                    <a:lnTo>
                      <a:pt x="6717" y="10143"/>
                    </a:lnTo>
                    <a:lnTo>
                      <a:pt x="6575" y="7357"/>
                    </a:lnTo>
                    <a:lnTo>
                      <a:pt x="5206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33"/>
              <p:cNvSpPr/>
              <p:nvPr/>
            </p:nvSpPr>
            <p:spPr>
              <a:xfrm>
                <a:off x="3282475" y="1323975"/>
                <a:ext cx="49625" cy="64025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2561" extrusionOk="0">
                    <a:moveTo>
                      <a:pt x="208" y="0"/>
                    </a:moveTo>
                    <a:lnTo>
                      <a:pt x="130" y="852"/>
                    </a:lnTo>
                    <a:lnTo>
                      <a:pt x="70" y="1552"/>
                    </a:lnTo>
                    <a:lnTo>
                      <a:pt x="0" y="1988"/>
                    </a:lnTo>
                    <a:cubicBezTo>
                      <a:pt x="0" y="1988"/>
                      <a:pt x="256" y="2561"/>
                      <a:pt x="990" y="2561"/>
                    </a:cubicBezTo>
                    <a:cubicBezTo>
                      <a:pt x="1030" y="2561"/>
                      <a:pt x="1071" y="2559"/>
                      <a:pt x="1114" y="2556"/>
                    </a:cubicBezTo>
                    <a:cubicBezTo>
                      <a:pt x="1940" y="2483"/>
                      <a:pt x="1984" y="1944"/>
                      <a:pt x="1984" y="1944"/>
                    </a:cubicBezTo>
                    <a:lnTo>
                      <a:pt x="1385" y="578"/>
                    </a:lnTo>
                    <a:lnTo>
                      <a:pt x="1007" y="546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33"/>
              <p:cNvSpPr/>
              <p:nvPr/>
            </p:nvSpPr>
            <p:spPr>
              <a:xfrm>
                <a:off x="3250675" y="1368050"/>
                <a:ext cx="129700" cy="70375"/>
              </a:xfrm>
              <a:custGeom>
                <a:avLst/>
                <a:gdLst/>
                <a:ahLst/>
                <a:cxnLst/>
                <a:rect l="l" t="t" r="r" b="b"/>
                <a:pathLst>
                  <a:path w="5188" h="2815" extrusionOk="0">
                    <a:moveTo>
                      <a:pt x="3477" y="1"/>
                    </a:moveTo>
                    <a:cubicBezTo>
                      <a:pt x="3477" y="1"/>
                      <a:pt x="3433" y="600"/>
                      <a:pt x="2919" y="796"/>
                    </a:cubicBezTo>
                    <a:cubicBezTo>
                      <a:pt x="2871" y="814"/>
                      <a:pt x="2821" y="822"/>
                      <a:pt x="2769" y="822"/>
                    </a:cubicBezTo>
                    <a:cubicBezTo>
                      <a:pt x="2255" y="822"/>
                      <a:pt x="1569" y="39"/>
                      <a:pt x="1569" y="39"/>
                    </a:cubicBezTo>
                    <a:cubicBezTo>
                      <a:pt x="1569" y="39"/>
                      <a:pt x="916" y="405"/>
                      <a:pt x="420" y="720"/>
                    </a:cubicBezTo>
                    <a:cubicBezTo>
                      <a:pt x="1" y="991"/>
                      <a:pt x="1130" y="2815"/>
                      <a:pt x="1130" y="2815"/>
                    </a:cubicBezTo>
                    <a:lnTo>
                      <a:pt x="4670" y="2326"/>
                    </a:lnTo>
                    <a:lnTo>
                      <a:pt x="5187" y="1998"/>
                    </a:lnTo>
                    <a:cubicBezTo>
                      <a:pt x="5187" y="1998"/>
                      <a:pt x="4862" y="973"/>
                      <a:pt x="4771" y="796"/>
                    </a:cubicBezTo>
                    <a:cubicBezTo>
                      <a:pt x="4771" y="796"/>
                      <a:pt x="4212" y="291"/>
                      <a:pt x="3477" y="1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33"/>
              <p:cNvSpPr/>
              <p:nvPr/>
            </p:nvSpPr>
            <p:spPr>
              <a:xfrm>
                <a:off x="3285850" y="1323825"/>
                <a:ext cx="45075" cy="35025"/>
              </a:xfrm>
              <a:custGeom>
                <a:avLst/>
                <a:gdLst/>
                <a:ahLst/>
                <a:cxnLst/>
                <a:rect l="l" t="t" r="r" b="b"/>
                <a:pathLst>
                  <a:path w="1803" h="1401" extrusionOk="0">
                    <a:moveTo>
                      <a:pt x="80" y="0"/>
                    </a:moveTo>
                    <a:lnTo>
                      <a:pt x="1" y="852"/>
                    </a:lnTo>
                    <a:cubicBezTo>
                      <a:pt x="726" y="1290"/>
                      <a:pt x="1073" y="1341"/>
                      <a:pt x="1594" y="1401"/>
                    </a:cubicBezTo>
                    <a:lnTo>
                      <a:pt x="1802" y="877"/>
                    </a:lnTo>
                    <a:lnTo>
                      <a:pt x="1730" y="659"/>
                    </a:lnTo>
                    <a:lnTo>
                      <a:pt x="903" y="864"/>
                    </a:lnTo>
                    <a:lnTo>
                      <a:pt x="80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33"/>
              <p:cNvSpPr/>
              <p:nvPr/>
            </p:nvSpPr>
            <p:spPr>
              <a:xfrm>
                <a:off x="3269300" y="1258650"/>
                <a:ext cx="80350" cy="98025"/>
              </a:xfrm>
              <a:custGeom>
                <a:avLst/>
                <a:gdLst/>
                <a:ahLst/>
                <a:cxnLst/>
                <a:rect l="l" t="t" r="r" b="b"/>
                <a:pathLst>
                  <a:path w="3214" h="3921" extrusionOk="0">
                    <a:moveTo>
                      <a:pt x="1639" y="0"/>
                    </a:moveTo>
                    <a:cubicBezTo>
                      <a:pt x="1624" y="0"/>
                      <a:pt x="1609" y="0"/>
                      <a:pt x="1593" y="1"/>
                    </a:cubicBezTo>
                    <a:cubicBezTo>
                      <a:pt x="1593" y="1"/>
                      <a:pt x="1582" y="0"/>
                      <a:pt x="1562" y="0"/>
                    </a:cubicBezTo>
                    <a:cubicBezTo>
                      <a:pt x="1382" y="0"/>
                      <a:pt x="475" y="62"/>
                      <a:pt x="180" y="1276"/>
                    </a:cubicBezTo>
                    <a:cubicBezTo>
                      <a:pt x="180" y="1276"/>
                      <a:pt x="0" y="2143"/>
                      <a:pt x="477" y="2869"/>
                    </a:cubicBezTo>
                    <a:cubicBezTo>
                      <a:pt x="477" y="2869"/>
                      <a:pt x="1392" y="3781"/>
                      <a:pt x="2294" y="3916"/>
                    </a:cubicBezTo>
                    <a:cubicBezTo>
                      <a:pt x="2314" y="3919"/>
                      <a:pt x="2334" y="3920"/>
                      <a:pt x="2354" y="3920"/>
                    </a:cubicBezTo>
                    <a:cubicBezTo>
                      <a:pt x="2943" y="3920"/>
                      <a:pt x="3213" y="2799"/>
                      <a:pt x="3158" y="1736"/>
                    </a:cubicBezTo>
                    <a:cubicBezTo>
                      <a:pt x="3066" y="758"/>
                      <a:pt x="2324" y="0"/>
                      <a:pt x="1639" y="0"/>
                    </a:cubicBez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33"/>
              <p:cNvSpPr/>
              <p:nvPr/>
            </p:nvSpPr>
            <p:spPr>
              <a:xfrm>
                <a:off x="3322225" y="1308400"/>
                <a:ext cx="9875" cy="2102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841" extrusionOk="0">
                    <a:moveTo>
                      <a:pt x="198" y="1"/>
                    </a:moveTo>
                    <a:cubicBezTo>
                      <a:pt x="195" y="1"/>
                      <a:pt x="192" y="1"/>
                      <a:pt x="189" y="2"/>
                    </a:cubicBezTo>
                    <a:cubicBezTo>
                      <a:pt x="177" y="11"/>
                      <a:pt x="174" y="24"/>
                      <a:pt x="177" y="33"/>
                    </a:cubicBezTo>
                    <a:cubicBezTo>
                      <a:pt x="177" y="33"/>
                      <a:pt x="271" y="220"/>
                      <a:pt x="319" y="570"/>
                    </a:cubicBezTo>
                    <a:cubicBezTo>
                      <a:pt x="338" y="718"/>
                      <a:pt x="306" y="778"/>
                      <a:pt x="268" y="791"/>
                    </a:cubicBezTo>
                    <a:cubicBezTo>
                      <a:pt x="264" y="792"/>
                      <a:pt x="258" y="793"/>
                      <a:pt x="253" y="793"/>
                    </a:cubicBezTo>
                    <a:cubicBezTo>
                      <a:pt x="195" y="793"/>
                      <a:pt x="108" y="714"/>
                      <a:pt x="51" y="573"/>
                    </a:cubicBezTo>
                    <a:cubicBezTo>
                      <a:pt x="48" y="566"/>
                      <a:pt x="40" y="560"/>
                      <a:pt x="31" y="560"/>
                    </a:cubicBezTo>
                    <a:cubicBezTo>
                      <a:pt x="27" y="560"/>
                      <a:pt x="23" y="561"/>
                      <a:pt x="19" y="563"/>
                    </a:cubicBezTo>
                    <a:cubicBezTo>
                      <a:pt x="6" y="567"/>
                      <a:pt x="0" y="582"/>
                      <a:pt x="6" y="595"/>
                    </a:cubicBezTo>
                    <a:cubicBezTo>
                      <a:pt x="67" y="741"/>
                      <a:pt x="164" y="841"/>
                      <a:pt x="247" y="841"/>
                    </a:cubicBezTo>
                    <a:cubicBezTo>
                      <a:pt x="255" y="841"/>
                      <a:pt x="264" y="840"/>
                      <a:pt x="271" y="838"/>
                    </a:cubicBezTo>
                    <a:lnTo>
                      <a:pt x="281" y="838"/>
                    </a:lnTo>
                    <a:cubicBezTo>
                      <a:pt x="316" y="832"/>
                      <a:pt x="394" y="784"/>
                      <a:pt x="366" y="567"/>
                    </a:cubicBezTo>
                    <a:cubicBezTo>
                      <a:pt x="319" y="213"/>
                      <a:pt x="224" y="24"/>
                      <a:pt x="221" y="15"/>
                    </a:cubicBezTo>
                    <a:cubicBezTo>
                      <a:pt x="216" y="5"/>
                      <a:pt x="208" y="1"/>
                      <a:pt x="198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33"/>
              <p:cNvSpPr/>
              <p:nvPr/>
            </p:nvSpPr>
            <p:spPr>
              <a:xfrm>
                <a:off x="3332150" y="1304050"/>
                <a:ext cx="14700" cy="6775"/>
              </a:xfrm>
              <a:custGeom>
                <a:avLst/>
                <a:gdLst/>
                <a:ahLst/>
                <a:cxnLst/>
                <a:rect l="l" t="t" r="r" b="b"/>
                <a:pathLst>
                  <a:path w="588" h="271" extrusionOk="0">
                    <a:moveTo>
                      <a:pt x="256" y="0"/>
                    </a:moveTo>
                    <a:cubicBezTo>
                      <a:pt x="238" y="0"/>
                      <a:pt x="221" y="2"/>
                      <a:pt x="203" y="6"/>
                    </a:cubicBezTo>
                    <a:cubicBezTo>
                      <a:pt x="143" y="28"/>
                      <a:pt x="98" y="65"/>
                      <a:pt x="64" y="113"/>
                    </a:cubicBezTo>
                    <a:cubicBezTo>
                      <a:pt x="32" y="160"/>
                      <a:pt x="10" y="217"/>
                      <a:pt x="1" y="271"/>
                    </a:cubicBezTo>
                    <a:cubicBezTo>
                      <a:pt x="42" y="233"/>
                      <a:pt x="76" y="195"/>
                      <a:pt x="111" y="163"/>
                    </a:cubicBezTo>
                    <a:cubicBezTo>
                      <a:pt x="149" y="132"/>
                      <a:pt x="187" y="110"/>
                      <a:pt x="228" y="97"/>
                    </a:cubicBezTo>
                    <a:cubicBezTo>
                      <a:pt x="243" y="91"/>
                      <a:pt x="260" y="88"/>
                      <a:pt x="276" y="88"/>
                    </a:cubicBezTo>
                    <a:cubicBezTo>
                      <a:pt x="337" y="88"/>
                      <a:pt x="404" y="126"/>
                      <a:pt x="471" y="185"/>
                    </a:cubicBezTo>
                    <a:lnTo>
                      <a:pt x="587" y="47"/>
                    </a:lnTo>
                    <a:lnTo>
                      <a:pt x="449" y="122"/>
                    </a:lnTo>
                    <a:cubicBezTo>
                      <a:pt x="430" y="91"/>
                      <a:pt x="408" y="59"/>
                      <a:pt x="376" y="40"/>
                    </a:cubicBezTo>
                    <a:cubicBezTo>
                      <a:pt x="351" y="18"/>
                      <a:pt x="326" y="9"/>
                      <a:pt x="294" y="2"/>
                    </a:cubicBezTo>
                    <a:cubicBezTo>
                      <a:pt x="281" y="1"/>
                      <a:pt x="268" y="0"/>
                      <a:pt x="256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33"/>
              <p:cNvSpPr/>
              <p:nvPr/>
            </p:nvSpPr>
            <p:spPr>
              <a:xfrm>
                <a:off x="3301800" y="1307250"/>
                <a:ext cx="16650" cy="5950"/>
              </a:xfrm>
              <a:custGeom>
                <a:avLst/>
                <a:gdLst/>
                <a:ahLst/>
                <a:cxnLst/>
                <a:rect l="l" t="t" r="r" b="b"/>
                <a:pathLst>
                  <a:path w="666" h="238" extrusionOk="0">
                    <a:moveTo>
                      <a:pt x="401" y="1"/>
                    </a:moveTo>
                    <a:cubicBezTo>
                      <a:pt x="366" y="1"/>
                      <a:pt x="338" y="4"/>
                      <a:pt x="303" y="16"/>
                    </a:cubicBezTo>
                    <a:cubicBezTo>
                      <a:pt x="271" y="32"/>
                      <a:pt x="249" y="48"/>
                      <a:pt x="224" y="73"/>
                    </a:cubicBezTo>
                    <a:cubicBezTo>
                      <a:pt x="199" y="102"/>
                      <a:pt x="183" y="136"/>
                      <a:pt x="170" y="171"/>
                    </a:cubicBezTo>
                    <a:lnTo>
                      <a:pt x="0" y="133"/>
                    </a:lnTo>
                    <a:lnTo>
                      <a:pt x="158" y="237"/>
                    </a:lnTo>
                    <a:cubicBezTo>
                      <a:pt x="225" y="155"/>
                      <a:pt x="298" y="100"/>
                      <a:pt x="373" y="100"/>
                    </a:cubicBezTo>
                    <a:cubicBezTo>
                      <a:pt x="379" y="100"/>
                      <a:pt x="385" y="101"/>
                      <a:pt x="391" y="102"/>
                    </a:cubicBezTo>
                    <a:cubicBezTo>
                      <a:pt x="435" y="102"/>
                      <a:pt x="476" y="117"/>
                      <a:pt x="524" y="136"/>
                    </a:cubicBezTo>
                    <a:cubicBezTo>
                      <a:pt x="571" y="155"/>
                      <a:pt x="615" y="184"/>
                      <a:pt x="666" y="212"/>
                    </a:cubicBezTo>
                    <a:cubicBezTo>
                      <a:pt x="653" y="155"/>
                      <a:pt x="612" y="108"/>
                      <a:pt x="568" y="73"/>
                    </a:cubicBezTo>
                    <a:cubicBezTo>
                      <a:pt x="527" y="32"/>
                      <a:pt x="467" y="4"/>
                      <a:pt x="401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33"/>
              <p:cNvSpPr/>
              <p:nvPr/>
            </p:nvSpPr>
            <p:spPr>
              <a:xfrm>
                <a:off x="3257850" y="1408975"/>
                <a:ext cx="115975" cy="136400"/>
              </a:xfrm>
              <a:custGeom>
                <a:avLst/>
                <a:gdLst/>
                <a:ahLst/>
                <a:cxnLst/>
                <a:rect l="l" t="t" r="r" b="b"/>
                <a:pathLst>
                  <a:path w="4639" h="5456" extrusionOk="0">
                    <a:moveTo>
                      <a:pt x="2857" y="0"/>
                    </a:moveTo>
                    <a:cubicBezTo>
                      <a:pt x="2815" y="0"/>
                      <a:pt x="2776" y="3"/>
                      <a:pt x="2739" y="7"/>
                    </a:cubicBezTo>
                    <a:cubicBezTo>
                      <a:pt x="2212" y="74"/>
                      <a:pt x="559" y="695"/>
                      <a:pt x="559" y="695"/>
                    </a:cubicBezTo>
                    <a:lnTo>
                      <a:pt x="402" y="780"/>
                    </a:lnTo>
                    <a:lnTo>
                      <a:pt x="1" y="989"/>
                    </a:lnTo>
                    <a:cubicBezTo>
                      <a:pt x="1" y="989"/>
                      <a:pt x="635" y="2863"/>
                      <a:pt x="591" y="3500"/>
                    </a:cubicBezTo>
                    <a:cubicBezTo>
                      <a:pt x="562" y="3935"/>
                      <a:pt x="247" y="5263"/>
                      <a:pt x="247" y="5263"/>
                    </a:cubicBezTo>
                    <a:cubicBezTo>
                      <a:pt x="247" y="5263"/>
                      <a:pt x="1015" y="5456"/>
                      <a:pt x="1861" y="5456"/>
                    </a:cubicBezTo>
                    <a:cubicBezTo>
                      <a:pt x="2098" y="5456"/>
                      <a:pt x="2341" y="5441"/>
                      <a:pt x="2575" y="5402"/>
                    </a:cubicBezTo>
                    <a:cubicBezTo>
                      <a:pt x="3897" y="5330"/>
                      <a:pt x="4638" y="4872"/>
                      <a:pt x="4638" y="4872"/>
                    </a:cubicBezTo>
                    <a:lnTo>
                      <a:pt x="4219" y="3582"/>
                    </a:lnTo>
                    <a:lnTo>
                      <a:pt x="4137" y="3197"/>
                    </a:lnTo>
                    <a:lnTo>
                      <a:pt x="4405" y="408"/>
                    </a:lnTo>
                    <a:cubicBezTo>
                      <a:pt x="4405" y="408"/>
                      <a:pt x="3420" y="0"/>
                      <a:pt x="2857" y="0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33"/>
              <p:cNvSpPr/>
              <p:nvPr/>
            </p:nvSpPr>
            <p:spPr>
              <a:xfrm>
                <a:off x="3354475" y="1401825"/>
                <a:ext cx="13825" cy="40075"/>
              </a:xfrm>
              <a:custGeom>
                <a:avLst/>
                <a:gdLst/>
                <a:ahLst/>
                <a:cxnLst/>
                <a:rect l="l" t="t" r="r" b="b"/>
                <a:pathLst>
                  <a:path w="553" h="1603" extrusionOk="0">
                    <a:moveTo>
                      <a:pt x="0" y="0"/>
                    </a:moveTo>
                    <a:cubicBezTo>
                      <a:pt x="0" y="0"/>
                      <a:pt x="303" y="644"/>
                      <a:pt x="376" y="801"/>
                    </a:cubicBezTo>
                    <a:cubicBezTo>
                      <a:pt x="445" y="959"/>
                      <a:pt x="458" y="1603"/>
                      <a:pt x="458" y="1603"/>
                    </a:cubicBezTo>
                    <a:cubicBezTo>
                      <a:pt x="458" y="1603"/>
                      <a:pt x="480" y="1312"/>
                      <a:pt x="518" y="975"/>
                    </a:cubicBezTo>
                    <a:cubicBezTo>
                      <a:pt x="552" y="634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33"/>
              <p:cNvSpPr/>
              <p:nvPr/>
            </p:nvSpPr>
            <p:spPr>
              <a:xfrm>
                <a:off x="3276075" y="1275925"/>
                <a:ext cx="75175" cy="28800"/>
              </a:xfrm>
              <a:custGeom>
                <a:avLst/>
                <a:gdLst/>
                <a:ahLst/>
                <a:cxnLst/>
                <a:rect l="l" t="t" r="r" b="b"/>
                <a:pathLst>
                  <a:path w="3007" h="1152" extrusionOk="0">
                    <a:moveTo>
                      <a:pt x="1999" y="0"/>
                    </a:moveTo>
                    <a:cubicBezTo>
                      <a:pt x="1598" y="0"/>
                      <a:pt x="1194" y="153"/>
                      <a:pt x="975" y="414"/>
                    </a:cubicBezTo>
                    <a:cubicBezTo>
                      <a:pt x="598" y="860"/>
                      <a:pt x="32" y="866"/>
                      <a:pt x="2" y="866"/>
                    </a:cubicBezTo>
                    <a:cubicBezTo>
                      <a:pt x="1" y="866"/>
                      <a:pt x="1" y="866"/>
                      <a:pt x="1" y="866"/>
                    </a:cubicBezTo>
                    <a:lnTo>
                      <a:pt x="1" y="866"/>
                    </a:lnTo>
                    <a:cubicBezTo>
                      <a:pt x="306" y="1077"/>
                      <a:pt x="605" y="1152"/>
                      <a:pt x="876" y="1152"/>
                    </a:cubicBezTo>
                    <a:cubicBezTo>
                      <a:pt x="1539" y="1152"/>
                      <a:pt x="2032" y="702"/>
                      <a:pt x="2032" y="701"/>
                    </a:cubicBezTo>
                    <a:lnTo>
                      <a:pt x="2032" y="701"/>
                    </a:lnTo>
                    <a:lnTo>
                      <a:pt x="1818" y="1071"/>
                    </a:lnTo>
                    <a:cubicBezTo>
                      <a:pt x="1834" y="1071"/>
                      <a:pt x="1850" y="1072"/>
                      <a:pt x="1865" y="1072"/>
                    </a:cubicBezTo>
                    <a:cubicBezTo>
                      <a:pt x="2529" y="1072"/>
                      <a:pt x="3006" y="436"/>
                      <a:pt x="2830" y="285"/>
                    </a:cubicBezTo>
                    <a:cubicBezTo>
                      <a:pt x="2610" y="89"/>
                      <a:pt x="2305" y="0"/>
                      <a:pt x="1999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33"/>
              <p:cNvSpPr/>
              <p:nvPr/>
            </p:nvSpPr>
            <p:spPr>
              <a:xfrm>
                <a:off x="3315500" y="1330925"/>
                <a:ext cx="22825" cy="6475"/>
              </a:xfrm>
              <a:custGeom>
                <a:avLst/>
                <a:gdLst/>
                <a:ahLst/>
                <a:cxnLst/>
                <a:rect l="l" t="t" r="r" b="b"/>
                <a:pathLst>
                  <a:path w="913" h="259" extrusionOk="0">
                    <a:moveTo>
                      <a:pt x="890" y="1"/>
                    </a:moveTo>
                    <a:cubicBezTo>
                      <a:pt x="884" y="1"/>
                      <a:pt x="877" y="4"/>
                      <a:pt x="872" y="9"/>
                    </a:cubicBezTo>
                    <a:cubicBezTo>
                      <a:pt x="755" y="169"/>
                      <a:pt x="596" y="216"/>
                      <a:pt x="448" y="216"/>
                    </a:cubicBezTo>
                    <a:cubicBezTo>
                      <a:pt x="229" y="216"/>
                      <a:pt x="34" y="112"/>
                      <a:pt x="33" y="110"/>
                    </a:cubicBezTo>
                    <a:cubicBezTo>
                      <a:pt x="29" y="110"/>
                      <a:pt x="26" y="109"/>
                      <a:pt x="24" y="109"/>
                    </a:cubicBezTo>
                    <a:cubicBezTo>
                      <a:pt x="15" y="109"/>
                      <a:pt x="9" y="113"/>
                      <a:pt x="4" y="120"/>
                    </a:cubicBezTo>
                    <a:cubicBezTo>
                      <a:pt x="1" y="132"/>
                      <a:pt x="4" y="142"/>
                      <a:pt x="14" y="148"/>
                    </a:cubicBezTo>
                    <a:cubicBezTo>
                      <a:pt x="17" y="151"/>
                      <a:pt x="219" y="259"/>
                      <a:pt x="446" y="259"/>
                    </a:cubicBezTo>
                    <a:cubicBezTo>
                      <a:pt x="604" y="259"/>
                      <a:pt x="777" y="205"/>
                      <a:pt x="903" y="32"/>
                    </a:cubicBezTo>
                    <a:cubicBezTo>
                      <a:pt x="913" y="25"/>
                      <a:pt x="906" y="13"/>
                      <a:pt x="900" y="6"/>
                    </a:cubicBezTo>
                    <a:cubicBezTo>
                      <a:pt x="897" y="2"/>
                      <a:pt x="894" y="1"/>
                      <a:pt x="890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33"/>
              <p:cNvSpPr/>
              <p:nvPr/>
            </p:nvSpPr>
            <p:spPr>
              <a:xfrm>
                <a:off x="3426400" y="1456550"/>
                <a:ext cx="50825" cy="58350"/>
              </a:xfrm>
              <a:custGeom>
                <a:avLst/>
                <a:gdLst/>
                <a:ahLst/>
                <a:cxnLst/>
                <a:rect l="l" t="t" r="r" b="b"/>
                <a:pathLst>
                  <a:path w="2033" h="2334" extrusionOk="0">
                    <a:moveTo>
                      <a:pt x="953" y="0"/>
                    </a:moveTo>
                    <a:lnTo>
                      <a:pt x="890" y="133"/>
                    </a:lnTo>
                    <a:lnTo>
                      <a:pt x="1133" y="344"/>
                    </a:lnTo>
                    <a:lnTo>
                      <a:pt x="613" y="865"/>
                    </a:lnTo>
                    <a:cubicBezTo>
                      <a:pt x="546" y="982"/>
                      <a:pt x="1" y="2294"/>
                      <a:pt x="1" y="2294"/>
                    </a:cubicBezTo>
                    <a:cubicBezTo>
                      <a:pt x="1" y="2294"/>
                      <a:pt x="84" y="2333"/>
                      <a:pt x="212" y="2333"/>
                    </a:cubicBezTo>
                    <a:cubicBezTo>
                      <a:pt x="372" y="2333"/>
                      <a:pt x="602" y="2272"/>
                      <a:pt x="827" y="1994"/>
                    </a:cubicBezTo>
                    <a:cubicBezTo>
                      <a:pt x="827" y="1994"/>
                      <a:pt x="631" y="1549"/>
                      <a:pt x="843" y="1313"/>
                    </a:cubicBezTo>
                    <a:cubicBezTo>
                      <a:pt x="1237" y="685"/>
                      <a:pt x="1856" y="874"/>
                      <a:pt x="2032" y="455"/>
                    </a:cubicBezTo>
                    <a:cubicBezTo>
                      <a:pt x="2032" y="455"/>
                      <a:pt x="1594" y="124"/>
                      <a:pt x="1395" y="79"/>
                    </a:cubicBezTo>
                    <a:cubicBezTo>
                      <a:pt x="1193" y="38"/>
                      <a:pt x="953" y="0"/>
                      <a:pt x="953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33"/>
              <p:cNvSpPr/>
              <p:nvPr/>
            </p:nvSpPr>
            <p:spPr>
              <a:xfrm>
                <a:off x="3311400" y="1454900"/>
                <a:ext cx="54775" cy="62950"/>
              </a:xfrm>
              <a:custGeom>
                <a:avLst/>
                <a:gdLst/>
                <a:ahLst/>
                <a:cxnLst/>
                <a:rect l="l" t="t" r="r" b="b"/>
                <a:pathLst>
                  <a:path w="2191" h="2518" extrusionOk="0">
                    <a:moveTo>
                      <a:pt x="777" y="0"/>
                    </a:moveTo>
                    <a:cubicBezTo>
                      <a:pt x="777" y="0"/>
                      <a:pt x="320" y="306"/>
                      <a:pt x="215" y="483"/>
                    </a:cubicBezTo>
                    <a:cubicBezTo>
                      <a:pt x="115" y="663"/>
                      <a:pt x="1" y="877"/>
                      <a:pt x="1" y="877"/>
                    </a:cubicBezTo>
                    <a:lnTo>
                      <a:pt x="105" y="981"/>
                    </a:lnTo>
                    <a:lnTo>
                      <a:pt x="386" y="820"/>
                    </a:lnTo>
                    <a:lnTo>
                      <a:pt x="708" y="1477"/>
                    </a:lnTo>
                    <a:cubicBezTo>
                      <a:pt x="799" y="1581"/>
                      <a:pt x="1869" y="2518"/>
                      <a:pt x="1869" y="2518"/>
                    </a:cubicBezTo>
                    <a:cubicBezTo>
                      <a:pt x="1869" y="2518"/>
                      <a:pt x="2190" y="2183"/>
                      <a:pt x="1850" y="1644"/>
                    </a:cubicBezTo>
                    <a:cubicBezTo>
                      <a:pt x="1850" y="1644"/>
                      <a:pt x="1826" y="1646"/>
                      <a:pt x="1789" y="1646"/>
                    </a:cubicBezTo>
                    <a:cubicBezTo>
                      <a:pt x="1653" y="1646"/>
                      <a:pt x="1330" y="1623"/>
                      <a:pt x="1209" y="1410"/>
                    </a:cubicBezTo>
                    <a:cubicBezTo>
                      <a:pt x="742" y="827"/>
                      <a:pt x="1121" y="306"/>
                      <a:pt x="777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33"/>
              <p:cNvSpPr/>
              <p:nvPr/>
            </p:nvSpPr>
            <p:spPr>
              <a:xfrm>
                <a:off x="3330575" y="1465850"/>
                <a:ext cx="102150" cy="24675"/>
              </a:xfrm>
              <a:custGeom>
                <a:avLst/>
                <a:gdLst/>
                <a:ahLst/>
                <a:cxnLst/>
                <a:rect l="l" t="t" r="r" b="b"/>
                <a:pathLst>
                  <a:path w="4086" h="987" extrusionOk="0">
                    <a:moveTo>
                      <a:pt x="2203" y="1"/>
                    </a:moveTo>
                    <a:cubicBezTo>
                      <a:pt x="1333" y="1"/>
                      <a:pt x="353" y="211"/>
                      <a:pt x="250" y="364"/>
                    </a:cubicBezTo>
                    <a:cubicBezTo>
                      <a:pt x="136" y="531"/>
                      <a:pt x="1" y="890"/>
                      <a:pt x="1020" y="979"/>
                    </a:cubicBezTo>
                    <a:cubicBezTo>
                      <a:pt x="1076" y="984"/>
                      <a:pt x="1135" y="986"/>
                      <a:pt x="1196" y="986"/>
                    </a:cubicBezTo>
                    <a:cubicBezTo>
                      <a:pt x="2242" y="986"/>
                      <a:pt x="3912" y="285"/>
                      <a:pt x="3912" y="285"/>
                    </a:cubicBezTo>
                    <a:lnTo>
                      <a:pt x="4086" y="155"/>
                    </a:lnTo>
                    <a:cubicBezTo>
                      <a:pt x="4086" y="155"/>
                      <a:pt x="3370" y="54"/>
                      <a:pt x="2452" y="7"/>
                    </a:cubicBezTo>
                    <a:cubicBezTo>
                      <a:pt x="2371" y="3"/>
                      <a:pt x="2287" y="1"/>
                      <a:pt x="2203" y="1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33"/>
              <p:cNvSpPr/>
              <p:nvPr/>
            </p:nvSpPr>
            <p:spPr>
              <a:xfrm>
                <a:off x="3351075" y="1469025"/>
                <a:ext cx="93250" cy="24375"/>
              </a:xfrm>
              <a:custGeom>
                <a:avLst/>
                <a:gdLst/>
                <a:ahLst/>
                <a:cxnLst/>
                <a:rect l="l" t="t" r="r" b="b"/>
                <a:pathLst>
                  <a:path w="3730" h="975" extrusionOk="0">
                    <a:moveTo>
                      <a:pt x="3044" y="1"/>
                    </a:moveTo>
                    <a:cubicBezTo>
                      <a:pt x="2374" y="1"/>
                      <a:pt x="422" y="237"/>
                      <a:pt x="231" y="375"/>
                    </a:cubicBezTo>
                    <a:cubicBezTo>
                      <a:pt x="1" y="543"/>
                      <a:pt x="64" y="871"/>
                      <a:pt x="313" y="890"/>
                    </a:cubicBezTo>
                    <a:cubicBezTo>
                      <a:pt x="497" y="901"/>
                      <a:pt x="2019" y="974"/>
                      <a:pt x="2902" y="974"/>
                    </a:cubicBezTo>
                    <a:cubicBezTo>
                      <a:pt x="3218" y="974"/>
                      <a:pt x="3451" y="965"/>
                      <a:pt x="3512" y="940"/>
                    </a:cubicBezTo>
                    <a:cubicBezTo>
                      <a:pt x="3730" y="833"/>
                      <a:pt x="3638" y="517"/>
                      <a:pt x="3433" y="517"/>
                    </a:cubicBezTo>
                    <a:lnTo>
                      <a:pt x="3272" y="498"/>
                    </a:lnTo>
                    <a:cubicBezTo>
                      <a:pt x="3203" y="492"/>
                      <a:pt x="3149" y="483"/>
                      <a:pt x="3149" y="483"/>
                    </a:cubicBezTo>
                    <a:cubicBezTo>
                      <a:pt x="3149" y="483"/>
                      <a:pt x="3196" y="413"/>
                      <a:pt x="3234" y="322"/>
                    </a:cubicBezTo>
                    <a:cubicBezTo>
                      <a:pt x="3282" y="218"/>
                      <a:pt x="3320" y="98"/>
                      <a:pt x="3266" y="28"/>
                    </a:cubicBezTo>
                    <a:cubicBezTo>
                      <a:pt x="3251" y="9"/>
                      <a:pt x="3170" y="1"/>
                      <a:pt x="3044" y="1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33"/>
              <p:cNvSpPr/>
              <p:nvPr/>
            </p:nvSpPr>
            <p:spPr>
              <a:xfrm>
                <a:off x="3368200" y="1477050"/>
                <a:ext cx="64775" cy="8450"/>
              </a:xfrm>
              <a:custGeom>
                <a:avLst/>
                <a:gdLst/>
                <a:ahLst/>
                <a:cxnLst/>
                <a:rect l="l" t="t" r="r" b="b"/>
                <a:pathLst>
                  <a:path w="2591" h="338" extrusionOk="0">
                    <a:moveTo>
                      <a:pt x="2556" y="1"/>
                    </a:moveTo>
                    <a:lnTo>
                      <a:pt x="2556" y="1"/>
                    </a:lnTo>
                    <a:cubicBezTo>
                      <a:pt x="2555" y="1"/>
                      <a:pt x="0" y="51"/>
                      <a:pt x="3" y="285"/>
                    </a:cubicBezTo>
                    <a:cubicBezTo>
                      <a:pt x="7" y="323"/>
                      <a:pt x="149" y="337"/>
                      <a:pt x="363" y="337"/>
                    </a:cubicBezTo>
                    <a:cubicBezTo>
                      <a:pt x="1074" y="337"/>
                      <a:pt x="2590" y="177"/>
                      <a:pt x="2590" y="177"/>
                    </a:cubicBezTo>
                    <a:cubicBezTo>
                      <a:pt x="2518" y="171"/>
                      <a:pt x="2467" y="162"/>
                      <a:pt x="2467" y="162"/>
                    </a:cubicBezTo>
                    <a:cubicBezTo>
                      <a:pt x="2467" y="162"/>
                      <a:pt x="2515" y="92"/>
                      <a:pt x="2556" y="1"/>
                    </a:cubicBez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33"/>
              <p:cNvSpPr/>
              <p:nvPr/>
            </p:nvSpPr>
            <p:spPr>
              <a:xfrm>
                <a:off x="3367400" y="1479175"/>
                <a:ext cx="102175" cy="96175"/>
              </a:xfrm>
              <a:custGeom>
                <a:avLst/>
                <a:gdLst/>
                <a:ahLst/>
                <a:cxnLst/>
                <a:rect l="l" t="t" r="r" b="b"/>
                <a:pathLst>
                  <a:path w="4087" h="3847" extrusionOk="0">
                    <a:moveTo>
                      <a:pt x="4058" y="1"/>
                    </a:moveTo>
                    <a:lnTo>
                      <a:pt x="1" y="285"/>
                    </a:lnTo>
                    <a:lnTo>
                      <a:pt x="244" y="3847"/>
                    </a:lnTo>
                    <a:lnTo>
                      <a:pt x="4086" y="3326"/>
                    </a:lnTo>
                    <a:lnTo>
                      <a:pt x="4058" y="1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33"/>
              <p:cNvSpPr/>
              <p:nvPr/>
            </p:nvSpPr>
            <p:spPr>
              <a:xfrm>
                <a:off x="3395575" y="1503475"/>
                <a:ext cx="51675" cy="13050"/>
              </a:xfrm>
              <a:custGeom>
                <a:avLst/>
                <a:gdLst/>
                <a:ahLst/>
                <a:cxnLst/>
                <a:rect l="l" t="t" r="r" b="b"/>
                <a:pathLst>
                  <a:path w="2067" h="522" extrusionOk="0">
                    <a:moveTo>
                      <a:pt x="2047" y="1"/>
                    </a:moveTo>
                    <a:lnTo>
                      <a:pt x="0" y="155"/>
                    </a:lnTo>
                    <a:lnTo>
                      <a:pt x="16" y="521"/>
                    </a:lnTo>
                    <a:lnTo>
                      <a:pt x="2066" y="363"/>
                    </a:lnTo>
                    <a:lnTo>
                      <a:pt x="2047" y="1"/>
                    </a:ln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33"/>
              <p:cNvSpPr/>
              <p:nvPr/>
            </p:nvSpPr>
            <p:spPr>
              <a:xfrm>
                <a:off x="3319050" y="1486275"/>
                <a:ext cx="54450" cy="89075"/>
              </a:xfrm>
              <a:custGeom>
                <a:avLst/>
                <a:gdLst/>
                <a:ahLst/>
                <a:cxnLst/>
                <a:rect l="l" t="t" r="r" b="b"/>
                <a:pathLst>
                  <a:path w="2178" h="3563" extrusionOk="0">
                    <a:moveTo>
                      <a:pt x="1935" y="1"/>
                    </a:moveTo>
                    <a:lnTo>
                      <a:pt x="1" y="99"/>
                    </a:lnTo>
                    <a:lnTo>
                      <a:pt x="77" y="1241"/>
                    </a:lnTo>
                    <a:lnTo>
                      <a:pt x="137" y="1714"/>
                    </a:lnTo>
                    <a:lnTo>
                      <a:pt x="297" y="3563"/>
                    </a:lnTo>
                    <a:lnTo>
                      <a:pt x="2178" y="3563"/>
                    </a:lnTo>
                    <a:lnTo>
                      <a:pt x="2045" y="1584"/>
                    </a:lnTo>
                    <a:lnTo>
                      <a:pt x="2014" y="1105"/>
                    </a:lnTo>
                    <a:lnTo>
                      <a:pt x="1935" y="1"/>
                    </a:ln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33"/>
              <p:cNvSpPr/>
              <p:nvPr/>
            </p:nvSpPr>
            <p:spPr>
              <a:xfrm>
                <a:off x="3367400" y="1479350"/>
                <a:ext cx="114625" cy="24150"/>
              </a:xfrm>
              <a:custGeom>
                <a:avLst/>
                <a:gdLst/>
                <a:ahLst/>
                <a:cxnLst/>
                <a:rect l="l" t="t" r="r" b="b"/>
                <a:pathLst>
                  <a:path w="4585" h="966" extrusionOk="0">
                    <a:moveTo>
                      <a:pt x="4105" y="0"/>
                    </a:moveTo>
                    <a:lnTo>
                      <a:pt x="1" y="284"/>
                    </a:lnTo>
                    <a:lnTo>
                      <a:pt x="490" y="966"/>
                    </a:lnTo>
                    <a:lnTo>
                      <a:pt x="4585" y="685"/>
                    </a:lnTo>
                    <a:lnTo>
                      <a:pt x="410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33"/>
              <p:cNvSpPr/>
              <p:nvPr/>
            </p:nvSpPr>
            <p:spPr>
              <a:xfrm>
                <a:off x="3308325" y="1486275"/>
                <a:ext cx="59100" cy="20450"/>
              </a:xfrm>
              <a:custGeom>
                <a:avLst/>
                <a:gdLst/>
                <a:ahLst/>
                <a:cxnLst/>
                <a:rect l="l" t="t" r="r" b="b"/>
                <a:pathLst>
                  <a:path w="2364" h="818" extrusionOk="0">
                    <a:moveTo>
                      <a:pt x="2364" y="1"/>
                    </a:moveTo>
                    <a:lnTo>
                      <a:pt x="430" y="99"/>
                    </a:lnTo>
                    <a:lnTo>
                      <a:pt x="1" y="818"/>
                    </a:lnTo>
                    <a:lnTo>
                      <a:pt x="1973" y="748"/>
                    </a:lnTo>
                    <a:lnTo>
                      <a:pt x="236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33"/>
              <p:cNvSpPr/>
              <p:nvPr/>
            </p:nvSpPr>
            <p:spPr>
              <a:xfrm>
                <a:off x="3426800" y="1526425"/>
                <a:ext cx="29750" cy="14350"/>
              </a:xfrm>
              <a:custGeom>
                <a:avLst/>
                <a:gdLst/>
                <a:ahLst/>
                <a:cxnLst/>
                <a:rect l="l" t="t" r="r" b="b"/>
                <a:pathLst>
                  <a:path w="1190" h="574" extrusionOk="0">
                    <a:moveTo>
                      <a:pt x="1089" y="1"/>
                    </a:moveTo>
                    <a:lnTo>
                      <a:pt x="120" y="48"/>
                    </a:lnTo>
                    <a:lnTo>
                      <a:pt x="0" y="461"/>
                    </a:lnTo>
                    <a:cubicBezTo>
                      <a:pt x="0" y="461"/>
                      <a:pt x="283" y="573"/>
                      <a:pt x="605" y="573"/>
                    </a:cubicBezTo>
                    <a:cubicBezTo>
                      <a:pt x="804" y="573"/>
                      <a:pt x="1018" y="530"/>
                      <a:pt x="1190" y="392"/>
                    </a:cubicBezTo>
                    <a:lnTo>
                      <a:pt x="108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33"/>
              <p:cNvSpPr/>
              <p:nvPr/>
            </p:nvSpPr>
            <p:spPr>
              <a:xfrm>
                <a:off x="3420100" y="1479200"/>
                <a:ext cx="38275" cy="52500"/>
              </a:xfrm>
              <a:custGeom>
                <a:avLst/>
                <a:gdLst/>
                <a:ahLst/>
                <a:cxnLst/>
                <a:rect l="l" t="t" r="r" b="b"/>
                <a:pathLst>
                  <a:path w="1531" h="2100" extrusionOk="0">
                    <a:moveTo>
                      <a:pt x="731" y="0"/>
                    </a:moveTo>
                    <a:cubicBezTo>
                      <a:pt x="401" y="0"/>
                      <a:pt x="0" y="120"/>
                      <a:pt x="0" y="120"/>
                    </a:cubicBezTo>
                    <a:cubicBezTo>
                      <a:pt x="0" y="120"/>
                      <a:pt x="294" y="1088"/>
                      <a:pt x="196" y="1574"/>
                    </a:cubicBezTo>
                    <a:cubicBezTo>
                      <a:pt x="95" y="2060"/>
                      <a:pt x="363" y="2095"/>
                      <a:pt x="486" y="2095"/>
                    </a:cubicBezTo>
                    <a:cubicBezTo>
                      <a:pt x="525" y="2095"/>
                      <a:pt x="624" y="2099"/>
                      <a:pt x="744" y="2099"/>
                    </a:cubicBezTo>
                    <a:cubicBezTo>
                      <a:pt x="1005" y="2099"/>
                      <a:pt x="1365" y="2077"/>
                      <a:pt x="1432" y="1937"/>
                    </a:cubicBezTo>
                    <a:cubicBezTo>
                      <a:pt x="1530" y="1732"/>
                      <a:pt x="1338" y="296"/>
                      <a:pt x="1082" y="88"/>
                    </a:cubicBezTo>
                    <a:cubicBezTo>
                      <a:pt x="1005" y="23"/>
                      <a:pt x="874" y="0"/>
                      <a:pt x="731" y="0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33"/>
              <p:cNvSpPr/>
              <p:nvPr/>
            </p:nvSpPr>
            <p:spPr>
              <a:xfrm>
                <a:off x="3329000" y="1528475"/>
                <a:ext cx="28250" cy="13700"/>
              </a:xfrm>
              <a:custGeom>
                <a:avLst/>
                <a:gdLst/>
                <a:ahLst/>
                <a:cxnLst/>
                <a:rect l="l" t="t" r="r" b="b"/>
                <a:pathLst>
                  <a:path w="1130" h="548" extrusionOk="0">
                    <a:moveTo>
                      <a:pt x="95" y="1"/>
                    </a:moveTo>
                    <a:lnTo>
                      <a:pt x="0" y="373"/>
                    </a:lnTo>
                    <a:cubicBezTo>
                      <a:pt x="163" y="506"/>
                      <a:pt x="368" y="547"/>
                      <a:pt x="558" y="547"/>
                    </a:cubicBezTo>
                    <a:cubicBezTo>
                      <a:pt x="862" y="547"/>
                      <a:pt x="1130" y="442"/>
                      <a:pt x="1130" y="442"/>
                    </a:cubicBezTo>
                    <a:lnTo>
                      <a:pt x="1019" y="48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33"/>
              <p:cNvSpPr/>
              <p:nvPr/>
            </p:nvSpPr>
            <p:spPr>
              <a:xfrm>
                <a:off x="3327275" y="1483650"/>
                <a:ext cx="36300" cy="49950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98" extrusionOk="0">
                    <a:moveTo>
                      <a:pt x="760" y="1"/>
                    </a:moveTo>
                    <a:cubicBezTo>
                      <a:pt x="623" y="1"/>
                      <a:pt x="498" y="22"/>
                      <a:pt x="423" y="84"/>
                    </a:cubicBezTo>
                    <a:cubicBezTo>
                      <a:pt x="177" y="282"/>
                      <a:pt x="0" y="1645"/>
                      <a:pt x="92" y="1841"/>
                    </a:cubicBezTo>
                    <a:cubicBezTo>
                      <a:pt x="156" y="1976"/>
                      <a:pt x="492" y="1997"/>
                      <a:pt x="738" y="1997"/>
                    </a:cubicBezTo>
                    <a:cubicBezTo>
                      <a:pt x="856" y="1997"/>
                      <a:pt x="953" y="1992"/>
                      <a:pt x="991" y="1992"/>
                    </a:cubicBezTo>
                    <a:cubicBezTo>
                      <a:pt x="1104" y="1992"/>
                      <a:pt x="1357" y="1958"/>
                      <a:pt x="1265" y="1494"/>
                    </a:cubicBezTo>
                    <a:cubicBezTo>
                      <a:pt x="1174" y="1033"/>
                      <a:pt x="1451" y="112"/>
                      <a:pt x="1451" y="112"/>
                    </a:cubicBezTo>
                    <a:cubicBezTo>
                      <a:pt x="1451" y="112"/>
                      <a:pt x="1073" y="1"/>
                      <a:pt x="760" y="1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33"/>
              <p:cNvSpPr/>
              <p:nvPr/>
            </p:nvSpPr>
            <p:spPr>
              <a:xfrm>
                <a:off x="3235450" y="1390200"/>
                <a:ext cx="115900" cy="188700"/>
              </a:xfrm>
              <a:custGeom>
                <a:avLst/>
                <a:gdLst/>
                <a:ahLst/>
                <a:cxnLst/>
                <a:rect l="l" t="t" r="r" b="b"/>
                <a:pathLst>
                  <a:path w="4636" h="7548" extrusionOk="0">
                    <a:moveTo>
                      <a:pt x="908" y="1"/>
                    </a:moveTo>
                    <a:cubicBezTo>
                      <a:pt x="905" y="1"/>
                      <a:pt x="903" y="1"/>
                      <a:pt x="900" y="1"/>
                    </a:cubicBezTo>
                    <a:cubicBezTo>
                      <a:pt x="1" y="506"/>
                      <a:pt x="124" y="1377"/>
                      <a:pt x="124" y="1377"/>
                    </a:cubicBezTo>
                    <a:cubicBezTo>
                      <a:pt x="124" y="1377"/>
                      <a:pt x="903" y="4614"/>
                      <a:pt x="1067" y="4882"/>
                    </a:cubicBezTo>
                    <a:cubicBezTo>
                      <a:pt x="1228" y="5147"/>
                      <a:pt x="4194" y="7547"/>
                      <a:pt x="4194" y="7547"/>
                    </a:cubicBezTo>
                    <a:lnTo>
                      <a:pt x="4635" y="7040"/>
                    </a:lnTo>
                    <a:cubicBezTo>
                      <a:pt x="4635" y="7040"/>
                      <a:pt x="2462" y="4850"/>
                      <a:pt x="2175" y="4330"/>
                    </a:cubicBezTo>
                    <a:cubicBezTo>
                      <a:pt x="2033" y="3093"/>
                      <a:pt x="1626" y="1257"/>
                      <a:pt x="1493" y="1121"/>
                    </a:cubicBezTo>
                    <a:cubicBezTo>
                      <a:pt x="1325" y="944"/>
                      <a:pt x="1066" y="1"/>
                      <a:pt x="908" y="1"/>
                    </a:cubicBez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33"/>
              <p:cNvSpPr/>
              <p:nvPr/>
            </p:nvSpPr>
            <p:spPr>
              <a:xfrm>
                <a:off x="3233875" y="1386050"/>
                <a:ext cx="46475" cy="53650"/>
              </a:xfrm>
              <a:custGeom>
                <a:avLst/>
                <a:gdLst/>
                <a:ahLst/>
                <a:cxnLst/>
                <a:rect l="l" t="t" r="r" b="b"/>
                <a:pathLst>
                  <a:path w="1859" h="2146" extrusionOk="0">
                    <a:moveTo>
                      <a:pt x="1152" y="0"/>
                    </a:moveTo>
                    <a:cubicBezTo>
                      <a:pt x="1152" y="0"/>
                      <a:pt x="364" y="410"/>
                      <a:pt x="184" y="808"/>
                    </a:cubicBezTo>
                    <a:cubicBezTo>
                      <a:pt x="1" y="1202"/>
                      <a:pt x="89" y="2095"/>
                      <a:pt x="89" y="2095"/>
                    </a:cubicBezTo>
                    <a:lnTo>
                      <a:pt x="1859" y="2145"/>
                    </a:lnTo>
                    <a:cubicBezTo>
                      <a:pt x="1856" y="2142"/>
                      <a:pt x="1638" y="312"/>
                      <a:pt x="1152" y="0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33"/>
              <p:cNvSpPr/>
              <p:nvPr/>
            </p:nvSpPr>
            <p:spPr>
              <a:xfrm>
                <a:off x="3236100" y="1438400"/>
                <a:ext cx="44975" cy="8700"/>
              </a:xfrm>
              <a:custGeom>
                <a:avLst/>
                <a:gdLst/>
                <a:ahLst/>
                <a:cxnLst/>
                <a:rect l="l" t="t" r="r" b="b"/>
                <a:pathLst>
                  <a:path w="1799" h="348" extrusionOk="0">
                    <a:moveTo>
                      <a:pt x="0" y="1"/>
                    </a:moveTo>
                    <a:lnTo>
                      <a:pt x="0" y="348"/>
                    </a:lnTo>
                    <a:lnTo>
                      <a:pt x="1798" y="348"/>
                    </a:lnTo>
                    <a:lnTo>
                      <a:pt x="1767" y="4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33"/>
              <p:cNvSpPr/>
              <p:nvPr/>
            </p:nvSpPr>
            <p:spPr>
              <a:xfrm>
                <a:off x="3366775" y="1417975"/>
                <a:ext cx="16425" cy="14950"/>
              </a:xfrm>
              <a:custGeom>
                <a:avLst/>
                <a:gdLst/>
                <a:ahLst/>
                <a:cxnLst/>
                <a:rect l="l" t="t" r="r" b="b"/>
                <a:pathLst>
                  <a:path w="657" h="598" extrusionOk="0">
                    <a:moveTo>
                      <a:pt x="549" y="1"/>
                    </a:moveTo>
                    <a:lnTo>
                      <a:pt x="26" y="329"/>
                    </a:lnTo>
                    <a:lnTo>
                      <a:pt x="1" y="597"/>
                    </a:lnTo>
                    <a:lnTo>
                      <a:pt x="657" y="316"/>
                    </a:lnTo>
                    <a:lnTo>
                      <a:pt x="54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33"/>
              <p:cNvSpPr/>
              <p:nvPr/>
            </p:nvSpPr>
            <p:spPr>
              <a:xfrm>
                <a:off x="3335225" y="1562975"/>
                <a:ext cx="46650" cy="27925"/>
              </a:xfrm>
              <a:custGeom>
                <a:avLst/>
                <a:gdLst/>
                <a:ahLst/>
                <a:cxnLst/>
                <a:rect l="l" t="t" r="r" b="b"/>
                <a:pathLst>
                  <a:path w="1866" h="1117" extrusionOk="0">
                    <a:moveTo>
                      <a:pt x="802" y="1"/>
                    </a:moveTo>
                    <a:cubicBezTo>
                      <a:pt x="665" y="1"/>
                      <a:pt x="534" y="24"/>
                      <a:pt x="534" y="24"/>
                    </a:cubicBezTo>
                    <a:cubicBezTo>
                      <a:pt x="534" y="24"/>
                      <a:pt x="1" y="223"/>
                      <a:pt x="124" y="520"/>
                    </a:cubicBezTo>
                    <a:cubicBezTo>
                      <a:pt x="250" y="813"/>
                      <a:pt x="386" y="905"/>
                      <a:pt x="720" y="1047"/>
                    </a:cubicBezTo>
                    <a:cubicBezTo>
                      <a:pt x="845" y="1100"/>
                      <a:pt x="930" y="1117"/>
                      <a:pt x="987" y="1117"/>
                    </a:cubicBezTo>
                    <a:cubicBezTo>
                      <a:pt x="1084" y="1117"/>
                      <a:pt x="1103" y="1068"/>
                      <a:pt x="1105" y="1056"/>
                    </a:cubicBezTo>
                    <a:cubicBezTo>
                      <a:pt x="1107" y="1041"/>
                      <a:pt x="1020" y="1010"/>
                      <a:pt x="966" y="993"/>
                    </a:cubicBezTo>
                    <a:lnTo>
                      <a:pt x="966" y="993"/>
                    </a:lnTo>
                    <a:cubicBezTo>
                      <a:pt x="992" y="999"/>
                      <a:pt x="1034" y="1008"/>
                      <a:pt x="1102" y="1018"/>
                    </a:cubicBezTo>
                    <a:cubicBezTo>
                      <a:pt x="1123" y="1022"/>
                      <a:pt x="1143" y="1023"/>
                      <a:pt x="1163" y="1023"/>
                    </a:cubicBezTo>
                    <a:cubicBezTo>
                      <a:pt x="1289" y="1023"/>
                      <a:pt x="1369" y="958"/>
                      <a:pt x="1341" y="914"/>
                    </a:cubicBezTo>
                    <a:cubicBezTo>
                      <a:pt x="1310" y="889"/>
                      <a:pt x="1075" y="852"/>
                      <a:pt x="1067" y="851"/>
                    </a:cubicBezTo>
                    <a:lnTo>
                      <a:pt x="1067" y="851"/>
                    </a:lnTo>
                    <a:cubicBezTo>
                      <a:pt x="1073" y="852"/>
                      <a:pt x="1216" y="874"/>
                      <a:pt x="1333" y="874"/>
                    </a:cubicBezTo>
                    <a:cubicBezTo>
                      <a:pt x="1360" y="874"/>
                      <a:pt x="1385" y="873"/>
                      <a:pt x="1408" y="870"/>
                    </a:cubicBezTo>
                    <a:cubicBezTo>
                      <a:pt x="1562" y="851"/>
                      <a:pt x="1641" y="756"/>
                      <a:pt x="1622" y="725"/>
                    </a:cubicBezTo>
                    <a:cubicBezTo>
                      <a:pt x="1619" y="701"/>
                      <a:pt x="1578" y="695"/>
                      <a:pt x="1535" y="695"/>
                    </a:cubicBezTo>
                    <a:cubicBezTo>
                      <a:pt x="1504" y="695"/>
                      <a:pt x="1472" y="698"/>
                      <a:pt x="1452" y="700"/>
                    </a:cubicBezTo>
                    <a:cubicBezTo>
                      <a:pt x="1405" y="700"/>
                      <a:pt x="1234" y="703"/>
                      <a:pt x="1234" y="703"/>
                    </a:cubicBezTo>
                    <a:cubicBezTo>
                      <a:pt x="1865" y="681"/>
                      <a:pt x="1818" y="504"/>
                      <a:pt x="1796" y="460"/>
                    </a:cubicBezTo>
                    <a:lnTo>
                      <a:pt x="1796" y="460"/>
                    </a:lnTo>
                    <a:cubicBezTo>
                      <a:pt x="1796" y="460"/>
                      <a:pt x="1371" y="492"/>
                      <a:pt x="1251" y="492"/>
                    </a:cubicBezTo>
                    <a:cubicBezTo>
                      <a:pt x="1241" y="492"/>
                      <a:pt x="1233" y="492"/>
                      <a:pt x="1228" y="491"/>
                    </a:cubicBezTo>
                    <a:cubicBezTo>
                      <a:pt x="1181" y="488"/>
                      <a:pt x="1001" y="419"/>
                      <a:pt x="922" y="356"/>
                    </a:cubicBezTo>
                    <a:cubicBezTo>
                      <a:pt x="884" y="324"/>
                      <a:pt x="916" y="267"/>
                      <a:pt x="916" y="267"/>
                    </a:cubicBezTo>
                    <a:lnTo>
                      <a:pt x="916" y="267"/>
                    </a:lnTo>
                    <a:cubicBezTo>
                      <a:pt x="1079" y="312"/>
                      <a:pt x="1192" y="329"/>
                      <a:pt x="1267" y="329"/>
                    </a:cubicBezTo>
                    <a:cubicBezTo>
                      <a:pt x="1356" y="329"/>
                      <a:pt x="1392" y="305"/>
                      <a:pt x="1395" y="274"/>
                    </a:cubicBezTo>
                    <a:cubicBezTo>
                      <a:pt x="1401" y="188"/>
                      <a:pt x="1136" y="62"/>
                      <a:pt x="1035" y="40"/>
                    </a:cubicBezTo>
                    <a:cubicBezTo>
                      <a:pt x="976" y="10"/>
                      <a:pt x="888" y="1"/>
                      <a:pt x="802" y="1"/>
                    </a:cubicBez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33"/>
              <p:cNvSpPr/>
              <p:nvPr/>
            </p:nvSpPr>
            <p:spPr>
              <a:xfrm>
                <a:off x="3244600" y="1252375"/>
                <a:ext cx="109900" cy="138425"/>
              </a:xfrm>
              <a:custGeom>
                <a:avLst/>
                <a:gdLst/>
                <a:ahLst/>
                <a:cxnLst/>
                <a:rect l="l" t="t" r="r" b="b"/>
                <a:pathLst>
                  <a:path w="4396" h="5537" extrusionOk="0">
                    <a:moveTo>
                      <a:pt x="2606" y="1"/>
                    </a:moveTo>
                    <a:cubicBezTo>
                      <a:pt x="2576" y="1"/>
                      <a:pt x="2545" y="2"/>
                      <a:pt x="2515" y="3"/>
                    </a:cubicBezTo>
                    <a:cubicBezTo>
                      <a:pt x="2515" y="3"/>
                      <a:pt x="2506" y="2"/>
                      <a:pt x="2488" y="2"/>
                    </a:cubicBezTo>
                    <a:cubicBezTo>
                      <a:pt x="2316" y="2"/>
                      <a:pt x="1380" y="59"/>
                      <a:pt x="726" y="1259"/>
                    </a:cubicBezTo>
                    <a:cubicBezTo>
                      <a:pt x="1" y="2587"/>
                      <a:pt x="843" y="4924"/>
                      <a:pt x="370" y="5505"/>
                    </a:cubicBezTo>
                    <a:cubicBezTo>
                      <a:pt x="370" y="5505"/>
                      <a:pt x="538" y="5537"/>
                      <a:pt x="773" y="5537"/>
                    </a:cubicBezTo>
                    <a:cubicBezTo>
                      <a:pt x="1235" y="5537"/>
                      <a:pt x="1955" y="5414"/>
                      <a:pt x="2174" y="4685"/>
                    </a:cubicBezTo>
                    <a:cubicBezTo>
                      <a:pt x="2357" y="3991"/>
                      <a:pt x="1641" y="2965"/>
                      <a:pt x="1805" y="2196"/>
                    </a:cubicBezTo>
                    <a:cubicBezTo>
                      <a:pt x="1952" y="1498"/>
                      <a:pt x="2341" y="1467"/>
                      <a:pt x="2410" y="1467"/>
                    </a:cubicBezTo>
                    <a:cubicBezTo>
                      <a:pt x="2417" y="1467"/>
                      <a:pt x="2421" y="1467"/>
                      <a:pt x="2421" y="1467"/>
                    </a:cubicBezTo>
                    <a:lnTo>
                      <a:pt x="3673" y="1293"/>
                    </a:lnTo>
                    <a:lnTo>
                      <a:pt x="3938" y="1546"/>
                    </a:lnTo>
                    <a:cubicBezTo>
                      <a:pt x="3938" y="1546"/>
                      <a:pt x="4395" y="1366"/>
                      <a:pt x="3951" y="691"/>
                    </a:cubicBezTo>
                    <a:cubicBezTo>
                      <a:pt x="3629" y="200"/>
                      <a:pt x="3106" y="1"/>
                      <a:pt x="2606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33"/>
              <p:cNvSpPr/>
              <p:nvPr/>
            </p:nvSpPr>
            <p:spPr>
              <a:xfrm>
                <a:off x="3273625" y="1306475"/>
                <a:ext cx="16275" cy="5925"/>
              </a:xfrm>
              <a:custGeom>
                <a:avLst/>
                <a:gdLst/>
                <a:ahLst/>
                <a:cxnLst/>
                <a:rect l="l" t="t" r="r" b="b"/>
                <a:pathLst>
                  <a:path w="651" h="237" extrusionOk="0">
                    <a:moveTo>
                      <a:pt x="32" y="0"/>
                    </a:moveTo>
                    <a:lnTo>
                      <a:pt x="1" y="192"/>
                    </a:lnTo>
                    <a:lnTo>
                      <a:pt x="648" y="237"/>
                    </a:lnTo>
                    <a:lnTo>
                      <a:pt x="651" y="114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33"/>
              <p:cNvSpPr/>
              <p:nvPr/>
            </p:nvSpPr>
            <p:spPr>
              <a:xfrm>
                <a:off x="3274575" y="1298725"/>
                <a:ext cx="16425" cy="8150"/>
              </a:xfrm>
              <a:custGeom>
                <a:avLst/>
                <a:gdLst/>
                <a:ahLst/>
                <a:cxnLst/>
                <a:rect l="l" t="t" r="r" b="b"/>
                <a:pathLst>
                  <a:path w="657" h="326" extrusionOk="0">
                    <a:moveTo>
                      <a:pt x="61" y="1"/>
                    </a:moveTo>
                    <a:lnTo>
                      <a:pt x="1" y="184"/>
                    </a:lnTo>
                    <a:lnTo>
                      <a:pt x="632" y="326"/>
                    </a:lnTo>
                    <a:lnTo>
                      <a:pt x="657" y="209"/>
                    </a:lnTo>
                    <a:lnTo>
                      <a:pt x="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33"/>
              <p:cNvSpPr/>
              <p:nvPr/>
            </p:nvSpPr>
            <p:spPr>
              <a:xfrm>
                <a:off x="3343975" y="1818550"/>
                <a:ext cx="7930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172" h="1143" extrusionOk="0">
                    <a:moveTo>
                      <a:pt x="1193" y="1"/>
                    </a:moveTo>
                    <a:cubicBezTo>
                      <a:pt x="1193" y="1"/>
                      <a:pt x="1055" y="278"/>
                      <a:pt x="796" y="376"/>
                    </a:cubicBezTo>
                    <a:cubicBezTo>
                      <a:pt x="675" y="433"/>
                      <a:pt x="528" y="449"/>
                      <a:pt x="402" y="449"/>
                    </a:cubicBezTo>
                    <a:cubicBezTo>
                      <a:pt x="252" y="449"/>
                      <a:pt x="133" y="427"/>
                      <a:pt x="133" y="427"/>
                    </a:cubicBezTo>
                    <a:lnTo>
                      <a:pt x="1" y="1143"/>
                    </a:lnTo>
                    <a:lnTo>
                      <a:pt x="3077" y="1143"/>
                    </a:lnTo>
                    <a:cubicBezTo>
                      <a:pt x="3171" y="818"/>
                      <a:pt x="2660" y="644"/>
                      <a:pt x="2203" y="446"/>
                    </a:cubicBezTo>
                    <a:lnTo>
                      <a:pt x="2200" y="446"/>
                    </a:lnTo>
                    <a:cubicBezTo>
                      <a:pt x="1698" y="234"/>
                      <a:pt x="1193" y="1"/>
                      <a:pt x="1193" y="1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33"/>
              <p:cNvSpPr/>
              <p:nvPr/>
            </p:nvSpPr>
            <p:spPr>
              <a:xfrm>
                <a:off x="3391225" y="1829600"/>
                <a:ext cx="32050" cy="17525"/>
              </a:xfrm>
              <a:custGeom>
                <a:avLst/>
                <a:gdLst/>
                <a:ahLst/>
                <a:cxnLst/>
                <a:rect l="l" t="t" r="r" b="b"/>
                <a:pathLst>
                  <a:path w="1282" h="701" extrusionOk="0">
                    <a:moveTo>
                      <a:pt x="310" y="0"/>
                    </a:moveTo>
                    <a:cubicBezTo>
                      <a:pt x="67" y="269"/>
                      <a:pt x="1" y="660"/>
                      <a:pt x="1" y="660"/>
                    </a:cubicBezTo>
                    <a:lnTo>
                      <a:pt x="51" y="701"/>
                    </a:lnTo>
                    <a:lnTo>
                      <a:pt x="1187" y="701"/>
                    </a:lnTo>
                    <a:cubicBezTo>
                      <a:pt x="1281" y="376"/>
                      <a:pt x="770" y="202"/>
                      <a:pt x="313" y="0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33"/>
              <p:cNvSpPr/>
              <p:nvPr/>
            </p:nvSpPr>
            <p:spPr>
              <a:xfrm>
                <a:off x="3343975" y="1829200"/>
                <a:ext cx="14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598" h="717" extrusionOk="0">
                    <a:moveTo>
                      <a:pt x="133" y="1"/>
                    </a:moveTo>
                    <a:lnTo>
                      <a:pt x="1" y="717"/>
                    </a:lnTo>
                    <a:lnTo>
                      <a:pt x="597" y="717"/>
                    </a:lnTo>
                    <a:cubicBezTo>
                      <a:pt x="575" y="338"/>
                      <a:pt x="301" y="108"/>
                      <a:pt x="133" y="1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33"/>
              <p:cNvSpPr/>
              <p:nvPr/>
            </p:nvSpPr>
            <p:spPr>
              <a:xfrm>
                <a:off x="3343975" y="1846000"/>
                <a:ext cx="77175" cy="7350"/>
              </a:xfrm>
              <a:custGeom>
                <a:avLst/>
                <a:gdLst/>
                <a:ahLst/>
                <a:cxnLst/>
                <a:rect l="l" t="t" r="r" b="b"/>
                <a:pathLst>
                  <a:path w="3087" h="294" extrusionOk="0">
                    <a:moveTo>
                      <a:pt x="1" y="1"/>
                    </a:moveTo>
                    <a:lnTo>
                      <a:pt x="1" y="294"/>
                    </a:lnTo>
                    <a:lnTo>
                      <a:pt x="3086" y="294"/>
                    </a:lnTo>
                    <a:lnTo>
                      <a:pt x="308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33"/>
              <p:cNvSpPr/>
              <p:nvPr/>
            </p:nvSpPr>
            <p:spPr>
              <a:xfrm>
                <a:off x="3172200" y="1774950"/>
                <a:ext cx="50200" cy="71550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2862" extrusionOk="0">
                    <a:moveTo>
                      <a:pt x="673" y="0"/>
                    </a:moveTo>
                    <a:lnTo>
                      <a:pt x="1" y="284"/>
                    </a:lnTo>
                    <a:lnTo>
                      <a:pt x="1679" y="2861"/>
                    </a:lnTo>
                    <a:cubicBezTo>
                      <a:pt x="2007" y="2757"/>
                      <a:pt x="1872" y="2234"/>
                      <a:pt x="1780" y="1745"/>
                    </a:cubicBezTo>
                    <a:lnTo>
                      <a:pt x="1780" y="1742"/>
                    </a:lnTo>
                    <a:cubicBezTo>
                      <a:pt x="1685" y="1208"/>
                      <a:pt x="1603" y="656"/>
                      <a:pt x="1603" y="656"/>
                    </a:cubicBezTo>
                    <a:cubicBezTo>
                      <a:pt x="1603" y="656"/>
                      <a:pt x="1574" y="660"/>
                      <a:pt x="1526" y="660"/>
                    </a:cubicBezTo>
                    <a:cubicBezTo>
                      <a:pt x="1421" y="660"/>
                      <a:pt x="1229" y="642"/>
                      <a:pt x="1077" y="527"/>
                    </a:cubicBezTo>
                    <a:cubicBezTo>
                      <a:pt x="827" y="376"/>
                      <a:pt x="673" y="0"/>
                      <a:pt x="673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33"/>
              <p:cNvSpPr/>
              <p:nvPr/>
            </p:nvSpPr>
            <p:spPr>
              <a:xfrm>
                <a:off x="3198700" y="1818175"/>
                <a:ext cx="23700" cy="28325"/>
              </a:xfrm>
              <a:custGeom>
                <a:avLst/>
                <a:gdLst/>
                <a:ahLst/>
                <a:cxnLst/>
                <a:rect l="l" t="t" r="r" b="b"/>
                <a:pathLst>
                  <a:path w="948" h="1133" extrusionOk="0">
                    <a:moveTo>
                      <a:pt x="559" y="0"/>
                    </a:moveTo>
                    <a:cubicBezTo>
                      <a:pt x="265" y="0"/>
                      <a:pt x="4" y="113"/>
                      <a:pt x="4" y="113"/>
                    </a:cubicBezTo>
                    <a:lnTo>
                      <a:pt x="1" y="180"/>
                    </a:lnTo>
                    <a:lnTo>
                      <a:pt x="619" y="1132"/>
                    </a:lnTo>
                    <a:cubicBezTo>
                      <a:pt x="947" y="1028"/>
                      <a:pt x="812" y="505"/>
                      <a:pt x="720" y="16"/>
                    </a:cubicBezTo>
                    <a:lnTo>
                      <a:pt x="720" y="13"/>
                    </a:lnTo>
                    <a:cubicBezTo>
                      <a:pt x="666" y="4"/>
                      <a:pt x="612" y="0"/>
                      <a:pt x="559" y="0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33"/>
              <p:cNvSpPr/>
              <p:nvPr/>
            </p:nvSpPr>
            <p:spPr>
              <a:xfrm>
                <a:off x="3172300" y="1774950"/>
                <a:ext cx="16900" cy="19575"/>
              </a:xfrm>
              <a:custGeom>
                <a:avLst/>
                <a:gdLst/>
                <a:ahLst/>
                <a:cxnLst/>
                <a:rect l="l" t="t" r="r" b="b"/>
                <a:pathLst>
                  <a:path w="676" h="783" extrusionOk="0">
                    <a:moveTo>
                      <a:pt x="675" y="0"/>
                    </a:moveTo>
                    <a:lnTo>
                      <a:pt x="0" y="284"/>
                    </a:lnTo>
                    <a:lnTo>
                      <a:pt x="322" y="783"/>
                    </a:lnTo>
                    <a:cubicBezTo>
                      <a:pt x="628" y="552"/>
                      <a:pt x="669" y="199"/>
                      <a:pt x="675" y="0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33"/>
              <p:cNvSpPr/>
              <p:nvPr/>
            </p:nvSpPr>
            <p:spPr>
              <a:xfrm>
                <a:off x="3167000" y="1781475"/>
                <a:ext cx="48300" cy="68575"/>
              </a:xfrm>
              <a:custGeom>
                <a:avLst/>
                <a:gdLst/>
                <a:ahLst/>
                <a:cxnLst/>
                <a:rect l="l" t="t" r="r" b="b"/>
                <a:pathLst>
                  <a:path w="1932" h="2743" extrusionOk="0">
                    <a:moveTo>
                      <a:pt x="247" y="1"/>
                    </a:moveTo>
                    <a:lnTo>
                      <a:pt x="1" y="159"/>
                    </a:lnTo>
                    <a:lnTo>
                      <a:pt x="1685" y="2742"/>
                    </a:lnTo>
                    <a:lnTo>
                      <a:pt x="1931" y="2582"/>
                    </a:lnTo>
                    <a:lnTo>
                      <a:pt x="24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33"/>
              <p:cNvSpPr/>
              <p:nvPr/>
            </p:nvSpPr>
            <p:spPr>
              <a:xfrm>
                <a:off x="3325850" y="1443625"/>
                <a:ext cx="95850" cy="33550"/>
              </a:xfrm>
              <a:custGeom>
                <a:avLst/>
                <a:gdLst/>
                <a:ahLst/>
                <a:cxnLst/>
                <a:rect l="l" t="t" r="r" b="b"/>
                <a:pathLst>
                  <a:path w="3834" h="1342" extrusionOk="0">
                    <a:moveTo>
                      <a:pt x="3833" y="0"/>
                    </a:moveTo>
                    <a:cubicBezTo>
                      <a:pt x="3833" y="0"/>
                      <a:pt x="3108" y="16"/>
                      <a:pt x="2199" y="123"/>
                    </a:cubicBezTo>
                    <a:cubicBezTo>
                      <a:pt x="1287" y="227"/>
                      <a:pt x="171" y="653"/>
                      <a:pt x="89" y="836"/>
                    </a:cubicBezTo>
                    <a:cubicBezTo>
                      <a:pt x="8" y="1005"/>
                      <a:pt x="1" y="1342"/>
                      <a:pt x="767" y="1342"/>
                    </a:cubicBezTo>
                    <a:cubicBezTo>
                      <a:pt x="844" y="1342"/>
                      <a:pt x="927" y="1339"/>
                      <a:pt x="1019" y="1331"/>
                    </a:cubicBezTo>
                    <a:cubicBezTo>
                      <a:pt x="2035" y="1259"/>
                      <a:pt x="3685" y="158"/>
                      <a:pt x="3685" y="158"/>
                    </a:cubicBezTo>
                    <a:lnTo>
                      <a:pt x="3833" y="0"/>
                    </a:ln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33"/>
              <p:cNvSpPr/>
              <p:nvPr/>
            </p:nvSpPr>
            <p:spPr>
              <a:xfrm>
                <a:off x="3343375" y="1443275"/>
                <a:ext cx="92800" cy="33675"/>
              </a:xfrm>
              <a:custGeom>
                <a:avLst/>
                <a:gdLst/>
                <a:ahLst/>
                <a:cxnLst/>
                <a:rect l="l" t="t" r="r" b="b"/>
                <a:pathLst>
                  <a:path w="3712" h="1347" extrusionOk="0">
                    <a:moveTo>
                      <a:pt x="3078" y="1"/>
                    </a:moveTo>
                    <a:cubicBezTo>
                      <a:pt x="2683" y="1"/>
                      <a:pt x="384" y="668"/>
                      <a:pt x="195" y="853"/>
                    </a:cubicBezTo>
                    <a:cubicBezTo>
                      <a:pt x="0" y="1048"/>
                      <a:pt x="105" y="1347"/>
                      <a:pt x="338" y="1347"/>
                    </a:cubicBezTo>
                    <a:cubicBezTo>
                      <a:pt x="346" y="1347"/>
                      <a:pt x="354" y="1346"/>
                      <a:pt x="362" y="1345"/>
                    </a:cubicBezTo>
                    <a:cubicBezTo>
                      <a:pt x="608" y="1326"/>
                      <a:pt x="3315" y="1008"/>
                      <a:pt x="3523" y="872"/>
                    </a:cubicBezTo>
                    <a:cubicBezTo>
                      <a:pt x="3711" y="741"/>
                      <a:pt x="3595" y="469"/>
                      <a:pt x="3411" y="469"/>
                    </a:cubicBezTo>
                    <a:cubicBezTo>
                      <a:pt x="3400" y="469"/>
                      <a:pt x="3389" y="470"/>
                      <a:pt x="3378" y="472"/>
                    </a:cubicBezTo>
                    <a:lnTo>
                      <a:pt x="3217" y="475"/>
                    </a:lnTo>
                    <a:cubicBezTo>
                      <a:pt x="3148" y="478"/>
                      <a:pt x="3094" y="478"/>
                      <a:pt x="3094" y="478"/>
                    </a:cubicBezTo>
                    <a:cubicBezTo>
                      <a:pt x="3094" y="478"/>
                      <a:pt x="3129" y="399"/>
                      <a:pt x="3154" y="304"/>
                    </a:cubicBezTo>
                    <a:cubicBezTo>
                      <a:pt x="3180" y="194"/>
                      <a:pt x="3192" y="65"/>
                      <a:pt x="3132" y="11"/>
                    </a:cubicBezTo>
                    <a:cubicBezTo>
                      <a:pt x="3125" y="4"/>
                      <a:pt x="3106" y="1"/>
                      <a:pt x="3078" y="1"/>
                    </a:cubicBez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33"/>
              <p:cNvSpPr/>
              <p:nvPr/>
            </p:nvSpPr>
            <p:spPr>
              <a:xfrm>
                <a:off x="3358975" y="1450950"/>
                <a:ext cx="64775" cy="18025"/>
              </a:xfrm>
              <a:custGeom>
                <a:avLst/>
                <a:gdLst/>
                <a:ahLst/>
                <a:cxnLst/>
                <a:rect l="l" t="t" r="r" b="b"/>
                <a:pathLst>
                  <a:path w="2591" h="721" extrusionOk="0">
                    <a:moveTo>
                      <a:pt x="2524" y="0"/>
                    </a:moveTo>
                    <a:cubicBezTo>
                      <a:pt x="2524" y="1"/>
                      <a:pt x="0" y="496"/>
                      <a:pt x="57" y="701"/>
                    </a:cubicBezTo>
                    <a:cubicBezTo>
                      <a:pt x="58" y="714"/>
                      <a:pt x="81" y="720"/>
                      <a:pt x="123" y="720"/>
                    </a:cubicBezTo>
                    <a:cubicBezTo>
                      <a:pt x="521" y="720"/>
                      <a:pt x="2590" y="168"/>
                      <a:pt x="2590" y="168"/>
                    </a:cubicBezTo>
                    <a:lnTo>
                      <a:pt x="2590" y="168"/>
                    </a:lnTo>
                    <a:cubicBezTo>
                      <a:pt x="2524" y="171"/>
                      <a:pt x="2464" y="174"/>
                      <a:pt x="2464" y="174"/>
                    </a:cubicBezTo>
                    <a:cubicBezTo>
                      <a:pt x="2464" y="174"/>
                      <a:pt x="2502" y="95"/>
                      <a:pt x="2524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33"/>
              <p:cNvSpPr/>
              <p:nvPr/>
            </p:nvSpPr>
            <p:spPr>
              <a:xfrm>
                <a:off x="3337900" y="1430725"/>
                <a:ext cx="86400" cy="25150"/>
              </a:xfrm>
              <a:custGeom>
                <a:avLst/>
                <a:gdLst/>
                <a:ahLst/>
                <a:cxnLst/>
                <a:rect l="l" t="t" r="r" b="b"/>
                <a:pathLst>
                  <a:path w="3456" h="1006" extrusionOk="0">
                    <a:moveTo>
                      <a:pt x="2742" y="0"/>
                    </a:moveTo>
                    <a:cubicBezTo>
                      <a:pt x="2527" y="0"/>
                      <a:pt x="2277" y="4"/>
                      <a:pt x="2007" y="14"/>
                    </a:cubicBezTo>
                    <a:cubicBezTo>
                      <a:pt x="1200" y="46"/>
                      <a:pt x="193" y="346"/>
                      <a:pt x="108" y="503"/>
                    </a:cubicBezTo>
                    <a:cubicBezTo>
                      <a:pt x="20" y="661"/>
                      <a:pt x="1" y="1005"/>
                      <a:pt x="900" y="1005"/>
                    </a:cubicBezTo>
                    <a:cubicBezTo>
                      <a:pt x="1799" y="1005"/>
                      <a:pt x="3313" y="147"/>
                      <a:pt x="3313" y="147"/>
                    </a:cubicBezTo>
                    <a:lnTo>
                      <a:pt x="3455" y="14"/>
                    </a:lnTo>
                    <a:cubicBezTo>
                      <a:pt x="3455" y="14"/>
                      <a:pt x="3171" y="0"/>
                      <a:pt x="2742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33"/>
              <p:cNvSpPr/>
              <p:nvPr/>
            </p:nvSpPr>
            <p:spPr>
              <a:xfrm>
                <a:off x="3353800" y="1430825"/>
                <a:ext cx="8207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3283" h="1005" extrusionOk="0">
                    <a:moveTo>
                      <a:pt x="2742" y="1"/>
                    </a:moveTo>
                    <a:cubicBezTo>
                      <a:pt x="2319" y="1"/>
                      <a:pt x="357" y="413"/>
                      <a:pt x="185" y="563"/>
                    </a:cubicBezTo>
                    <a:cubicBezTo>
                      <a:pt x="0" y="726"/>
                      <a:pt x="80" y="1004"/>
                      <a:pt x="295" y="1004"/>
                    </a:cubicBezTo>
                    <a:cubicBezTo>
                      <a:pt x="296" y="1004"/>
                      <a:pt x="298" y="1004"/>
                      <a:pt x="299" y="1004"/>
                    </a:cubicBezTo>
                    <a:cubicBezTo>
                      <a:pt x="516" y="1001"/>
                      <a:pt x="2914" y="897"/>
                      <a:pt x="3106" y="796"/>
                    </a:cubicBezTo>
                    <a:cubicBezTo>
                      <a:pt x="3282" y="687"/>
                      <a:pt x="3193" y="435"/>
                      <a:pt x="3026" y="435"/>
                    </a:cubicBezTo>
                    <a:cubicBezTo>
                      <a:pt x="3019" y="435"/>
                      <a:pt x="3013" y="436"/>
                      <a:pt x="3005" y="436"/>
                    </a:cubicBezTo>
                    <a:lnTo>
                      <a:pt x="2864" y="430"/>
                    </a:lnTo>
                    <a:cubicBezTo>
                      <a:pt x="2800" y="430"/>
                      <a:pt x="2753" y="424"/>
                      <a:pt x="2753" y="424"/>
                    </a:cubicBezTo>
                    <a:cubicBezTo>
                      <a:pt x="2753" y="424"/>
                      <a:pt x="2788" y="358"/>
                      <a:pt x="2816" y="275"/>
                    </a:cubicBezTo>
                    <a:cubicBezTo>
                      <a:pt x="2848" y="181"/>
                      <a:pt x="2867" y="70"/>
                      <a:pt x="2819" y="14"/>
                    </a:cubicBezTo>
                    <a:cubicBezTo>
                      <a:pt x="2811" y="5"/>
                      <a:pt x="2784" y="1"/>
                      <a:pt x="2742" y="1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33"/>
              <p:cNvSpPr/>
              <p:nvPr/>
            </p:nvSpPr>
            <p:spPr>
              <a:xfrm>
                <a:off x="3368675" y="1437625"/>
                <a:ext cx="56725" cy="12525"/>
              </a:xfrm>
              <a:custGeom>
                <a:avLst/>
                <a:gdLst/>
                <a:ahLst/>
                <a:cxnLst/>
                <a:rect l="l" t="t" r="r" b="b"/>
                <a:pathLst>
                  <a:path w="2269" h="501" extrusionOk="0">
                    <a:moveTo>
                      <a:pt x="2221" y="0"/>
                    </a:moveTo>
                    <a:cubicBezTo>
                      <a:pt x="2221" y="0"/>
                      <a:pt x="0" y="284"/>
                      <a:pt x="3" y="451"/>
                    </a:cubicBezTo>
                    <a:cubicBezTo>
                      <a:pt x="11" y="486"/>
                      <a:pt x="80" y="500"/>
                      <a:pt x="191" y="500"/>
                    </a:cubicBezTo>
                    <a:cubicBezTo>
                      <a:pt x="734" y="500"/>
                      <a:pt x="2269" y="152"/>
                      <a:pt x="2269" y="152"/>
                    </a:cubicBezTo>
                    <a:cubicBezTo>
                      <a:pt x="2209" y="149"/>
                      <a:pt x="2158" y="149"/>
                      <a:pt x="2158" y="149"/>
                    </a:cubicBezTo>
                    <a:cubicBezTo>
                      <a:pt x="2158" y="149"/>
                      <a:pt x="2193" y="82"/>
                      <a:pt x="2221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7" name="Google Shape;557;p33"/>
            <p:cNvGrpSpPr/>
            <p:nvPr/>
          </p:nvGrpSpPr>
          <p:grpSpPr>
            <a:xfrm>
              <a:off x="1536984" y="1080254"/>
              <a:ext cx="926082" cy="2885948"/>
              <a:chOff x="4972600" y="2060300"/>
              <a:chExt cx="193575" cy="603250"/>
            </a:xfrm>
          </p:grpSpPr>
          <p:sp>
            <p:nvSpPr>
              <p:cNvPr id="558" name="Google Shape;558;p33"/>
              <p:cNvSpPr/>
              <p:nvPr/>
            </p:nvSpPr>
            <p:spPr>
              <a:xfrm>
                <a:off x="4972600" y="2611500"/>
                <a:ext cx="50675" cy="52050"/>
              </a:xfrm>
              <a:custGeom>
                <a:avLst/>
                <a:gdLst/>
                <a:ahLst/>
                <a:cxnLst/>
                <a:rect l="l" t="t" r="r" b="b"/>
                <a:pathLst>
                  <a:path w="2027" h="2082" extrusionOk="0">
                    <a:moveTo>
                      <a:pt x="537" y="0"/>
                    </a:moveTo>
                    <a:cubicBezTo>
                      <a:pt x="537" y="0"/>
                      <a:pt x="190" y="1193"/>
                      <a:pt x="95" y="1414"/>
                    </a:cubicBezTo>
                    <a:cubicBezTo>
                      <a:pt x="1" y="1635"/>
                      <a:pt x="10" y="1934"/>
                      <a:pt x="159" y="2023"/>
                    </a:cubicBezTo>
                    <a:cubicBezTo>
                      <a:pt x="238" y="2067"/>
                      <a:pt x="593" y="2081"/>
                      <a:pt x="940" y="2081"/>
                    </a:cubicBezTo>
                    <a:cubicBezTo>
                      <a:pt x="1257" y="2081"/>
                      <a:pt x="1566" y="2069"/>
                      <a:pt x="1648" y="2057"/>
                    </a:cubicBezTo>
                    <a:cubicBezTo>
                      <a:pt x="1818" y="2038"/>
                      <a:pt x="2026" y="2023"/>
                      <a:pt x="1973" y="1688"/>
                    </a:cubicBezTo>
                    <a:cubicBezTo>
                      <a:pt x="1922" y="1351"/>
                      <a:pt x="1884" y="142"/>
                      <a:pt x="1872" y="82"/>
                    </a:cubicBezTo>
                    <a:cubicBezTo>
                      <a:pt x="1859" y="19"/>
                      <a:pt x="537" y="0"/>
                      <a:pt x="537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33"/>
              <p:cNvSpPr/>
              <p:nvPr/>
            </p:nvSpPr>
            <p:spPr>
              <a:xfrm>
                <a:off x="5058575" y="2612525"/>
                <a:ext cx="31100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001" extrusionOk="0">
                    <a:moveTo>
                      <a:pt x="0" y="0"/>
                    </a:moveTo>
                    <a:lnTo>
                      <a:pt x="0" y="1000"/>
                    </a:lnTo>
                    <a:lnTo>
                      <a:pt x="1243" y="1000"/>
                    </a:lnTo>
                    <a:lnTo>
                      <a:pt x="1174" y="0"/>
                    </a:lnTo>
                    <a:close/>
                  </a:path>
                </a:pathLst>
              </a:custGeom>
              <a:solidFill>
                <a:srgbClr val="CC7B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33"/>
              <p:cNvSpPr/>
              <p:nvPr/>
            </p:nvSpPr>
            <p:spPr>
              <a:xfrm>
                <a:off x="5055250" y="2619150"/>
                <a:ext cx="90650" cy="39800"/>
              </a:xfrm>
              <a:custGeom>
                <a:avLst/>
                <a:gdLst/>
                <a:ahLst/>
                <a:cxnLst/>
                <a:rect l="l" t="t" r="r" b="b"/>
                <a:pathLst>
                  <a:path w="3626" h="1592" extrusionOk="0">
                    <a:moveTo>
                      <a:pt x="1361" y="0"/>
                    </a:moveTo>
                    <a:cubicBezTo>
                      <a:pt x="1301" y="0"/>
                      <a:pt x="1223" y="9"/>
                      <a:pt x="1121" y="35"/>
                    </a:cubicBezTo>
                    <a:cubicBezTo>
                      <a:pt x="818" y="114"/>
                      <a:pt x="818" y="411"/>
                      <a:pt x="645" y="480"/>
                    </a:cubicBezTo>
                    <a:cubicBezTo>
                      <a:pt x="612" y="494"/>
                      <a:pt x="571" y="499"/>
                      <a:pt x="525" y="499"/>
                    </a:cubicBezTo>
                    <a:cubicBezTo>
                      <a:pt x="329" y="499"/>
                      <a:pt x="51" y="398"/>
                      <a:pt x="51" y="398"/>
                    </a:cubicBezTo>
                    <a:cubicBezTo>
                      <a:pt x="51" y="398"/>
                      <a:pt x="23" y="717"/>
                      <a:pt x="14" y="966"/>
                    </a:cubicBezTo>
                    <a:cubicBezTo>
                      <a:pt x="7" y="1007"/>
                      <a:pt x="7" y="1041"/>
                      <a:pt x="7" y="1076"/>
                    </a:cubicBezTo>
                    <a:cubicBezTo>
                      <a:pt x="1" y="1325"/>
                      <a:pt x="165" y="1429"/>
                      <a:pt x="320" y="1496"/>
                    </a:cubicBezTo>
                    <a:cubicBezTo>
                      <a:pt x="474" y="1562"/>
                      <a:pt x="3165" y="1587"/>
                      <a:pt x="3279" y="1590"/>
                    </a:cubicBezTo>
                    <a:cubicBezTo>
                      <a:pt x="3291" y="1591"/>
                      <a:pt x="3305" y="1591"/>
                      <a:pt x="3320" y="1591"/>
                    </a:cubicBezTo>
                    <a:cubicBezTo>
                      <a:pt x="3392" y="1591"/>
                      <a:pt x="3487" y="1579"/>
                      <a:pt x="3547" y="1493"/>
                    </a:cubicBezTo>
                    <a:cubicBezTo>
                      <a:pt x="3578" y="1445"/>
                      <a:pt x="3601" y="1382"/>
                      <a:pt x="3604" y="1291"/>
                    </a:cubicBezTo>
                    <a:cubicBezTo>
                      <a:pt x="3626" y="982"/>
                      <a:pt x="3083" y="802"/>
                      <a:pt x="2588" y="590"/>
                    </a:cubicBezTo>
                    <a:cubicBezTo>
                      <a:pt x="2089" y="382"/>
                      <a:pt x="1522" y="35"/>
                      <a:pt x="1522" y="35"/>
                    </a:cubicBezTo>
                    <a:cubicBezTo>
                      <a:pt x="1522" y="35"/>
                      <a:pt x="1479" y="0"/>
                      <a:pt x="1361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33"/>
              <p:cNvSpPr/>
              <p:nvPr/>
            </p:nvSpPr>
            <p:spPr>
              <a:xfrm>
                <a:off x="5055250" y="2643275"/>
                <a:ext cx="88675" cy="15675"/>
              </a:xfrm>
              <a:custGeom>
                <a:avLst/>
                <a:gdLst/>
                <a:ahLst/>
                <a:cxnLst/>
                <a:rect l="l" t="t" r="r" b="b"/>
                <a:pathLst>
                  <a:path w="3547" h="627" extrusionOk="0">
                    <a:moveTo>
                      <a:pt x="14" y="1"/>
                    </a:moveTo>
                    <a:cubicBezTo>
                      <a:pt x="7" y="42"/>
                      <a:pt x="7" y="76"/>
                      <a:pt x="7" y="111"/>
                    </a:cubicBezTo>
                    <a:cubicBezTo>
                      <a:pt x="1" y="360"/>
                      <a:pt x="165" y="464"/>
                      <a:pt x="320" y="531"/>
                    </a:cubicBezTo>
                    <a:cubicBezTo>
                      <a:pt x="474" y="597"/>
                      <a:pt x="3165" y="622"/>
                      <a:pt x="3279" y="625"/>
                    </a:cubicBezTo>
                    <a:cubicBezTo>
                      <a:pt x="3291" y="626"/>
                      <a:pt x="3305" y="626"/>
                      <a:pt x="3320" y="626"/>
                    </a:cubicBezTo>
                    <a:cubicBezTo>
                      <a:pt x="3392" y="626"/>
                      <a:pt x="3487" y="614"/>
                      <a:pt x="3547" y="528"/>
                    </a:cubicBezTo>
                    <a:cubicBezTo>
                      <a:pt x="2910" y="512"/>
                      <a:pt x="604" y="455"/>
                      <a:pt x="465" y="278"/>
                    </a:cubicBezTo>
                    <a:cubicBezTo>
                      <a:pt x="348" y="133"/>
                      <a:pt x="143" y="42"/>
                      <a:pt x="14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33"/>
              <p:cNvSpPr/>
              <p:nvPr/>
            </p:nvSpPr>
            <p:spPr>
              <a:xfrm>
                <a:off x="4981925" y="2322450"/>
                <a:ext cx="127375" cy="297200"/>
              </a:xfrm>
              <a:custGeom>
                <a:avLst/>
                <a:gdLst/>
                <a:ahLst/>
                <a:cxnLst/>
                <a:rect l="l" t="t" r="r" b="b"/>
                <a:pathLst>
                  <a:path w="5095" h="11888" extrusionOk="0">
                    <a:moveTo>
                      <a:pt x="4628" y="0"/>
                    </a:moveTo>
                    <a:lnTo>
                      <a:pt x="4628" y="0"/>
                    </a:lnTo>
                    <a:cubicBezTo>
                      <a:pt x="4628" y="0"/>
                      <a:pt x="4628" y="0"/>
                      <a:pt x="4628" y="0"/>
                    </a:cubicBezTo>
                    <a:lnTo>
                      <a:pt x="4628" y="0"/>
                    </a:lnTo>
                    <a:cubicBezTo>
                      <a:pt x="4628" y="0"/>
                      <a:pt x="4628" y="0"/>
                      <a:pt x="4628" y="0"/>
                    </a:cubicBezTo>
                    <a:close/>
                    <a:moveTo>
                      <a:pt x="4628" y="0"/>
                    </a:moveTo>
                    <a:cubicBezTo>
                      <a:pt x="4626" y="5"/>
                      <a:pt x="3973" y="240"/>
                      <a:pt x="2751" y="240"/>
                    </a:cubicBezTo>
                    <a:cubicBezTo>
                      <a:pt x="2139" y="240"/>
                      <a:pt x="1383" y="181"/>
                      <a:pt x="495" y="3"/>
                    </a:cubicBezTo>
                    <a:lnTo>
                      <a:pt x="495" y="3"/>
                    </a:lnTo>
                    <a:cubicBezTo>
                      <a:pt x="495" y="4"/>
                      <a:pt x="618" y="1855"/>
                      <a:pt x="606" y="2436"/>
                    </a:cubicBezTo>
                    <a:cubicBezTo>
                      <a:pt x="599" y="3013"/>
                      <a:pt x="0" y="11127"/>
                      <a:pt x="47" y="11433"/>
                    </a:cubicBezTo>
                    <a:cubicBezTo>
                      <a:pt x="86" y="11685"/>
                      <a:pt x="495" y="11751"/>
                      <a:pt x="934" y="11751"/>
                    </a:cubicBezTo>
                    <a:cubicBezTo>
                      <a:pt x="1032" y="11751"/>
                      <a:pt x="1133" y="11747"/>
                      <a:pt x="1230" y="11742"/>
                    </a:cubicBezTo>
                    <a:cubicBezTo>
                      <a:pt x="1764" y="11714"/>
                      <a:pt x="1669" y="11484"/>
                      <a:pt x="1669" y="11427"/>
                    </a:cubicBezTo>
                    <a:cubicBezTo>
                      <a:pt x="1669" y="11373"/>
                      <a:pt x="3082" y="4113"/>
                      <a:pt x="3082" y="4111"/>
                    </a:cubicBezTo>
                    <a:lnTo>
                      <a:pt x="3082" y="4111"/>
                    </a:lnTo>
                    <a:cubicBezTo>
                      <a:pt x="3082" y="4112"/>
                      <a:pt x="2842" y="6089"/>
                      <a:pt x="2842" y="6792"/>
                    </a:cubicBezTo>
                    <a:cubicBezTo>
                      <a:pt x="2842" y="7502"/>
                      <a:pt x="2824" y="11304"/>
                      <a:pt x="2836" y="11676"/>
                    </a:cubicBezTo>
                    <a:cubicBezTo>
                      <a:pt x="2839" y="11831"/>
                      <a:pt x="3122" y="11888"/>
                      <a:pt x="3456" y="11888"/>
                    </a:cubicBezTo>
                    <a:cubicBezTo>
                      <a:pt x="3932" y="11888"/>
                      <a:pt x="4514" y="11772"/>
                      <a:pt x="4540" y="11657"/>
                    </a:cubicBezTo>
                    <a:cubicBezTo>
                      <a:pt x="4587" y="11458"/>
                      <a:pt x="4723" y="8490"/>
                      <a:pt x="4751" y="7890"/>
                    </a:cubicBezTo>
                    <a:cubicBezTo>
                      <a:pt x="4779" y="7294"/>
                      <a:pt x="5095" y="1142"/>
                      <a:pt x="4628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33"/>
              <p:cNvSpPr/>
              <p:nvPr/>
            </p:nvSpPr>
            <p:spPr>
              <a:xfrm>
                <a:off x="4982000" y="2594050"/>
                <a:ext cx="44500" cy="8875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5" extrusionOk="0">
                    <a:moveTo>
                      <a:pt x="41" y="1"/>
                    </a:moveTo>
                    <a:cubicBezTo>
                      <a:pt x="30" y="1"/>
                      <a:pt x="19" y="7"/>
                      <a:pt x="13" y="17"/>
                    </a:cubicBezTo>
                    <a:cubicBezTo>
                      <a:pt x="0" y="33"/>
                      <a:pt x="10" y="55"/>
                      <a:pt x="22" y="64"/>
                    </a:cubicBezTo>
                    <a:cubicBezTo>
                      <a:pt x="29" y="71"/>
                      <a:pt x="496" y="355"/>
                      <a:pt x="1060" y="355"/>
                    </a:cubicBezTo>
                    <a:cubicBezTo>
                      <a:pt x="1284" y="355"/>
                      <a:pt x="1527" y="310"/>
                      <a:pt x="1754" y="184"/>
                    </a:cubicBezTo>
                    <a:cubicBezTo>
                      <a:pt x="1773" y="175"/>
                      <a:pt x="1779" y="153"/>
                      <a:pt x="1770" y="137"/>
                    </a:cubicBezTo>
                    <a:cubicBezTo>
                      <a:pt x="1766" y="124"/>
                      <a:pt x="1752" y="118"/>
                      <a:pt x="1739" y="118"/>
                    </a:cubicBezTo>
                    <a:cubicBezTo>
                      <a:pt x="1733" y="118"/>
                      <a:pt x="1727" y="119"/>
                      <a:pt x="1723" y="121"/>
                    </a:cubicBezTo>
                    <a:cubicBezTo>
                      <a:pt x="1502" y="241"/>
                      <a:pt x="1273" y="284"/>
                      <a:pt x="1058" y="284"/>
                    </a:cubicBezTo>
                    <a:cubicBezTo>
                      <a:pt x="516" y="284"/>
                      <a:pt x="65" y="10"/>
                      <a:pt x="60" y="8"/>
                    </a:cubicBezTo>
                    <a:cubicBezTo>
                      <a:pt x="54" y="3"/>
                      <a:pt x="48" y="1"/>
                      <a:pt x="41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33"/>
              <p:cNvSpPr/>
              <p:nvPr/>
            </p:nvSpPr>
            <p:spPr>
              <a:xfrm>
                <a:off x="5051725" y="2597550"/>
                <a:ext cx="46075" cy="8300"/>
              </a:xfrm>
              <a:custGeom>
                <a:avLst/>
                <a:gdLst/>
                <a:ahLst/>
                <a:cxnLst/>
                <a:rect l="l" t="t" r="r" b="b"/>
                <a:pathLst>
                  <a:path w="1843" h="332" extrusionOk="0">
                    <a:moveTo>
                      <a:pt x="1800" y="0"/>
                    </a:moveTo>
                    <a:cubicBezTo>
                      <a:pt x="1790" y="0"/>
                      <a:pt x="1780" y="4"/>
                      <a:pt x="1773" y="13"/>
                    </a:cubicBezTo>
                    <a:cubicBezTo>
                      <a:pt x="1596" y="207"/>
                      <a:pt x="1224" y="260"/>
                      <a:pt x="870" y="260"/>
                    </a:cubicBezTo>
                    <a:cubicBezTo>
                      <a:pt x="449" y="260"/>
                      <a:pt x="54" y="185"/>
                      <a:pt x="47" y="183"/>
                    </a:cubicBezTo>
                    <a:cubicBezTo>
                      <a:pt x="44" y="182"/>
                      <a:pt x="41" y="181"/>
                      <a:pt x="37" y="181"/>
                    </a:cubicBezTo>
                    <a:cubicBezTo>
                      <a:pt x="21" y="181"/>
                      <a:pt x="6" y="193"/>
                      <a:pt x="3" y="211"/>
                    </a:cubicBezTo>
                    <a:cubicBezTo>
                      <a:pt x="0" y="230"/>
                      <a:pt x="13" y="249"/>
                      <a:pt x="32" y="252"/>
                    </a:cubicBezTo>
                    <a:cubicBezTo>
                      <a:pt x="63" y="256"/>
                      <a:pt x="448" y="331"/>
                      <a:pt x="868" y="331"/>
                    </a:cubicBezTo>
                    <a:cubicBezTo>
                      <a:pt x="1237" y="331"/>
                      <a:pt x="1631" y="278"/>
                      <a:pt x="1830" y="60"/>
                    </a:cubicBezTo>
                    <a:cubicBezTo>
                      <a:pt x="1842" y="44"/>
                      <a:pt x="1842" y="22"/>
                      <a:pt x="1827" y="9"/>
                    </a:cubicBezTo>
                    <a:cubicBezTo>
                      <a:pt x="1819" y="4"/>
                      <a:pt x="1810" y="0"/>
                      <a:pt x="1800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33"/>
              <p:cNvSpPr/>
              <p:nvPr/>
            </p:nvSpPr>
            <p:spPr>
              <a:xfrm>
                <a:off x="5016075" y="2131025"/>
                <a:ext cx="59800" cy="62875"/>
              </a:xfrm>
              <a:custGeom>
                <a:avLst/>
                <a:gdLst/>
                <a:ahLst/>
                <a:cxnLst/>
                <a:rect l="l" t="t" r="r" b="b"/>
                <a:pathLst>
                  <a:path w="2392" h="2515" extrusionOk="0">
                    <a:moveTo>
                      <a:pt x="558" y="1"/>
                    </a:moveTo>
                    <a:cubicBezTo>
                      <a:pt x="558" y="1"/>
                      <a:pt x="574" y="294"/>
                      <a:pt x="540" y="629"/>
                    </a:cubicBezTo>
                    <a:cubicBezTo>
                      <a:pt x="489" y="1073"/>
                      <a:pt x="360" y="1600"/>
                      <a:pt x="0" y="1641"/>
                    </a:cubicBezTo>
                    <a:cubicBezTo>
                      <a:pt x="0" y="1641"/>
                      <a:pt x="364" y="2514"/>
                      <a:pt x="1212" y="2514"/>
                    </a:cubicBezTo>
                    <a:cubicBezTo>
                      <a:pt x="1274" y="2514"/>
                      <a:pt x="1339" y="2509"/>
                      <a:pt x="1407" y="2499"/>
                    </a:cubicBezTo>
                    <a:cubicBezTo>
                      <a:pt x="2391" y="2348"/>
                      <a:pt x="1678" y="1490"/>
                      <a:pt x="1678" y="1490"/>
                    </a:cubicBezTo>
                    <a:lnTo>
                      <a:pt x="1678" y="1436"/>
                    </a:lnTo>
                    <a:cubicBezTo>
                      <a:pt x="1678" y="1332"/>
                      <a:pt x="1691" y="1089"/>
                      <a:pt x="1732" y="916"/>
                    </a:cubicBezTo>
                    <a:cubicBezTo>
                      <a:pt x="1789" y="692"/>
                      <a:pt x="559" y="1"/>
                      <a:pt x="558" y="1"/>
                    </a:cubicBezTo>
                    <a:close/>
                  </a:path>
                </a:pathLst>
              </a:custGeom>
              <a:solidFill>
                <a:srgbClr val="CC7B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33"/>
              <p:cNvSpPr/>
              <p:nvPr/>
            </p:nvSpPr>
            <p:spPr>
              <a:xfrm>
                <a:off x="5029400" y="2131025"/>
                <a:ext cx="31325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253" h="1433" extrusionOk="0">
                    <a:moveTo>
                      <a:pt x="22" y="1"/>
                    </a:moveTo>
                    <a:cubicBezTo>
                      <a:pt x="22" y="1"/>
                      <a:pt x="38" y="294"/>
                      <a:pt x="0" y="629"/>
                    </a:cubicBezTo>
                    <a:cubicBezTo>
                      <a:pt x="316" y="931"/>
                      <a:pt x="764" y="1310"/>
                      <a:pt x="1142" y="1433"/>
                    </a:cubicBezTo>
                    <a:cubicBezTo>
                      <a:pt x="1142" y="1326"/>
                      <a:pt x="1152" y="1086"/>
                      <a:pt x="1196" y="912"/>
                    </a:cubicBezTo>
                    <a:cubicBezTo>
                      <a:pt x="1253" y="692"/>
                      <a:pt x="22" y="1"/>
                      <a:pt x="22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33"/>
              <p:cNvSpPr/>
              <p:nvPr/>
            </p:nvSpPr>
            <p:spPr>
              <a:xfrm>
                <a:off x="5014725" y="2074000"/>
                <a:ext cx="69500" cy="87425"/>
              </a:xfrm>
              <a:custGeom>
                <a:avLst/>
                <a:gdLst/>
                <a:ahLst/>
                <a:cxnLst/>
                <a:rect l="l" t="t" r="r" b="b"/>
                <a:pathLst>
                  <a:path w="2780" h="3497" extrusionOk="0">
                    <a:moveTo>
                      <a:pt x="1405" y="0"/>
                    </a:moveTo>
                    <a:cubicBezTo>
                      <a:pt x="1222" y="0"/>
                      <a:pt x="1036" y="33"/>
                      <a:pt x="855" y="114"/>
                    </a:cubicBezTo>
                    <a:cubicBezTo>
                      <a:pt x="0" y="499"/>
                      <a:pt x="202" y="1392"/>
                      <a:pt x="202" y="1392"/>
                    </a:cubicBezTo>
                    <a:cubicBezTo>
                      <a:pt x="202" y="1392"/>
                      <a:pt x="792" y="3481"/>
                      <a:pt x="1786" y="3496"/>
                    </a:cubicBezTo>
                    <a:cubicBezTo>
                      <a:pt x="1789" y="3496"/>
                      <a:pt x="1791" y="3496"/>
                      <a:pt x="1794" y="3496"/>
                    </a:cubicBezTo>
                    <a:cubicBezTo>
                      <a:pt x="2780" y="3496"/>
                      <a:pt x="2736" y="607"/>
                      <a:pt x="2736" y="607"/>
                    </a:cubicBezTo>
                    <a:cubicBezTo>
                      <a:pt x="2703" y="455"/>
                      <a:pt x="2082" y="0"/>
                      <a:pt x="1405" y="0"/>
                    </a:cubicBezTo>
                    <a:close/>
                  </a:path>
                </a:pathLst>
              </a:custGeom>
              <a:solidFill>
                <a:srgbClr val="CC7B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33"/>
              <p:cNvSpPr/>
              <p:nvPr/>
            </p:nvSpPr>
            <p:spPr>
              <a:xfrm>
                <a:off x="5003200" y="2060300"/>
                <a:ext cx="97825" cy="68700"/>
              </a:xfrm>
              <a:custGeom>
                <a:avLst/>
                <a:gdLst/>
                <a:ahLst/>
                <a:cxnLst/>
                <a:rect l="l" t="t" r="r" b="b"/>
                <a:pathLst>
                  <a:path w="3913" h="2748" extrusionOk="0">
                    <a:moveTo>
                      <a:pt x="1693" y="1"/>
                    </a:moveTo>
                    <a:cubicBezTo>
                      <a:pt x="1184" y="1"/>
                      <a:pt x="793" y="193"/>
                      <a:pt x="600" y="1047"/>
                    </a:cubicBezTo>
                    <a:cubicBezTo>
                      <a:pt x="600" y="1047"/>
                      <a:pt x="1" y="1672"/>
                      <a:pt x="726" y="2748"/>
                    </a:cubicBezTo>
                    <a:lnTo>
                      <a:pt x="1055" y="2694"/>
                    </a:lnTo>
                    <a:cubicBezTo>
                      <a:pt x="1055" y="2694"/>
                      <a:pt x="954" y="2022"/>
                      <a:pt x="1304" y="2022"/>
                    </a:cubicBezTo>
                    <a:cubicBezTo>
                      <a:pt x="1657" y="2022"/>
                      <a:pt x="1884" y="1716"/>
                      <a:pt x="2010" y="1546"/>
                    </a:cubicBezTo>
                    <a:cubicBezTo>
                      <a:pt x="2028" y="1523"/>
                      <a:pt x="2050" y="1513"/>
                      <a:pt x="2078" y="1513"/>
                    </a:cubicBezTo>
                    <a:cubicBezTo>
                      <a:pt x="2251" y="1513"/>
                      <a:pt x="2607" y="1915"/>
                      <a:pt x="2872" y="1915"/>
                    </a:cubicBezTo>
                    <a:cubicBezTo>
                      <a:pt x="3175" y="1915"/>
                      <a:pt x="3140" y="2293"/>
                      <a:pt x="3140" y="2293"/>
                    </a:cubicBezTo>
                    <a:cubicBezTo>
                      <a:pt x="3140" y="2293"/>
                      <a:pt x="3913" y="1978"/>
                      <a:pt x="3578" y="1218"/>
                    </a:cubicBezTo>
                    <a:cubicBezTo>
                      <a:pt x="3578" y="1218"/>
                      <a:pt x="3802" y="205"/>
                      <a:pt x="2780" y="114"/>
                    </a:cubicBezTo>
                    <a:cubicBezTo>
                      <a:pt x="2384" y="78"/>
                      <a:pt x="2015" y="1"/>
                      <a:pt x="1693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33"/>
              <p:cNvSpPr/>
              <p:nvPr/>
            </p:nvSpPr>
            <p:spPr>
              <a:xfrm>
                <a:off x="5012375" y="2116125"/>
                <a:ext cx="19650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786" h="798" extrusionOk="0">
                    <a:moveTo>
                      <a:pt x="371" y="1"/>
                    </a:moveTo>
                    <a:cubicBezTo>
                      <a:pt x="325" y="1"/>
                      <a:pt x="278" y="18"/>
                      <a:pt x="233" y="60"/>
                    </a:cubicBezTo>
                    <a:cubicBezTo>
                      <a:pt x="0" y="279"/>
                      <a:pt x="288" y="798"/>
                      <a:pt x="684" y="798"/>
                    </a:cubicBezTo>
                    <a:cubicBezTo>
                      <a:pt x="717" y="798"/>
                      <a:pt x="751" y="794"/>
                      <a:pt x="785" y="786"/>
                    </a:cubicBezTo>
                    <a:lnTo>
                      <a:pt x="785" y="370"/>
                    </a:lnTo>
                    <a:cubicBezTo>
                      <a:pt x="785" y="370"/>
                      <a:pt x="583" y="1"/>
                      <a:pt x="371" y="1"/>
                    </a:cubicBezTo>
                    <a:close/>
                  </a:path>
                </a:pathLst>
              </a:custGeom>
              <a:solidFill>
                <a:srgbClr val="CC7B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570;p33"/>
              <p:cNvSpPr/>
              <p:nvPr/>
            </p:nvSpPr>
            <p:spPr>
              <a:xfrm>
                <a:off x="5060475" y="2123775"/>
                <a:ext cx="7750" cy="1635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654" extrusionOk="0">
                    <a:moveTo>
                      <a:pt x="221" y="1"/>
                    </a:moveTo>
                    <a:cubicBezTo>
                      <a:pt x="202" y="4"/>
                      <a:pt x="186" y="19"/>
                      <a:pt x="189" y="38"/>
                    </a:cubicBezTo>
                    <a:cubicBezTo>
                      <a:pt x="218" y="266"/>
                      <a:pt x="224" y="531"/>
                      <a:pt x="202" y="568"/>
                    </a:cubicBezTo>
                    <a:cubicBezTo>
                      <a:pt x="192" y="578"/>
                      <a:pt x="176" y="582"/>
                      <a:pt x="157" y="582"/>
                    </a:cubicBezTo>
                    <a:cubicBezTo>
                      <a:pt x="122" y="582"/>
                      <a:pt x="80" y="569"/>
                      <a:pt x="57" y="559"/>
                    </a:cubicBezTo>
                    <a:cubicBezTo>
                      <a:pt x="52" y="557"/>
                      <a:pt x="46" y="557"/>
                      <a:pt x="42" y="557"/>
                    </a:cubicBezTo>
                    <a:cubicBezTo>
                      <a:pt x="26" y="557"/>
                      <a:pt x="14" y="564"/>
                      <a:pt x="10" y="581"/>
                    </a:cubicBezTo>
                    <a:cubicBezTo>
                      <a:pt x="0" y="600"/>
                      <a:pt x="10" y="619"/>
                      <a:pt x="29" y="628"/>
                    </a:cubicBezTo>
                    <a:cubicBezTo>
                      <a:pt x="35" y="631"/>
                      <a:pt x="95" y="654"/>
                      <a:pt x="155" y="654"/>
                    </a:cubicBezTo>
                    <a:cubicBezTo>
                      <a:pt x="189" y="654"/>
                      <a:pt x="224" y="647"/>
                      <a:pt x="249" y="619"/>
                    </a:cubicBezTo>
                    <a:cubicBezTo>
                      <a:pt x="309" y="559"/>
                      <a:pt x="281" y="225"/>
                      <a:pt x="262" y="32"/>
                    </a:cubicBezTo>
                    <a:cubicBezTo>
                      <a:pt x="256" y="10"/>
                      <a:pt x="240" y="1"/>
                      <a:pt x="221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571;p33"/>
              <p:cNvSpPr/>
              <p:nvPr/>
            </p:nvSpPr>
            <p:spPr>
              <a:xfrm>
                <a:off x="5047300" y="2111750"/>
                <a:ext cx="12325" cy="5425"/>
              </a:xfrm>
              <a:custGeom>
                <a:avLst/>
                <a:gdLst/>
                <a:ahLst/>
                <a:cxnLst/>
                <a:rect l="l" t="t" r="r" b="b"/>
                <a:pathLst>
                  <a:path w="493" h="217" extrusionOk="0">
                    <a:moveTo>
                      <a:pt x="331" y="1"/>
                    </a:moveTo>
                    <a:cubicBezTo>
                      <a:pt x="92" y="1"/>
                      <a:pt x="0" y="170"/>
                      <a:pt x="0" y="172"/>
                    </a:cubicBezTo>
                    <a:lnTo>
                      <a:pt x="82" y="217"/>
                    </a:lnTo>
                    <a:cubicBezTo>
                      <a:pt x="85" y="211"/>
                      <a:pt x="148" y="95"/>
                      <a:pt x="327" y="95"/>
                    </a:cubicBezTo>
                    <a:cubicBezTo>
                      <a:pt x="368" y="95"/>
                      <a:pt x="414" y="101"/>
                      <a:pt x="467" y="116"/>
                    </a:cubicBezTo>
                    <a:lnTo>
                      <a:pt x="492" y="24"/>
                    </a:lnTo>
                    <a:cubicBezTo>
                      <a:pt x="432" y="8"/>
                      <a:pt x="378" y="1"/>
                      <a:pt x="331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33"/>
              <p:cNvSpPr/>
              <p:nvPr/>
            </p:nvSpPr>
            <p:spPr>
              <a:xfrm>
                <a:off x="5068975" y="2112325"/>
                <a:ext cx="12350" cy="5475"/>
              </a:xfrm>
              <a:custGeom>
                <a:avLst/>
                <a:gdLst/>
                <a:ahLst/>
                <a:cxnLst/>
                <a:rect l="l" t="t" r="r" b="b"/>
                <a:pathLst>
                  <a:path w="494" h="219" extrusionOk="0">
                    <a:moveTo>
                      <a:pt x="158" y="0"/>
                    </a:moveTo>
                    <a:cubicBezTo>
                      <a:pt x="112" y="0"/>
                      <a:pt x="59" y="7"/>
                      <a:pt x="1" y="23"/>
                    </a:cubicBezTo>
                    <a:lnTo>
                      <a:pt x="23" y="115"/>
                    </a:lnTo>
                    <a:cubicBezTo>
                      <a:pt x="75" y="100"/>
                      <a:pt x="120" y="94"/>
                      <a:pt x="160" y="94"/>
                    </a:cubicBezTo>
                    <a:cubicBezTo>
                      <a:pt x="337" y="94"/>
                      <a:pt x="402" y="211"/>
                      <a:pt x="405" y="219"/>
                    </a:cubicBezTo>
                    <a:lnTo>
                      <a:pt x="493" y="175"/>
                    </a:lnTo>
                    <a:cubicBezTo>
                      <a:pt x="488" y="175"/>
                      <a:pt x="396" y="0"/>
                      <a:pt x="158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33"/>
              <p:cNvSpPr/>
              <p:nvPr/>
            </p:nvSpPr>
            <p:spPr>
              <a:xfrm>
                <a:off x="5053675" y="2120775"/>
                <a:ext cx="3750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150" h="222" extrusionOk="0">
                    <a:moveTo>
                      <a:pt x="73" y="1"/>
                    </a:moveTo>
                    <a:cubicBezTo>
                      <a:pt x="32" y="1"/>
                      <a:pt x="1" y="51"/>
                      <a:pt x="1" y="111"/>
                    </a:cubicBezTo>
                    <a:cubicBezTo>
                      <a:pt x="1" y="174"/>
                      <a:pt x="32" y="221"/>
                      <a:pt x="73" y="221"/>
                    </a:cubicBezTo>
                    <a:cubicBezTo>
                      <a:pt x="118" y="221"/>
                      <a:pt x="149" y="174"/>
                      <a:pt x="149" y="111"/>
                    </a:cubicBezTo>
                    <a:cubicBezTo>
                      <a:pt x="149" y="51"/>
                      <a:pt x="118" y="1"/>
                      <a:pt x="73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33"/>
              <p:cNvSpPr/>
              <p:nvPr/>
            </p:nvSpPr>
            <p:spPr>
              <a:xfrm>
                <a:off x="5071900" y="2121575"/>
                <a:ext cx="3725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149" h="222" extrusionOk="0">
                    <a:moveTo>
                      <a:pt x="76" y="0"/>
                    </a:moveTo>
                    <a:cubicBezTo>
                      <a:pt x="35" y="0"/>
                      <a:pt x="1" y="51"/>
                      <a:pt x="1" y="111"/>
                    </a:cubicBezTo>
                    <a:cubicBezTo>
                      <a:pt x="1" y="174"/>
                      <a:pt x="35" y="221"/>
                      <a:pt x="76" y="221"/>
                    </a:cubicBezTo>
                    <a:cubicBezTo>
                      <a:pt x="117" y="221"/>
                      <a:pt x="149" y="174"/>
                      <a:pt x="149" y="111"/>
                    </a:cubicBezTo>
                    <a:cubicBezTo>
                      <a:pt x="149" y="51"/>
                      <a:pt x="117" y="0"/>
                      <a:pt x="76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33"/>
              <p:cNvSpPr/>
              <p:nvPr/>
            </p:nvSpPr>
            <p:spPr>
              <a:xfrm>
                <a:off x="5055725" y="2146125"/>
                <a:ext cx="10600" cy="2925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17" extrusionOk="0">
                    <a:moveTo>
                      <a:pt x="84" y="0"/>
                    </a:moveTo>
                    <a:cubicBezTo>
                      <a:pt x="54" y="0"/>
                      <a:pt x="38" y="2"/>
                      <a:pt x="36" y="2"/>
                    </a:cubicBezTo>
                    <a:cubicBezTo>
                      <a:pt x="17" y="6"/>
                      <a:pt x="1" y="21"/>
                      <a:pt x="4" y="40"/>
                    </a:cubicBezTo>
                    <a:cubicBezTo>
                      <a:pt x="10" y="58"/>
                      <a:pt x="23" y="72"/>
                      <a:pt x="40" y="72"/>
                    </a:cubicBezTo>
                    <a:cubicBezTo>
                      <a:pt x="42" y="72"/>
                      <a:pt x="43" y="72"/>
                      <a:pt x="45" y="72"/>
                    </a:cubicBezTo>
                    <a:cubicBezTo>
                      <a:pt x="46" y="72"/>
                      <a:pt x="56" y="71"/>
                      <a:pt x="76" y="71"/>
                    </a:cubicBezTo>
                    <a:cubicBezTo>
                      <a:pt x="122" y="71"/>
                      <a:pt x="218" y="77"/>
                      <a:pt x="373" y="116"/>
                    </a:cubicBezTo>
                    <a:lnTo>
                      <a:pt x="379" y="116"/>
                    </a:lnTo>
                    <a:cubicBezTo>
                      <a:pt x="395" y="116"/>
                      <a:pt x="411" y="103"/>
                      <a:pt x="414" y="88"/>
                    </a:cubicBezTo>
                    <a:cubicBezTo>
                      <a:pt x="424" y="69"/>
                      <a:pt x="411" y="50"/>
                      <a:pt x="392" y="43"/>
                    </a:cubicBezTo>
                    <a:cubicBezTo>
                      <a:pt x="240" y="7"/>
                      <a:pt x="139" y="0"/>
                      <a:pt x="84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33"/>
              <p:cNvSpPr/>
              <p:nvPr/>
            </p:nvSpPr>
            <p:spPr>
              <a:xfrm>
                <a:off x="4984750" y="2168025"/>
                <a:ext cx="126925" cy="176075"/>
              </a:xfrm>
              <a:custGeom>
                <a:avLst/>
                <a:gdLst/>
                <a:ahLst/>
                <a:cxnLst/>
                <a:rect l="l" t="t" r="r" b="b"/>
                <a:pathLst>
                  <a:path w="5077" h="7043" extrusionOk="0">
                    <a:moveTo>
                      <a:pt x="2922" y="0"/>
                    </a:moveTo>
                    <a:cubicBezTo>
                      <a:pt x="2922" y="0"/>
                      <a:pt x="3348" y="754"/>
                      <a:pt x="2632" y="754"/>
                    </a:cubicBezTo>
                    <a:cubicBezTo>
                      <a:pt x="1912" y="754"/>
                      <a:pt x="1496" y="26"/>
                      <a:pt x="1496" y="26"/>
                    </a:cubicBezTo>
                    <a:cubicBezTo>
                      <a:pt x="1496" y="26"/>
                      <a:pt x="1414" y="73"/>
                      <a:pt x="1240" y="111"/>
                    </a:cubicBezTo>
                    <a:cubicBezTo>
                      <a:pt x="1181" y="127"/>
                      <a:pt x="1105" y="139"/>
                      <a:pt x="1023" y="145"/>
                    </a:cubicBezTo>
                    <a:cubicBezTo>
                      <a:pt x="704" y="183"/>
                      <a:pt x="92" y="963"/>
                      <a:pt x="92" y="963"/>
                    </a:cubicBezTo>
                    <a:cubicBezTo>
                      <a:pt x="92" y="963"/>
                      <a:pt x="445" y="4105"/>
                      <a:pt x="461" y="4887"/>
                    </a:cubicBezTo>
                    <a:cubicBezTo>
                      <a:pt x="477" y="5666"/>
                      <a:pt x="1" y="6117"/>
                      <a:pt x="379" y="6509"/>
                    </a:cubicBezTo>
                    <a:cubicBezTo>
                      <a:pt x="655" y="6796"/>
                      <a:pt x="1982" y="7042"/>
                      <a:pt x="3060" y="7042"/>
                    </a:cubicBezTo>
                    <a:cubicBezTo>
                      <a:pt x="3464" y="7042"/>
                      <a:pt x="3832" y="7008"/>
                      <a:pt x="4099" y="6928"/>
                    </a:cubicBezTo>
                    <a:cubicBezTo>
                      <a:pt x="5077" y="6638"/>
                      <a:pt x="4417" y="5111"/>
                      <a:pt x="4310" y="4357"/>
                    </a:cubicBezTo>
                    <a:cubicBezTo>
                      <a:pt x="4263" y="4042"/>
                      <a:pt x="4256" y="3534"/>
                      <a:pt x="4253" y="3013"/>
                    </a:cubicBezTo>
                    <a:cubicBezTo>
                      <a:pt x="4247" y="2275"/>
                      <a:pt x="4256" y="1524"/>
                      <a:pt x="4181" y="1310"/>
                    </a:cubicBezTo>
                    <a:cubicBezTo>
                      <a:pt x="4080" y="1013"/>
                      <a:pt x="3799" y="414"/>
                      <a:pt x="3300" y="136"/>
                    </a:cubicBezTo>
                    <a:cubicBezTo>
                      <a:pt x="3253" y="111"/>
                      <a:pt x="3206" y="89"/>
                      <a:pt x="3155" y="67"/>
                    </a:cubicBezTo>
                    <a:cubicBezTo>
                      <a:pt x="3080" y="35"/>
                      <a:pt x="3001" y="16"/>
                      <a:pt x="2922" y="0"/>
                    </a:cubicBez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33"/>
              <p:cNvSpPr/>
              <p:nvPr/>
            </p:nvSpPr>
            <p:spPr>
              <a:xfrm>
                <a:off x="5015675" y="2168025"/>
                <a:ext cx="53650" cy="24650"/>
              </a:xfrm>
              <a:custGeom>
                <a:avLst/>
                <a:gdLst/>
                <a:ahLst/>
                <a:cxnLst/>
                <a:rect l="l" t="t" r="r" b="b"/>
                <a:pathLst>
                  <a:path w="2146" h="986" extrusionOk="0">
                    <a:moveTo>
                      <a:pt x="1685" y="0"/>
                    </a:moveTo>
                    <a:cubicBezTo>
                      <a:pt x="1685" y="0"/>
                      <a:pt x="2111" y="754"/>
                      <a:pt x="1395" y="754"/>
                    </a:cubicBezTo>
                    <a:cubicBezTo>
                      <a:pt x="675" y="754"/>
                      <a:pt x="259" y="26"/>
                      <a:pt x="259" y="26"/>
                    </a:cubicBezTo>
                    <a:cubicBezTo>
                      <a:pt x="259" y="26"/>
                      <a:pt x="174" y="73"/>
                      <a:pt x="0" y="111"/>
                    </a:cubicBezTo>
                    <a:cubicBezTo>
                      <a:pt x="208" y="406"/>
                      <a:pt x="714" y="985"/>
                      <a:pt x="1434" y="985"/>
                    </a:cubicBezTo>
                    <a:cubicBezTo>
                      <a:pt x="1514" y="985"/>
                      <a:pt x="1597" y="978"/>
                      <a:pt x="1682" y="963"/>
                    </a:cubicBezTo>
                    <a:cubicBezTo>
                      <a:pt x="1975" y="912"/>
                      <a:pt x="2101" y="767"/>
                      <a:pt x="2127" y="578"/>
                    </a:cubicBezTo>
                    <a:cubicBezTo>
                      <a:pt x="2146" y="445"/>
                      <a:pt x="2120" y="294"/>
                      <a:pt x="2063" y="136"/>
                    </a:cubicBezTo>
                    <a:cubicBezTo>
                      <a:pt x="2060" y="127"/>
                      <a:pt x="2057" y="114"/>
                      <a:pt x="2051" y="108"/>
                    </a:cubicBezTo>
                    <a:cubicBezTo>
                      <a:pt x="1978" y="82"/>
                      <a:pt x="1922" y="67"/>
                      <a:pt x="1918" y="67"/>
                    </a:cubicBezTo>
                    <a:cubicBezTo>
                      <a:pt x="1843" y="35"/>
                      <a:pt x="1764" y="16"/>
                      <a:pt x="1685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578;p33"/>
              <p:cNvSpPr/>
              <p:nvPr/>
            </p:nvSpPr>
            <p:spPr>
              <a:xfrm>
                <a:off x="5063625" y="2169675"/>
                <a:ext cx="41350" cy="7407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2963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48" y="45"/>
                      <a:pt x="123" y="237"/>
                      <a:pt x="209" y="512"/>
                    </a:cubicBezTo>
                    <a:cubicBezTo>
                      <a:pt x="486" y="1363"/>
                      <a:pt x="884" y="2963"/>
                      <a:pt x="884" y="2963"/>
                    </a:cubicBezTo>
                    <a:lnTo>
                      <a:pt x="1092" y="2947"/>
                    </a:lnTo>
                    <a:lnTo>
                      <a:pt x="1653" y="2909"/>
                    </a:lnTo>
                    <a:cubicBezTo>
                      <a:pt x="1543" y="2237"/>
                      <a:pt x="1262" y="1089"/>
                      <a:pt x="1026" y="644"/>
                    </a:cubicBezTo>
                    <a:cubicBezTo>
                      <a:pt x="855" y="313"/>
                      <a:pt x="369" y="120"/>
                      <a:pt x="133" y="42"/>
                    </a:cubicBezTo>
                    <a:cubicBezTo>
                      <a:pt x="60" y="16"/>
                      <a:pt x="4" y="1"/>
                      <a:pt x="0" y="1"/>
                    </a:cubicBez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33"/>
              <p:cNvSpPr/>
              <p:nvPr/>
            </p:nvSpPr>
            <p:spPr>
              <a:xfrm>
                <a:off x="5100375" y="2190575"/>
                <a:ext cx="23600" cy="33300"/>
              </a:xfrm>
              <a:custGeom>
                <a:avLst/>
                <a:gdLst/>
                <a:ahLst/>
                <a:cxnLst/>
                <a:rect l="l" t="t" r="r" b="b"/>
                <a:pathLst>
                  <a:path w="944" h="1332" extrusionOk="0">
                    <a:moveTo>
                      <a:pt x="770" y="1"/>
                    </a:moveTo>
                    <a:cubicBezTo>
                      <a:pt x="493" y="243"/>
                      <a:pt x="0" y="1332"/>
                      <a:pt x="0" y="1332"/>
                    </a:cubicBezTo>
                    <a:lnTo>
                      <a:pt x="149" y="1332"/>
                    </a:lnTo>
                    <a:cubicBezTo>
                      <a:pt x="149" y="1332"/>
                      <a:pt x="723" y="1007"/>
                      <a:pt x="833" y="609"/>
                    </a:cubicBezTo>
                    <a:cubicBezTo>
                      <a:pt x="944" y="212"/>
                      <a:pt x="770" y="1"/>
                      <a:pt x="770" y="1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33"/>
              <p:cNvSpPr/>
              <p:nvPr/>
            </p:nvSpPr>
            <p:spPr>
              <a:xfrm>
                <a:off x="5076150" y="2193250"/>
                <a:ext cx="22750" cy="30725"/>
              </a:xfrm>
              <a:custGeom>
                <a:avLst/>
                <a:gdLst/>
                <a:ahLst/>
                <a:cxnLst/>
                <a:rect l="l" t="t" r="r" b="b"/>
                <a:pathLst>
                  <a:path w="910" h="1229" extrusionOk="0">
                    <a:moveTo>
                      <a:pt x="174" y="1"/>
                    </a:moveTo>
                    <a:cubicBezTo>
                      <a:pt x="174" y="1"/>
                      <a:pt x="1" y="253"/>
                      <a:pt x="174" y="537"/>
                    </a:cubicBezTo>
                    <a:cubicBezTo>
                      <a:pt x="348" y="821"/>
                      <a:pt x="790" y="1228"/>
                      <a:pt x="790" y="1228"/>
                    </a:cubicBezTo>
                    <a:lnTo>
                      <a:pt x="910" y="1228"/>
                    </a:lnTo>
                    <a:lnTo>
                      <a:pt x="910" y="1225"/>
                    </a:lnTo>
                    <a:cubicBezTo>
                      <a:pt x="910" y="1225"/>
                      <a:pt x="809" y="209"/>
                      <a:pt x="174" y="1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33"/>
              <p:cNvSpPr/>
              <p:nvPr/>
            </p:nvSpPr>
            <p:spPr>
              <a:xfrm>
                <a:off x="5030175" y="2221700"/>
                <a:ext cx="136000" cy="133450"/>
              </a:xfrm>
              <a:custGeom>
                <a:avLst/>
                <a:gdLst/>
                <a:ahLst/>
                <a:cxnLst/>
                <a:rect l="l" t="t" r="r" b="b"/>
                <a:pathLst>
                  <a:path w="5440" h="5338" extrusionOk="0">
                    <a:moveTo>
                      <a:pt x="2492" y="0"/>
                    </a:moveTo>
                    <a:cubicBezTo>
                      <a:pt x="832" y="0"/>
                      <a:pt x="553" y="876"/>
                      <a:pt x="401" y="1380"/>
                    </a:cubicBezTo>
                    <a:cubicBezTo>
                      <a:pt x="237" y="1910"/>
                      <a:pt x="1" y="4494"/>
                      <a:pt x="1206" y="5049"/>
                    </a:cubicBezTo>
                    <a:cubicBezTo>
                      <a:pt x="1687" y="5271"/>
                      <a:pt x="2272" y="5338"/>
                      <a:pt x="2802" y="5338"/>
                    </a:cubicBezTo>
                    <a:cubicBezTo>
                      <a:pt x="3597" y="5338"/>
                      <a:pt x="4266" y="5188"/>
                      <a:pt x="4266" y="5188"/>
                    </a:cubicBezTo>
                    <a:cubicBezTo>
                      <a:pt x="5440" y="4418"/>
                      <a:pt x="5228" y="2349"/>
                      <a:pt x="5077" y="1699"/>
                    </a:cubicBezTo>
                    <a:cubicBezTo>
                      <a:pt x="4922" y="1040"/>
                      <a:pt x="4780" y="134"/>
                      <a:pt x="2824" y="11"/>
                    </a:cubicBezTo>
                    <a:cubicBezTo>
                      <a:pt x="2708" y="4"/>
                      <a:pt x="2597" y="0"/>
                      <a:pt x="2492" y="0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33"/>
              <p:cNvSpPr/>
              <p:nvPr/>
            </p:nvSpPr>
            <p:spPr>
              <a:xfrm>
                <a:off x="5071125" y="2267300"/>
                <a:ext cx="73525" cy="67225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2689" extrusionOk="0">
                    <a:moveTo>
                      <a:pt x="2750" y="1"/>
                    </a:moveTo>
                    <a:cubicBezTo>
                      <a:pt x="2748" y="1"/>
                      <a:pt x="2746" y="1"/>
                      <a:pt x="2745" y="1"/>
                    </a:cubicBezTo>
                    <a:cubicBezTo>
                      <a:pt x="2726" y="4"/>
                      <a:pt x="2710" y="20"/>
                      <a:pt x="2713" y="39"/>
                    </a:cubicBezTo>
                    <a:cubicBezTo>
                      <a:pt x="2716" y="48"/>
                      <a:pt x="2868" y="1149"/>
                      <a:pt x="2193" y="1900"/>
                    </a:cubicBezTo>
                    <a:cubicBezTo>
                      <a:pt x="1764" y="2379"/>
                      <a:pt x="1100" y="2620"/>
                      <a:pt x="217" y="2620"/>
                    </a:cubicBezTo>
                    <a:cubicBezTo>
                      <a:pt x="157" y="2620"/>
                      <a:pt x="96" y="2619"/>
                      <a:pt x="35" y="2616"/>
                    </a:cubicBezTo>
                    <a:cubicBezTo>
                      <a:pt x="16" y="2616"/>
                      <a:pt x="0" y="2632"/>
                      <a:pt x="0" y="2651"/>
                    </a:cubicBezTo>
                    <a:cubicBezTo>
                      <a:pt x="0" y="2670"/>
                      <a:pt x="16" y="2686"/>
                      <a:pt x="35" y="2686"/>
                    </a:cubicBezTo>
                    <a:cubicBezTo>
                      <a:pt x="101" y="2689"/>
                      <a:pt x="161" y="2689"/>
                      <a:pt x="224" y="2689"/>
                    </a:cubicBezTo>
                    <a:cubicBezTo>
                      <a:pt x="1129" y="2689"/>
                      <a:pt x="1811" y="2440"/>
                      <a:pt x="2243" y="1954"/>
                    </a:cubicBezTo>
                    <a:cubicBezTo>
                      <a:pt x="2940" y="1172"/>
                      <a:pt x="2783" y="45"/>
                      <a:pt x="2783" y="33"/>
                    </a:cubicBezTo>
                    <a:cubicBezTo>
                      <a:pt x="2780" y="15"/>
                      <a:pt x="2766" y="1"/>
                      <a:pt x="2750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33"/>
              <p:cNvSpPr/>
              <p:nvPr/>
            </p:nvSpPr>
            <p:spPr>
              <a:xfrm>
                <a:off x="4992175" y="2257850"/>
                <a:ext cx="101675" cy="118200"/>
              </a:xfrm>
              <a:custGeom>
                <a:avLst/>
                <a:gdLst/>
                <a:ahLst/>
                <a:cxnLst/>
                <a:rect l="l" t="t" r="r" b="b"/>
                <a:pathLst>
                  <a:path w="4067" h="4728" extrusionOk="0">
                    <a:moveTo>
                      <a:pt x="1171" y="1"/>
                    </a:moveTo>
                    <a:lnTo>
                      <a:pt x="0" y="502"/>
                    </a:lnTo>
                    <a:cubicBezTo>
                      <a:pt x="0" y="502"/>
                      <a:pt x="1584" y="3868"/>
                      <a:pt x="2057" y="4345"/>
                    </a:cubicBezTo>
                    <a:cubicBezTo>
                      <a:pt x="2330" y="4621"/>
                      <a:pt x="2726" y="4728"/>
                      <a:pt x="3075" y="4728"/>
                    </a:cubicBezTo>
                    <a:cubicBezTo>
                      <a:pt x="3330" y="4728"/>
                      <a:pt x="3560" y="4671"/>
                      <a:pt x="3698" y="4581"/>
                    </a:cubicBezTo>
                    <a:cubicBezTo>
                      <a:pt x="4026" y="4373"/>
                      <a:pt x="4067" y="3884"/>
                      <a:pt x="4067" y="3884"/>
                    </a:cubicBezTo>
                    <a:cubicBezTo>
                      <a:pt x="4067" y="3884"/>
                      <a:pt x="2906" y="3461"/>
                      <a:pt x="2638" y="3455"/>
                    </a:cubicBezTo>
                    <a:cubicBezTo>
                      <a:pt x="2373" y="3442"/>
                      <a:pt x="1171" y="1"/>
                      <a:pt x="1171" y="1"/>
                    </a:cubicBezTo>
                    <a:close/>
                  </a:path>
                </a:pathLst>
              </a:custGeom>
              <a:solidFill>
                <a:srgbClr val="CC7B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33"/>
              <p:cNvSpPr/>
              <p:nvPr/>
            </p:nvSpPr>
            <p:spPr>
              <a:xfrm>
                <a:off x="4979075" y="2192150"/>
                <a:ext cx="49075" cy="86625"/>
              </a:xfrm>
              <a:custGeom>
                <a:avLst/>
                <a:gdLst/>
                <a:ahLst/>
                <a:cxnLst/>
                <a:rect l="l" t="t" r="r" b="b"/>
                <a:pathLst>
                  <a:path w="1963" h="3465" extrusionOk="0">
                    <a:moveTo>
                      <a:pt x="319" y="1"/>
                    </a:moveTo>
                    <a:cubicBezTo>
                      <a:pt x="319" y="1"/>
                      <a:pt x="16" y="408"/>
                      <a:pt x="7" y="1162"/>
                    </a:cubicBezTo>
                    <a:cubicBezTo>
                      <a:pt x="1" y="1916"/>
                      <a:pt x="146" y="2789"/>
                      <a:pt x="319" y="3465"/>
                    </a:cubicBezTo>
                    <a:cubicBezTo>
                      <a:pt x="319" y="3465"/>
                      <a:pt x="1546" y="3436"/>
                      <a:pt x="1963" y="2755"/>
                    </a:cubicBezTo>
                    <a:cubicBezTo>
                      <a:pt x="1963" y="2755"/>
                      <a:pt x="1543" y="1591"/>
                      <a:pt x="1534" y="1143"/>
                    </a:cubicBezTo>
                    <a:cubicBezTo>
                      <a:pt x="1524" y="695"/>
                      <a:pt x="1067" y="190"/>
                      <a:pt x="319" y="1"/>
                    </a:cubicBez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33"/>
              <p:cNvSpPr/>
              <p:nvPr/>
            </p:nvSpPr>
            <p:spPr>
              <a:xfrm>
                <a:off x="5001150" y="2188825"/>
                <a:ext cx="28900" cy="83325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3333" extrusionOk="0">
                    <a:moveTo>
                      <a:pt x="36" y="0"/>
                    </a:moveTo>
                    <a:cubicBezTo>
                      <a:pt x="27" y="0"/>
                      <a:pt x="18" y="3"/>
                      <a:pt x="10" y="7"/>
                    </a:cubicBezTo>
                    <a:cubicBezTo>
                      <a:pt x="1" y="23"/>
                      <a:pt x="1" y="45"/>
                      <a:pt x="10" y="61"/>
                    </a:cubicBezTo>
                    <a:cubicBezTo>
                      <a:pt x="20" y="67"/>
                      <a:pt x="764" y="853"/>
                      <a:pt x="1048" y="2828"/>
                    </a:cubicBezTo>
                    <a:cubicBezTo>
                      <a:pt x="1048" y="2831"/>
                      <a:pt x="1067" y="3017"/>
                      <a:pt x="512" y="3266"/>
                    </a:cubicBezTo>
                    <a:cubicBezTo>
                      <a:pt x="493" y="3273"/>
                      <a:pt x="484" y="3292"/>
                      <a:pt x="493" y="3314"/>
                    </a:cubicBezTo>
                    <a:cubicBezTo>
                      <a:pt x="496" y="3326"/>
                      <a:pt x="512" y="3333"/>
                      <a:pt x="525" y="3333"/>
                    </a:cubicBezTo>
                    <a:cubicBezTo>
                      <a:pt x="528" y="3333"/>
                      <a:pt x="531" y="3333"/>
                      <a:pt x="543" y="3329"/>
                    </a:cubicBezTo>
                    <a:cubicBezTo>
                      <a:pt x="1155" y="3055"/>
                      <a:pt x="1124" y="2837"/>
                      <a:pt x="1121" y="2815"/>
                    </a:cubicBezTo>
                    <a:cubicBezTo>
                      <a:pt x="831" y="812"/>
                      <a:pt x="95" y="39"/>
                      <a:pt x="64" y="7"/>
                    </a:cubicBezTo>
                    <a:cubicBezTo>
                      <a:pt x="54" y="3"/>
                      <a:pt x="45" y="0"/>
                      <a:pt x="36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86" name="Google Shape;586;p33"/>
            <p:cNvSpPr/>
            <p:nvPr/>
          </p:nvSpPr>
          <p:spPr>
            <a:xfrm flipH="1">
              <a:off x="3803108" y="3499974"/>
              <a:ext cx="720919" cy="418611"/>
            </a:xfrm>
            <a:custGeom>
              <a:avLst/>
              <a:gdLst/>
              <a:ahLst/>
              <a:cxnLst/>
              <a:rect l="l" t="t" r="r" b="b"/>
              <a:pathLst>
                <a:path w="8740" h="5075" extrusionOk="0">
                  <a:moveTo>
                    <a:pt x="3537" y="0"/>
                  </a:moveTo>
                  <a:cubicBezTo>
                    <a:pt x="3524" y="0"/>
                    <a:pt x="3512" y="2"/>
                    <a:pt x="3499" y="5"/>
                  </a:cubicBezTo>
                  <a:cubicBezTo>
                    <a:pt x="3253" y="75"/>
                    <a:pt x="3216" y="860"/>
                    <a:pt x="3389" y="2352"/>
                  </a:cubicBezTo>
                  <a:cubicBezTo>
                    <a:pt x="3226" y="2109"/>
                    <a:pt x="2535" y="1093"/>
                    <a:pt x="2140" y="1093"/>
                  </a:cubicBezTo>
                  <a:cubicBezTo>
                    <a:pt x="2114" y="1093"/>
                    <a:pt x="2090" y="1097"/>
                    <a:pt x="2067" y="1106"/>
                  </a:cubicBezTo>
                  <a:cubicBezTo>
                    <a:pt x="1597" y="1289"/>
                    <a:pt x="2039" y="3356"/>
                    <a:pt x="2067" y="3491"/>
                  </a:cubicBezTo>
                  <a:cubicBezTo>
                    <a:pt x="1687" y="3290"/>
                    <a:pt x="1317" y="3208"/>
                    <a:pt x="1004" y="3208"/>
                  </a:cubicBezTo>
                  <a:cubicBezTo>
                    <a:pt x="578" y="3208"/>
                    <a:pt x="257" y="3360"/>
                    <a:pt x="159" y="3567"/>
                  </a:cubicBezTo>
                  <a:cubicBezTo>
                    <a:pt x="1" y="3892"/>
                    <a:pt x="320" y="4630"/>
                    <a:pt x="1039" y="5069"/>
                  </a:cubicBezTo>
                  <a:cubicBezTo>
                    <a:pt x="1489" y="5073"/>
                    <a:pt x="1938" y="5075"/>
                    <a:pt x="2388" y="5075"/>
                  </a:cubicBezTo>
                  <a:cubicBezTo>
                    <a:pt x="3896" y="5075"/>
                    <a:pt x="5404" y="5056"/>
                    <a:pt x="6915" y="5056"/>
                  </a:cubicBezTo>
                  <a:cubicBezTo>
                    <a:pt x="7256" y="5056"/>
                    <a:pt x="7597" y="5057"/>
                    <a:pt x="7938" y="5059"/>
                  </a:cubicBezTo>
                  <a:cubicBezTo>
                    <a:pt x="8531" y="3759"/>
                    <a:pt x="8739" y="3050"/>
                    <a:pt x="8563" y="2936"/>
                  </a:cubicBezTo>
                  <a:cubicBezTo>
                    <a:pt x="8546" y="2925"/>
                    <a:pt x="8525" y="2919"/>
                    <a:pt x="8501" y="2919"/>
                  </a:cubicBezTo>
                  <a:cubicBezTo>
                    <a:pt x="8328" y="2919"/>
                    <a:pt x="7970" y="3208"/>
                    <a:pt x="7427" y="3778"/>
                  </a:cubicBezTo>
                  <a:cubicBezTo>
                    <a:pt x="7320" y="3176"/>
                    <a:pt x="6951" y="1176"/>
                    <a:pt x="6472" y="1176"/>
                  </a:cubicBezTo>
                  <a:cubicBezTo>
                    <a:pt x="6472" y="1176"/>
                    <a:pt x="6472" y="1176"/>
                    <a:pt x="6471" y="1176"/>
                  </a:cubicBezTo>
                  <a:cubicBezTo>
                    <a:pt x="6090" y="1179"/>
                    <a:pt x="5802" y="2472"/>
                    <a:pt x="5664" y="3195"/>
                  </a:cubicBezTo>
                  <a:cubicBezTo>
                    <a:pt x="5389" y="1217"/>
                    <a:pt x="5105" y="226"/>
                    <a:pt x="4821" y="226"/>
                  </a:cubicBezTo>
                  <a:cubicBezTo>
                    <a:pt x="4673" y="226"/>
                    <a:pt x="4525" y="482"/>
                    <a:pt x="4380" y="996"/>
                  </a:cubicBezTo>
                  <a:cubicBezTo>
                    <a:pt x="4000" y="328"/>
                    <a:pt x="3719" y="0"/>
                    <a:pt x="3537" y="0"/>
                  </a:cubicBezTo>
                  <a:close/>
                </a:path>
              </a:pathLst>
            </a:custGeom>
            <a:solidFill>
              <a:srgbClr val="1A75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7" name="Google Shape;587;p33"/>
            <p:cNvGrpSpPr/>
            <p:nvPr/>
          </p:nvGrpSpPr>
          <p:grpSpPr>
            <a:xfrm>
              <a:off x="3552650" y="3464992"/>
              <a:ext cx="488023" cy="488585"/>
              <a:chOff x="4683550" y="1106675"/>
              <a:chExt cx="195475" cy="195700"/>
            </a:xfrm>
          </p:grpSpPr>
          <p:sp>
            <p:nvSpPr>
              <p:cNvPr id="588" name="Google Shape;588;p33"/>
              <p:cNvSpPr/>
              <p:nvPr/>
            </p:nvSpPr>
            <p:spPr>
              <a:xfrm>
                <a:off x="4683550" y="1106675"/>
                <a:ext cx="195475" cy="195700"/>
              </a:xfrm>
              <a:custGeom>
                <a:avLst/>
                <a:gdLst/>
                <a:ahLst/>
                <a:cxnLst/>
                <a:rect l="l" t="t" r="r" b="b"/>
                <a:pathLst>
                  <a:path w="7819" h="7828" extrusionOk="0">
                    <a:moveTo>
                      <a:pt x="5916" y="1"/>
                    </a:moveTo>
                    <a:cubicBezTo>
                      <a:pt x="5679" y="1"/>
                      <a:pt x="5479" y="217"/>
                      <a:pt x="5342" y="421"/>
                    </a:cubicBezTo>
                    <a:cubicBezTo>
                      <a:pt x="4774" y="1269"/>
                      <a:pt x="4427" y="2250"/>
                      <a:pt x="4212" y="3250"/>
                    </a:cubicBezTo>
                    <a:cubicBezTo>
                      <a:pt x="4001" y="4247"/>
                      <a:pt x="3909" y="5285"/>
                      <a:pt x="3827" y="6301"/>
                    </a:cubicBezTo>
                    <a:cubicBezTo>
                      <a:pt x="3862" y="5541"/>
                      <a:pt x="3670" y="4774"/>
                      <a:pt x="3279" y="4121"/>
                    </a:cubicBezTo>
                    <a:cubicBezTo>
                      <a:pt x="3190" y="3976"/>
                      <a:pt x="3092" y="3828"/>
                      <a:pt x="2954" y="3727"/>
                    </a:cubicBezTo>
                    <a:cubicBezTo>
                      <a:pt x="2847" y="3645"/>
                      <a:pt x="2712" y="3592"/>
                      <a:pt x="2580" y="3592"/>
                    </a:cubicBezTo>
                    <a:cubicBezTo>
                      <a:pt x="2544" y="3592"/>
                      <a:pt x="2509" y="3596"/>
                      <a:pt x="2474" y="3604"/>
                    </a:cubicBezTo>
                    <a:cubicBezTo>
                      <a:pt x="2304" y="3648"/>
                      <a:pt x="2171" y="3790"/>
                      <a:pt x="2096" y="3951"/>
                    </a:cubicBezTo>
                    <a:cubicBezTo>
                      <a:pt x="2020" y="4112"/>
                      <a:pt x="2001" y="4295"/>
                      <a:pt x="1988" y="4471"/>
                    </a:cubicBezTo>
                    <a:cubicBezTo>
                      <a:pt x="1935" y="5323"/>
                      <a:pt x="2067" y="6244"/>
                      <a:pt x="2354" y="7052"/>
                    </a:cubicBezTo>
                    <a:cubicBezTo>
                      <a:pt x="1988" y="6541"/>
                      <a:pt x="1493" y="6131"/>
                      <a:pt x="928" y="5869"/>
                    </a:cubicBezTo>
                    <a:cubicBezTo>
                      <a:pt x="793" y="5806"/>
                      <a:pt x="651" y="5746"/>
                      <a:pt x="502" y="5746"/>
                    </a:cubicBezTo>
                    <a:cubicBezTo>
                      <a:pt x="351" y="5746"/>
                      <a:pt x="193" y="5809"/>
                      <a:pt x="121" y="5935"/>
                    </a:cubicBezTo>
                    <a:cubicBezTo>
                      <a:pt x="1" y="6131"/>
                      <a:pt x="111" y="6383"/>
                      <a:pt x="231" y="6579"/>
                    </a:cubicBezTo>
                    <a:cubicBezTo>
                      <a:pt x="506" y="7030"/>
                      <a:pt x="875" y="7456"/>
                      <a:pt x="1253" y="7828"/>
                    </a:cubicBezTo>
                    <a:cubicBezTo>
                      <a:pt x="2919" y="7825"/>
                      <a:pt x="4585" y="7815"/>
                      <a:pt x="6253" y="7809"/>
                    </a:cubicBezTo>
                    <a:cubicBezTo>
                      <a:pt x="6973" y="7134"/>
                      <a:pt x="7459" y="6083"/>
                      <a:pt x="7717" y="5134"/>
                    </a:cubicBezTo>
                    <a:cubicBezTo>
                      <a:pt x="7787" y="4885"/>
                      <a:pt x="7818" y="4585"/>
                      <a:pt x="7635" y="4408"/>
                    </a:cubicBezTo>
                    <a:cubicBezTo>
                      <a:pt x="7547" y="4323"/>
                      <a:pt x="7435" y="4290"/>
                      <a:pt x="7315" y="4290"/>
                    </a:cubicBezTo>
                    <a:cubicBezTo>
                      <a:pt x="7150" y="4290"/>
                      <a:pt x="6970" y="4352"/>
                      <a:pt x="6818" y="4427"/>
                    </a:cubicBezTo>
                    <a:cubicBezTo>
                      <a:pt x="6152" y="4768"/>
                      <a:pt x="5597" y="5244"/>
                      <a:pt x="5219" y="5891"/>
                    </a:cubicBezTo>
                    <a:cubicBezTo>
                      <a:pt x="5856" y="4295"/>
                      <a:pt x="6247" y="2597"/>
                      <a:pt x="6370" y="884"/>
                    </a:cubicBezTo>
                    <a:cubicBezTo>
                      <a:pt x="6383" y="705"/>
                      <a:pt x="6389" y="528"/>
                      <a:pt x="6339" y="364"/>
                    </a:cubicBezTo>
                    <a:cubicBezTo>
                      <a:pt x="6288" y="197"/>
                      <a:pt x="6156" y="42"/>
                      <a:pt x="5988" y="7"/>
                    </a:cubicBezTo>
                    <a:cubicBezTo>
                      <a:pt x="5964" y="3"/>
                      <a:pt x="5940" y="1"/>
                      <a:pt x="5916" y="1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33"/>
              <p:cNvSpPr/>
              <p:nvPr/>
            </p:nvSpPr>
            <p:spPr>
              <a:xfrm>
                <a:off x="4792625" y="1137300"/>
                <a:ext cx="33325" cy="143725"/>
              </a:xfrm>
              <a:custGeom>
                <a:avLst/>
                <a:gdLst/>
                <a:ahLst/>
                <a:cxnLst/>
                <a:rect l="l" t="t" r="r" b="b"/>
                <a:pathLst>
                  <a:path w="1333" h="5749" extrusionOk="0">
                    <a:moveTo>
                      <a:pt x="1263" y="0"/>
                    </a:moveTo>
                    <a:cubicBezTo>
                      <a:pt x="1250" y="29"/>
                      <a:pt x="300" y="2710"/>
                      <a:pt x="1" y="5739"/>
                    </a:cubicBezTo>
                    <a:lnTo>
                      <a:pt x="76" y="5748"/>
                    </a:lnTo>
                    <a:cubicBezTo>
                      <a:pt x="376" y="2726"/>
                      <a:pt x="1323" y="57"/>
                      <a:pt x="1332" y="29"/>
                    </a:cubicBezTo>
                    <a:lnTo>
                      <a:pt x="1263" y="0"/>
                    </a:ln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33"/>
              <p:cNvSpPr/>
              <p:nvPr/>
            </p:nvSpPr>
            <p:spPr>
              <a:xfrm>
                <a:off x="4824100" y="1226325"/>
                <a:ext cx="40400" cy="60050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2402" extrusionOk="0">
                    <a:moveTo>
                      <a:pt x="1568" y="1"/>
                    </a:moveTo>
                    <a:cubicBezTo>
                      <a:pt x="1556" y="10"/>
                      <a:pt x="452" y="897"/>
                      <a:pt x="0" y="2379"/>
                    </a:cubicBezTo>
                    <a:lnTo>
                      <a:pt x="73" y="2402"/>
                    </a:lnTo>
                    <a:cubicBezTo>
                      <a:pt x="521" y="944"/>
                      <a:pt x="1603" y="73"/>
                      <a:pt x="1616" y="61"/>
                    </a:cubicBezTo>
                    <a:lnTo>
                      <a:pt x="1568" y="1"/>
                    </a:ln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33"/>
              <p:cNvSpPr/>
              <p:nvPr/>
            </p:nvSpPr>
            <p:spPr>
              <a:xfrm>
                <a:off x="4747275" y="1217900"/>
                <a:ext cx="14150" cy="65250"/>
              </a:xfrm>
              <a:custGeom>
                <a:avLst/>
                <a:gdLst/>
                <a:ahLst/>
                <a:cxnLst/>
                <a:rect l="l" t="t" r="r" b="b"/>
                <a:pathLst>
                  <a:path w="566" h="2610" extrusionOk="0">
                    <a:moveTo>
                      <a:pt x="70" y="0"/>
                    </a:moveTo>
                    <a:lnTo>
                      <a:pt x="1" y="22"/>
                    </a:lnTo>
                    <a:cubicBezTo>
                      <a:pt x="4" y="38"/>
                      <a:pt x="490" y="1455"/>
                      <a:pt x="461" y="2609"/>
                    </a:cubicBezTo>
                    <a:lnTo>
                      <a:pt x="537" y="2609"/>
                    </a:lnTo>
                    <a:cubicBezTo>
                      <a:pt x="565" y="1439"/>
                      <a:pt x="76" y="10"/>
                      <a:pt x="70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Google Shape;592;p33"/>
              <p:cNvSpPr/>
              <p:nvPr/>
            </p:nvSpPr>
            <p:spPr>
              <a:xfrm>
                <a:off x="4699575" y="1264025"/>
                <a:ext cx="30850" cy="31350"/>
              </a:xfrm>
              <a:custGeom>
                <a:avLst/>
                <a:gdLst/>
                <a:ahLst/>
                <a:cxnLst/>
                <a:rect l="l" t="t" r="r" b="b"/>
                <a:pathLst>
                  <a:path w="1234" h="1254" extrusionOk="0">
                    <a:moveTo>
                      <a:pt x="35" y="1"/>
                    </a:moveTo>
                    <a:lnTo>
                      <a:pt x="0" y="67"/>
                    </a:lnTo>
                    <a:cubicBezTo>
                      <a:pt x="3" y="70"/>
                      <a:pt x="647" y="433"/>
                      <a:pt x="1171" y="1253"/>
                    </a:cubicBezTo>
                    <a:lnTo>
                      <a:pt x="1234" y="1209"/>
                    </a:lnTo>
                    <a:cubicBezTo>
                      <a:pt x="701" y="373"/>
                      <a:pt x="44" y="4"/>
                      <a:pt x="35" y="1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93" name="Google Shape;593;p33"/>
            <p:cNvSpPr/>
            <p:nvPr/>
          </p:nvSpPr>
          <p:spPr>
            <a:xfrm>
              <a:off x="659767" y="3499974"/>
              <a:ext cx="720919" cy="418611"/>
            </a:xfrm>
            <a:custGeom>
              <a:avLst/>
              <a:gdLst/>
              <a:ahLst/>
              <a:cxnLst/>
              <a:rect l="l" t="t" r="r" b="b"/>
              <a:pathLst>
                <a:path w="8740" h="5075" extrusionOk="0">
                  <a:moveTo>
                    <a:pt x="3537" y="0"/>
                  </a:moveTo>
                  <a:cubicBezTo>
                    <a:pt x="3524" y="0"/>
                    <a:pt x="3512" y="2"/>
                    <a:pt x="3499" y="5"/>
                  </a:cubicBezTo>
                  <a:cubicBezTo>
                    <a:pt x="3253" y="75"/>
                    <a:pt x="3216" y="860"/>
                    <a:pt x="3389" y="2352"/>
                  </a:cubicBezTo>
                  <a:cubicBezTo>
                    <a:pt x="3226" y="2109"/>
                    <a:pt x="2535" y="1093"/>
                    <a:pt x="2140" y="1093"/>
                  </a:cubicBezTo>
                  <a:cubicBezTo>
                    <a:pt x="2114" y="1093"/>
                    <a:pt x="2090" y="1097"/>
                    <a:pt x="2067" y="1106"/>
                  </a:cubicBezTo>
                  <a:cubicBezTo>
                    <a:pt x="1597" y="1289"/>
                    <a:pt x="2039" y="3356"/>
                    <a:pt x="2067" y="3491"/>
                  </a:cubicBezTo>
                  <a:cubicBezTo>
                    <a:pt x="1687" y="3290"/>
                    <a:pt x="1317" y="3208"/>
                    <a:pt x="1004" y="3208"/>
                  </a:cubicBezTo>
                  <a:cubicBezTo>
                    <a:pt x="578" y="3208"/>
                    <a:pt x="257" y="3360"/>
                    <a:pt x="159" y="3567"/>
                  </a:cubicBezTo>
                  <a:cubicBezTo>
                    <a:pt x="1" y="3892"/>
                    <a:pt x="320" y="4630"/>
                    <a:pt x="1039" y="5069"/>
                  </a:cubicBezTo>
                  <a:cubicBezTo>
                    <a:pt x="1489" y="5073"/>
                    <a:pt x="1938" y="5075"/>
                    <a:pt x="2388" y="5075"/>
                  </a:cubicBezTo>
                  <a:cubicBezTo>
                    <a:pt x="3896" y="5075"/>
                    <a:pt x="5404" y="5056"/>
                    <a:pt x="6915" y="5056"/>
                  </a:cubicBezTo>
                  <a:cubicBezTo>
                    <a:pt x="7256" y="5056"/>
                    <a:pt x="7597" y="5057"/>
                    <a:pt x="7938" y="5059"/>
                  </a:cubicBezTo>
                  <a:cubicBezTo>
                    <a:pt x="8531" y="3759"/>
                    <a:pt x="8739" y="3050"/>
                    <a:pt x="8563" y="2936"/>
                  </a:cubicBezTo>
                  <a:cubicBezTo>
                    <a:pt x="8546" y="2925"/>
                    <a:pt x="8525" y="2919"/>
                    <a:pt x="8501" y="2919"/>
                  </a:cubicBezTo>
                  <a:cubicBezTo>
                    <a:pt x="8328" y="2919"/>
                    <a:pt x="7970" y="3208"/>
                    <a:pt x="7427" y="3778"/>
                  </a:cubicBezTo>
                  <a:cubicBezTo>
                    <a:pt x="7320" y="3176"/>
                    <a:pt x="6951" y="1176"/>
                    <a:pt x="6472" y="1176"/>
                  </a:cubicBezTo>
                  <a:cubicBezTo>
                    <a:pt x="6472" y="1176"/>
                    <a:pt x="6472" y="1176"/>
                    <a:pt x="6471" y="1176"/>
                  </a:cubicBezTo>
                  <a:cubicBezTo>
                    <a:pt x="6090" y="1179"/>
                    <a:pt x="5802" y="2472"/>
                    <a:pt x="5664" y="3195"/>
                  </a:cubicBezTo>
                  <a:cubicBezTo>
                    <a:pt x="5389" y="1217"/>
                    <a:pt x="5105" y="226"/>
                    <a:pt x="4821" y="226"/>
                  </a:cubicBezTo>
                  <a:cubicBezTo>
                    <a:pt x="4673" y="226"/>
                    <a:pt x="4525" y="482"/>
                    <a:pt x="4380" y="996"/>
                  </a:cubicBezTo>
                  <a:cubicBezTo>
                    <a:pt x="4000" y="328"/>
                    <a:pt x="3719" y="0"/>
                    <a:pt x="3537" y="0"/>
                  </a:cubicBezTo>
                  <a:close/>
                </a:path>
              </a:pathLst>
            </a:custGeom>
            <a:solidFill>
              <a:srgbClr val="1A75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8" name="Google Shape;598;p34"/>
          <p:cNvGrpSpPr/>
          <p:nvPr/>
        </p:nvGrpSpPr>
        <p:grpSpPr>
          <a:xfrm>
            <a:off x="115946" y="3492455"/>
            <a:ext cx="2477933" cy="1506480"/>
            <a:chOff x="231094" y="1905849"/>
            <a:chExt cx="3922022" cy="2732101"/>
          </a:xfrm>
        </p:grpSpPr>
        <p:grpSp>
          <p:nvGrpSpPr>
            <p:cNvPr id="599" name="Google Shape;599;p34"/>
            <p:cNvGrpSpPr/>
            <p:nvPr/>
          </p:nvGrpSpPr>
          <p:grpSpPr>
            <a:xfrm>
              <a:off x="498250" y="1905849"/>
              <a:ext cx="3276600" cy="2428200"/>
              <a:chOff x="498250" y="1982049"/>
              <a:chExt cx="3276600" cy="2428200"/>
            </a:xfrm>
          </p:grpSpPr>
          <p:sp>
            <p:nvSpPr>
              <p:cNvPr id="600" name="Google Shape;600;p34"/>
              <p:cNvSpPr/>
              <p:nvPr/>
            </p:nvSpPr>
            <p:spPr>
              <a:xfrm>
                <a:off x="498250" y="1982049"/>
                <a:ext cx="634500" cy="24282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34"/>
              <p:cNvSpPr/>
              <p:nvPr/>
            </p:nvSpPr>
            <p:spPr>
              <a:xfrm>
                <a:off x="1132750" y="2297200"/>
                <a:ext cx="394500" cy="21129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34"/>
              <p:cNvSpPr/>
              <p:nvPr/>
            </p:nvSpPr>
            <p:spPr>
              <a:xfrm>
                <a:off x="1527250" y="3487825"/>
                <a:ext cx="762900" cy="9222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34"/>
              <p:cNvSpPr/>
              <p:nvPr/>
            </p:nvSpPr>
            <p:spPr>
              <a:xfrm>
                <a:off x="2288650" y="2654475"/>
                <a:ext cx="538800" cy="17556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604;p34"/>
              <p:cNvSpPr/>
              <p:nvPr/>
            </p:nvSpPr>
            <p:spPr>
              <a:xfrm>
                <a:off x="2823250" y="3270725"/>
                <a:ext cx="951600" cy="11394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05" name="Google Shape;605;p34"/>
            <p:cNvSpPr/>
            <p:nvPr/>
          </p:nvSpPr>
          <p:spPr>
            <a:xfrm>
              <a:off x="461346" y="4048723"/>
              <a:ext cx="708268" cy="411278"/>
            </a:xfrm>
            <a:custGeom>
              <a:avLst/>
              <a:gdLst/>
              <a:ahLst/>
              <a:cxnLst/>
              <a:rect l="l" t="t" r="r" b="b"/>
              <a:pathLst>
                <a:path w="8740" h="5075" extrusionOk="0">
                  <a:moveTo>
                    <a:pt x="3537" y="0"/>
                  </a:moveTo>
                  <a:cubicBezTo>
                    <a:pt x="3524" y="0"/>
                    <a:pt x="3512" y="2"/>
                    <a:pt x="3499" y="5"/>
                  </a:cubicBezTo>
                  <a:cubicBezTo>
                    <a:pt x="3253" y="75"/>
                    <a:pt x="3216" y="860"/>
                    <a:pt x="3389" y="2352"/>
                  </a:cubicBezTo>
                  <a:cubicBezTo>
                    <a:pt x="3226" y="2109"/>
                    <a:pt x="2535" y="1093"/>
                    <a:pt x="2140" y="1093"/>
                  </a:cubicBezTo>
                  <a:cubicBezTo>
                    <a:pt x="2114" y="1093"/>
                    <a:pt x="2090" y="1097"/>
                    <a:pt x="2067" y="1106"/>
                  </a:cubicBezTo>
                  <a:cubicBezTo>
                    <a:pt x="1597" y="1289"/>
                    <a:pt x="2039" y="3356"/>
                    <a:pt x="2067" y="3491"/>
                  </a:cubicBezTo>
                  <a:cubicBezTo>
                    <a:pt x="1687" y="3290"/>
                    <a:pt x="1317" y="3208"/>
                    <a:pt x="1004" y="3208"/>
                  </a:cubicBezTo>
                  <a:cubicBezTo>
                    <a:pt x="578" y="3208"/>
                    <a:pt x="257" y="3360"/>
                    <a:pt x="159" y="3567"/>
                  </a:cubicBezTo>
                  <a:cubicBezTo>
                    <a:pt x="1" y="3892"/>
                    <a:pt x="320" y="4630"/>
                    <a:pt x="1039" y="5069"/>
                  </a:cubicBezTo>
                  <a:cubicBezTo>
                    <a:pt x="1489" y="5073"/>
                    <a:pt x="1938" y="5075"/>
                    <a:pt x="2388" y="5075"/>
                  </a:cubicBezTo>
                  <a:cubicBezTo>
                    <a:pt x="3896" y="5075"/>
                    <a:pt x="5404" y="5056"/>
                    <a:pt x="6915" y="5056"/>
                  </a:cubicBezTo>
                  <a:cubicBezTo>
                    <a:pt x="7256" y="5056"/>
                    <a:pt x="7597" y="5057"/>
                    <a:pt x="7938" y="5059"/>
                  </a:cubicBezTo>
                  <a:cubicBezTo>
                    <a:pt x="8531" y="3759"/>
                    <a:pt x="8739" y="3050"/>
                    <a:pt x="8563" y="2936"/>
                  </a:cubicBezTo>
                  <a:cubicBezTo>
                    <a:pt x="8546" y="2925"/>
                    <a:pt x="8525" y="2919"/>
                    <a:pt x="8501" y="2919"/>
                  </a:cubicBezTo>
                  <a:cubicBezTo>
                    <a:pt x="8328" y="2919"/>
                    <a:pt x="7970" y="3208"/>
                    <a:pt x="7427" y="3778"/>
                  </a:cubicBezTo>
                  <a:cubicBezTo>
                    <a:pt x="7320" y="3176"/>
                    <a:pt x="6951" y="1176"/>
                    <a:pt x="6472" y="1176"/>
                  </a:cubicBezTo>
                  <a:cubicBezTo>
                    <a:pt x="6472" y="1176"/>
                    <a:pt x="6472" y="1176"/>
                    <a:pt x="6471" y="1176"/>
                  </a:cubicBezTo>
                  <a:cubicBezTo>
                    <a:pt x="6090" y="1179"/>
                    <a:pt x="5802" y="2472"/>
                    <a:pt x="5664" y="3195"/>
                  </a:cubicBezTo>
                  <a:cubicBezTo>
                    <a:pt x="5389" y="1217"/>
                    <a:pt x="5105" y="226"/>
                    <a:pt x="4821" y="226"/>
                  </a:cubicBezTo>
                  <a:cubicBezTo>
                    <a:pt x="4673" y="226"/>
                    <a:pt x="4525" y="482"/>
                    <a:pt x="4380" y="996"/>
                  </a:cubicBezTo>
                  <a:cubicBezTo>
                    <a:pt x="4000" y="328"/>
                    <a:pt x="3719" y="0"/>
                    <a:pt x="3537" y="0"/>
                  </a:cubicBezTo>
                  <a:close/>
                </a:path>
              </a:pathLst>
            </a:custGeom>
            <a:solidFill>
              <a:srgbClr val="1A75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6" name="Google Shape;606;p34"/>
            <p:cNvGrpSpPr/>
            <p:nvPr/>
          </p:nvGrpSpPr>
          <p:grpSpPr>
            <a:xfrm>
              <a:off x="3614289" y="3919979"/>
              <a:ext cx="538827" cy="539447"/>
              <a:chOff x="4683550" y="1106675"/>
              <a:chExt cx="195475" cy="195700"/>
            </a:xfrm>
          </p:grpSpPr>
          <p:sp>
            <p:nvSpPr>
              <p:cNvPr id="607" name="Google Shape;607;p34"/>
              <p:cNvSpPr/>
              <p:nvPr/>
            </p:nvSpPr>
            <p:spPr>
              <a:xfrm>
                <a:off x="4683550" y="1106675"/>
                <a:ext cx="195475" cy="195700"/>
              </a:xfrm>
              <a:custGeom>
                <a:avLst/>
                <a:gdLst/>
                <a:ahLst/>
                <a:cxnLst/>
                <a:rect l="l" t="t" r="r" b="b"/>
                <a:pathLst>
                  <a:path w="7819" h="7828" extrusionOk="0">
                    <a:moveTo>
                      <a:pt x="5916" y="1"/>
                    </a:moveTo>
                    <a:cubicBezTo>
                      <a:pt x="5679" y="1"/>
                      <a:pt x="5479" y="217"/>
                      <a:pt x="5342" y="421"/>
                    </a:cubicBezTo>
                    <a:cubicBezTo>
                      <a:pt x="4774" y="1269"/>
                      <a:pt x="4427" y="2250"/>
                      <a:pt x="4212" y="3250"/>
                    </a:cubicBezTo>
                    <a:cubicBezTo>
                      <a:pt x="4001" y="4247"/>
                      <a:pt x="3909" y="5285"/>
                      <a:pt x="3827" y="6301"/>
                    </a:cubicBezTo>
                    <a:cubicBezTo>
                      <a:pt x="3862" y="5541"/>
                      <a:pt x="3670" y="4774"/>
                      <a:pt x="3279" y="4121"/>
                    </a:cubicBezTo>
                    <a:cubicBezTo>
                      <a:pt x="3190" y="3976"/>
                      <a:pt x="3092" y="3828"/>
                      <a:pt x="2954" y="3727"/>
                    </a:cubicBezTo>
                    <a:cubicBezTo>
                      <a:pt x="2847" y="3645"/>
                      <a:pt x="2712" y="3592"/>
                      <a:pt x="2580" y="3592"/>
                    </a:cubicBezTo>
                    <a:cubicBezTo>
                      <a:pt x="2544" y="3592"/>
                      <a:pt x="2509" y="3596"/>
                      <a:pt x="2474" y="3604"/>
                    </a:cubicBezTo>
                    <a:cubicBezTo>
                      <a:pt x="2304" y="3648"/>
                      <a:pt x="2171" y="3790"/>
                      <a:pt x="2096" y="3951"/>
                    </a:cubicBezTo>
                    <a:cubicBezTo>
                      <a:pt x="2020" y="4112"/>
                      <a:pt x="2001" y="4295"/>
                      <a:pt x="1988" y="4471"/>
                    </a:cubicBezTo>
                    <a:cubicBezTo>
                      <a:pt x="1935" y="5323"/>
                      <a:pt x="2067" y="6244"/>
                      <a:pt x="2354" y="7052"/>
                    </a:cubicBezTo>
                    <a:cubicBezTo>
                      <a:pt x="1988" y="6541"/>
                      <a:pt x="1493" y="6131"/>
                      <a:pt x="928" y="5869"/>
                    </a:cubicBezTo>
                    <a:cubicBezTo>
                      <a:pt x="793" y="5806"/>
                      <a:pt x="651" y="5746"/>
                      <a:pt x="502" y="5746"/>
                    </a:cubicBezTo>
                    <a:cubicBezTo>
                      <a:pt x="351" y="5746"/>
                      <a:pt x="193" y="5809"/>
                      <a:pt x="121" y="5935"/>
                    </a:cubicBezTo>
                    <a:cubicBezTo>
                      <a:pt x="1" y="6131"/>
                      <a:pt x="111" y="6383"/>
                      <a:pt x="231" y="6579"/>
                    </a:cubicBezTo>
                    <a:cubicBezTo>
                      <a:pt x="506" y="7030"/>
                      <a:pt x="875" y="7456"/>
                      <a:pt x="1253" y="7828"/>
                    </a:cubicBezTo>
                    <a:cubicBezTo>
                      <a:pt x="2919" y="7825"/>
                      <a:pt x="4585" y="7815"/>
                      <a:pt x="6253" y="7809"/>
                    </a:cubicBezTo>
                    <a:cubicBezTo>
                      <a:pt x="6973" y="7134"/>
                      <a:pt x="7459" y="6083"/>
                      <a:pt x="7717" y="5134"/>
                    </a:cubicBezTo>
                    <a:cubicBezTo>
                      <a:pt x="7787" y="4885"/>
                      <a:pt x="7818" y="4585"/>
                      <a:pt x="7635" y="4408"/>
                    </a:cubicBezTo>
                    <a:cubicBezTo>
                      <a:pt x="7547" y="4323"/>
                      <a:pt x="7435" y="4290"/>
                      <a:pt x="7315" y="4290"/>
                    </a:cubicBezTo>
                    <a:cubicBezTo>
                      <a:pt x="7150" y="4290"/>
                      <a:pt x="6970" y="4352"/>
                      <a:pt x="6818" y="4427"/>
                    </a:cubicBezTo>
                    <a:cubicBezTo>
                      <a:pt x="6152" y="4768"/>
                      <a:pt x="5597" y="5244"/>
                      <a:pt x="5219" y="5891"/>
                    </a:cubicBezTo>
                    <a:cubicBezTo>
                      <a:pt x="5856" y="4295"/>
                      <a:pt x="6247" y="2597"/>
                      <a:pt x="6370" y="884"/>
                    </a:cubicBezTo>
                    <a:cubicBezTo>
                      <a:pt x="6383" y="705"/>
                      <a:pt x="6389" y="528"/>
                      <a:pt x="6339" y="364"/>
                    </a:cubicBezTo>
                    <a:cubicBezTo>
                      <a:pt x="6288" y="197"/>
                      <a:pt x="6156" y="42"/>
                      <a:pt x="5988" y="7"/>
                    </a:cubicBezTo>
                    <a:cubicBezTo>
                      <a:pt x="5964" y="3"/>
                      <a:pt x="5940" y="1"/>
                      <a:pt x="5916" y="1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34"/>
              <p:cNvSpPr/>
              <p:nvPr/>
            </p:nvSpPr>
            <p:spPr>
              <a:xfrm>
                <a:off x="4792625" y="1137300"/>
                <a:ext cx="33325" cy="143725"/>
              </a:xfrm>
              <a:custGeom>
                <a:avLst/>
                <a:gdLst/>
                <a:ahLst/>
                <a:cxnLst/>
                <a:rect l="l" t="t" r="r" b="b"/>
                <a:pathLst>
                  <a:path w="1333" h="5749" extrusionOk="0">
                    <a:moveTo>
                      <a:pt x="1263" y="0"/>
                    </a:moveTo>
                    <a:cubicBezTo>
                      <a:pt x="1250" y="29"/>
                      <a:pt x="300" y="2710"/>
                      <a:pt x="1" y="5739"/>
                    </a:cubicBezTo>
                    <a:lnTo>
                      <a:pt x="76" y="5748"/>
                    </a:lnTo>
                    <a:cubicBezTo>
                      <a:pt x="376" y="2726"/>
                      <a:pt x="1323" y="57"/>
                      <a:pt x="1332" y="29"/>
                    </a:cubicBezTo>
                    <a:lnTo>
                      <a:pt x="1263" y="0"/>
                    </a:ln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34"/>
              <p:cNvSpPr/>
              <p:nvPr/>
            </p:nvSpPr>
            <p:spPr>
              <a:xfrm>
                <a:off x="4824100" y="1226325"/>
                <a:ext cx="40400" cy="60050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2402" extrusionOk="0">
                    <a:moveTo>
                      <a:pt x="1568" y="1"/>
                    </a:moveTo>
                    <a:cubicBezTo>
                      <a:pt x="1556" y="10"/>
                      <a:pt x="452" y="897"/>
                      <a:pt x="0" y="2379"/>
                    </a:cubicBezTo>
                    <a:lnTo>
                      <a:pt x="73" y="2402"/>
                    </a:lnTo>
                    <a:cubicBezTo>
                      <a:pt x="521" y="944"/>
                      <a:pt x="1603" y="73"/>
                      <a:pt x="1616" y="61"/>
                    </a:cubicBezTo>
                    <a:lnTo>
                      <a:pt x="1568" y="1"/>
                    </a:ln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34"/>
              <p:cNvSpPr/>
              <p:nvPr/>
            </p:nvSpPr>
            <p:spPr>
              <a:xfrm>
                <a:off x="4747275" y="1217900"/>
                <a:ext cx="14150" cy="65250"/>
              </a:xfrm>
              <a:custGeom>
                <a:avLst/>
                <a:gdLst/>
                <a:ahLst/>
                <a:cxnLst/>
                <a:rect l="l" t="t" r="r" b="b"/>
                <a:pathLst>
                  <a:path w="566" h="2610" extrusionOk="0">
                    <a:moveTo>
                      <a:pt x="70" y="0"/>
                    </a:moveTo>
                    <a:lnTo>
                      <a:pt x="1" y="22"/>
                    </a:lnTo>
                    <a:cubicBezTo>
                      <a:pt x="4" y="38"/>
                      <a:pt x="490" y="1455"/>
                      <a:pt x="461" y="2609"/>
                    </a:cubicBezTo>
                    <a:lnTo>
                      <a:pt x="537" y="2609"/>
                    </a:lnTo>
                    <a:cubicBezTo>
                      <a:pt x="565" y="1439"/>
                      <a:pt x="76" y="10"/>
                      <a:pt x="70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34"/>
              <p:cNvSpPr/>
              <p:nvPr/>
            </p:nvSpPr>
            <p:spPr>
              <a:xfrm>
                <a:off x="4699575" y="1264025"/>
                <a:ext cx="30850" cy="31350"/>
              </a:xfrm>
              <a:custGeom>
                <a:avLst/>
                <a:gdLst/>
                <a:ahLst/>
                <a:cxnLst/>
                <a:rect l="l" t="t" r="r" b="b"/>
                <a:pathLst>
                  <a:path w="1234" h="1254" extrusionOk="0">
                    <a:moveTo>
                      <a:pt x="35" y="1"/>
                    </a:moveTo>
                    <a:lnTo>
                      <a:pt x="0" y="67"/>
                    </a:lnTo>
                    <a:cubicBezTo>
                      <a:pt x="3" y="70"/>
                      <a:pt x="647" y="433"/>
                      <a:pt x="1171" y="1253"/>
                    </a:cubicBezTo>
                    <a:lnTo>
                      <a:pt x="1234" y="1209"/>
                    </a:lnTo>
                    <a:cubicBezTo>
                      <a:pt x="701" y="373"/>
                      <a:pt x="44" y="4"/>
                      <a:pt x="35" y="1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12" name="Google Shape;612;p34"/>
            <p:cNvSpPr/>
            <p:nvPr/>
          </p:nvSpPr>
          <p:spPr>
            <a:xfrm>
              <a:off x="1527242" y="3948001"/>
              <a:ext cx="795974" cy="462193"/>
            </a:xfrm>
            <a:custGeom>
              <a:avLst/>
              <a:gdLst/>
              <a:ahLst/>
              <a:cxnLst/>
              <a:rect l="l" t="t" r="r" b="b"/>
              <a:pathLst>
                <a:path w="8740" h="5075" extrusionOk="0">
                  <a:moveTo>
                    <a:pt x="3537" y="0"/>
                  </a:moveTo>
                  <a:cubicBezTo>
                    <a:pt x="3524" y="0"/>
                    <a:pt x="3512" y="2"/>
                    <a:pt x="3499" y="5"/>
                  </a:cubicBezTo>
                  <a:cubicBezTo>
                    <a:pt x="3253" y="75"/>
                    <a:pt x="3216" y="860"/>
                    <a:pt x="3389" y="2352"/>
                  </a:cubicBezTo>
                  <a:cubicBezTo>
                    <a:pt x="3226" y="2109"/>
                    <a:pt x="2535" y="1093"/>
                    <a:pt x="2140" y="1093"/>
                  </a:cubicBezTo>
                  <a:cubicBezTo>
                    <a:pt x="2114" y="1093"/>
                    <a:pt x="2090" y="1097"/>
                    <a:pt x="2067" y="1106"/>
                  </a:cubicBezTo>
                  <a:cubicBezTo>
                    <a:pt x="1597" y="1289"/>
                    <a:pt x="2039" y="3356"/>
                    <a:pt x="2067" y="3491"/>
                  </a:cubicBezTo>
                  <a:cubicBezTo>
                    <a:pt x="1687" y="3290"/>
                    <a:pt x="1317" y="3208"/>
                    <a:pt x="1004" y="3208"/>
                  </a:cubicBezTo>
                  <a:cubicBezTo>
                    <a:pt x="578" y="3208"/>
                    <a:pt x="257" y="3360"/>
                    <a:pt x="159" y="3567"/>
                  </a:cubicBezTo>
                  <a:cubicBezTo>
                    <a:pt x="1" y="3892"/>
                    <a:pt x="320" y="4630"/>
                    <a:pt x="1039" y="5069"/>
                  </a:cubicBezTo>
                  <a:cubicBezTo>
                    <a:pt x="1489" y="5073"/>
                    <a:pt x="1938" y="5075"/>
                    <a:pt x="2388" y="5075"/>
                  </a:cubicBezTo>
                  <a:cubicBezTo>
                    <a:pt x="3896" y="5075"/>
                    <a:pt x="5404" y="5056"/>
                    <a:pt x="6915" y="5056"/>
                  </a:cubicBezTo>
                  <a:cubicBezTo>
                    <a:pt x="7256" y="5056"/>
                    <a:pt x="7597" y="5057"/>
                    <a:pt x="7938" y="5059"/>
                  </a:cubicBezTo>
                  <a:cubicBezTo>
                    <a:pt x="8531" y="3759"/>
                    <a:pt x="8739" y="3050"/>
                    <a:pt x="8563" y="2936"/>
                  </a:cubicBezTo>
                  <a:cubicBezTo>
                    <a:pt x="8546" y="2925"/>
                    <a:pt x="8525" y="2919"/>
                    <a:pt x="8501" y="2919"/>
                  </a:cubicBezTo>
                  <a:cubicBezTo>
                    <a:pt x="8328" y="2919"/>
                    <a:pt x="7970" y="3208"/>
                    <a:pt x="7427" y="3778"/>
                  </a:cubicBezTo>
                  <a:cubicBezTo>
                    <a:pt x="7320" y="3176"/>
                    <a:pt x="6951" y="1176"/>
                    <a:pt x="6472" y="1176"/>
                  </a:cubicBezTo>
                  <a:cubicBezTo>
                    <a:pt x="6472" y="1176"/>
                    <a:pt x="6472" y="1176"/>
                    <a:pt x="6471" y="1176"/>
                  </a:cubicBezTo>
                  <a:cubicBezTo>
                    <a:pt x="6090" y="1179"/>
                    <a:pt x="5802" y="2472"/>
                    <a:pt x="5664" y="3195"/>
                  </a:cubicBezTo>
                  <a:cubicBezTo>
                    <a:pt x="5389" y="1217"/>
                    <a:pt x="5105" y="226"/>
                    <a:pt x="4821" y="226"/>
                  </a:cubicBezTo>
                  <a:cubicBezTo>
                    <a:pt x="4673" y="226"/>
                    <a:pt x="4525" y="482"/>
                    <a:pt x="4380" y="996"/>
                  </a:cubicBezTo>
                  <a:cubicBezTo>
                    <a:pt x="4000" y="328"/>
                    <a:pt x="3719" y="0"/>
                    <a:pt x="3537" y="0"/>
                  </a:cubicBezTo>
                  <a:close/>
                </a:path>
              </a:pathLst>
            </a:custGeom>
            <a:solidFill>
              <a:srgbClr val="1A75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13" name="Google Shape;613;p34"/>
            <p:cNvGrpSpPr/>
            <p:nvPr/>
          </p:nvGrpSpPr>
          <p:grpSpPr>
            <a:xfrm>
              <a:off x="231094" y="2417690"/>
              <a:ext cx="1404262" cy="2021309"/>
              <a:chOff x="2995775" y="581275"/>
              <a:chExt cx="295075" cy="424725"/>
            </a:xfrm>
          </p:grpSpPr>
          <p:sp>
            <p:nvSpPr>
              <p:cNvPr id="614" name="Google Shape;614;p34"/>
              <p:cNvSpPr/>
              <p:nvPr/>
            </p:nvSpPr>
            <p:spPr>
              <a:xfrm>
                <a:off x="2995850" y="581275"/>
                <a:ext cx="295000" cy="221075"/>
              </a:xfrm>
              <a:custGeom>
                <a:avLst/>
                <a:gdLst/>
                <a:ahLst/>
                <a:cxnLst/>
                <a:rect l="l" t="t" r="r" b="b"/>
                <a:pathLst>
                  <a:path w="11800" h="8843" extrusionOk="0">
                    <a:moveTo>
                      <a:pt x="7446" y="0"/>
                    </a:moveTo>
                    <a:cubicBezTo>
                      <a:pt x="6970" y="0"/>
                      <a:pt x="6531" y="177"/>
                      <a:pt x="6197" y="470"/>
                    </a:cubicBezTo>
                    <a:cubicBezTo>
                      <a:pt x="5925" y="256"/>
                      <a:pt x="5578" y="126"/>
                      <a:pt x="5203" y="126"/>
                    </a:cubicBezTo>
                    <a:cubicBezTo>
                      <a:pt x="4575" y="126"/>
                      <a:pt x="4036" y="483"/>
                      <a:pt x="3768" y="997"/>
                    </a:cubicBezTo>
                    <a:cubicBezTo>
                      <a:pt x="3635" y="893"/>
                      <a:pt x="3465" y="824"/>
                      <a:pt x="3279" y="824"/>
                    </a:cubicBezTo>
                    <a:cubicBezTo>
                      <a:pt x="2853" y="824"/>
                      <a:pt x="2509" y="1167"/>
                      <a:pt x="2509" y="1593"/>
                    </a:cubicBezTo>
                    <a:lnTo>
                      <a:pt x="2509" y="1600"/>
                    </a:lnTo>
                    <a:cubicBezTo>
                      <a:pt x="2421" y="1590"/>
                      <a:pt x="2329" y="1584"/>
                      <a:pt x="2238" y="1584"/>
                    </a:cubicBezTo>
                    <a:cubicBezTo>
                      <a:pt x="1004" y="1584"/>
                      <a:pt x="1" y="2584"/>
                      <a:pt x="1" y="3817"/>
                    </a:cubicBezTo>
                    <a:cubicBezTo>
                      <a:pt x="1" y="4975"/>
                      <a:pt x="881" y="5925"/>
                      <a:pt x="2014" y="6042"/>
                    </a:cubicBezTo>
                    <a:cubicBezTo>
                      <a:pt x="2298" y="7300"/>
                      <a:pt x="3326" y="8376"/>
                      <a:pt x="4742" y="8729"/>
                    </a:cubicBezTo>
                    <a:cubicBezTo>
                      <a:pt x="5053" y="8806"/>
                      <a:pt x="5364" y="8842"/>
                      <a:pt x="5669" y="8842"/>
                    </a:cubicBezTo>
                    <a:cubicBezTo>
                      <a:pt x="6839" y="8842"/>
                      <a:pt x="7919" y="8304"/>
                      <a:pt x="8560" y="7423"/>
                    </a:cubicBezTo>
                    <a:cubicBezTo>
                      <a:pt x="8784" y="7584"/>
                      <a:pt x="9061" y="7682"/>
                      <a:pt x="9355" y="7682"/>
                    </a:cubicBezTo>
                    <a:cubicBezTo>
                      <a:pt x="10105" y="7682"/>
                      <a:pt x="10711" y="7076"/>
                      <a:pt x="10711" y="6325"/>
                    </a:cubicBezTo>
                    <a:cubicBezTo>
                      <a:pt x="10711" y="6202"/>
                      <a:pt x="10695" y="6086"/>
                      <a:pt x="10664" y="5972"/>
                    </a:cubicBezTo>
                    <a:cubicBezTo>
                      <a:pt x="11342" y="5581"/>
                      <a:pt x="11800" y="4846"/>
                      <a:pt x="11800" y="4007"/>
                    </a:cubicBezTo>
                    <a:cubicBezTo>
                      <a:pt x="11800" y="2754"/>
                      <a:pt x="10784" y="1739"/>
                      <a:pt x="9534" y="1739"/>
                    </a:cubicBezTo>
                    <a:cubicBezTo>
                      <a:pt x="9471" y="1739"/>
                      <a:pt x="9408" y="1745"/>
                      <a:pt x="9348" y="1748"/>
                    </a:cubicBezTo>
                    <a:cubicBezTo>
                      <a:pt x="9266" y="770"/>
                      <a:pt x="8446" y="0"/>
                      <a:pt x="7446" y="0"/>
                    </a:cubicBez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Google Shape;615;p34"/>
              <p:cNvSpPr/>
              <p:nvPr/>
            </p:nvSpPr>
            <p:spPr>
              <a:xfrm>
                <a:off x="2995775" y="652325"/>
                <a:ext cx="267700" cy="150075"/>
              </a:xfrm>
              <a:custGeom>
                <a:avLst/>
                <a:gdLst/>
                <a:ahLst/>
                <a:cxnLst/>
                <a:rect l="l" t="t" r="r" b="b"/>
                <a:pathLst>
                  <a:path w="10708" h="6003" extrusionOk="0">
                    <a:moveTo>
                      <a:pt x="1453" y="1"/>
                    </a:moveTo>
                    <a:cubicBezTo>
                      <a:pt x="740" y="1"/>
                      <a:pt x="148" y="307"/>
                      <a:pt x="1" y="979"/>
                    </a:cubicBezTo>
                    <a:cubicBezTo>
                      <a:pt x="1" y="1808"/>
                      <a:pt x="455" y="2534"/>
                      <a:pt x="1130" y="2919"/>
                    </a:cubicBezTo>
                    <a:cubicBezTo>
                      <a:pt x="1635" y="3209"/>
                      <a:pt x="2073" y="3603"/>
                      <a:pt x="2354" y="4108"/>
                    </a:cubicBezTo>
                    <a:cubicBezTo>
                      <a:pt x="2834" y="4960"/>
                      <a:pt x="3676" y="5629"/>
                      <a:pt x="4736" y="5891"/>
                    </a:cubicBezTo>
                    <a:cubicBezTo>
                      <a:pt x="5049" y="5966"/>
                      <a:pt x="5361" y="6003"/>
                      <a:pt x="5667" y="6003"/>
                    </a:cubicBezTo>
                    <a:cubicBezTo>
                      <a:pt x="6468" y="6003"/>
                      <a:pt x="7226" y="5753"/>
                      <a:pt x="7831" y="5310"/>
                    </a:cubicBezTo>
                    <a:cubicBezTo>
                      <a:pt x="8229" y="5016"/>
                      <a:pt x="8709" y="4844"/>
                      <a:pt x="9205" y="4844"/>
                    </a:cubicBezTo>
                    <a:cubicBezTo>
                      <a:pt x="9235" y="4844"/>
                      <a:pt x="9265" y="4845"/>
                      <a:pt x="9295" y="4846"/>
                    </a:cubicBezTo>
                    <a:lnTo>
                      <a:pt x="9351" y="4846"/>
                    </a:lnTo>
                    <a:cubicBezTo>
                      <a:pt x="10099" y="4846"/>
                      <a:pt x="10708" y="4237"/>
                      <a:pt x="10708" y="3490"/>
                    </a:cubicBezTo>
                    <a:cubicBezTo>
                      <a:pt x="10708" y="3367"/>
                      <a:pt x="10692" y="3247"/>
                      <a:pt x="10661" y="3133"/>
                    </a:cubicBezTo>
                    <a:cubicBezTo>
                      <a:pt x="10661" y="3133"/>
                      <a:pt x="10461" y="1965"/>
                      <a:pt x="9153" y="1965"/>
                    </a:cubicBezTo>
                    <a:cubicBezTo>
                      <a:pt x="8791" y="1965"/>
                      <a:pt x="8342" y="2055"/>
                      <a:pt x="7790" y="2285"/>
                    </a:cubicBezTo>
                    <a:cubicBezTo>
                      <a:pt x="7308" y="2485"/>
                      <a:pt x="6832" y="2605"/>
                      <a:pt x="6365" y="2605"/>
                    </a:cubicBezTo>
                    <a:cubicBezTo>
                      <a:pt x="5551" y="2605"/>
                      <a:pt x="4767" y="2239"/>
                      <a:pt x="4036" y="1291"/>
                    </a:cubicBezTo>
                    <a:cubicBezTo>
                      <a:pt x="3399" y="468"/>
                      <a:pt x="2334" y="1"/>
                      <a:pt x="1453" y="1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34"/>
              <p:cNvSpPr/>
              <p:nvPr/>
            </p:nvSpPr>
            <p:spPr>
              <a:xfrm>
                <a:off x="3124900" y="709750"/>
                <a:ext cx="23350" cy="296250"/>
              </a:xfrm>
              <a:custGeom>
                <a:avLst/>
                <a:gdLst/>
                <a:ahLst/>
                <a:cxnLst/>
                <a:rect l="l" t="t" r="r" b="b"/>
                <a:pathLst>
                  <a:path w="934" h="11850" extrusionOk="0">
                    <a:moveTo>
                      <a:pt x="0" y="0"/>
                    </a:moveTo>
                    <a:lnTo>
                      <a:pt x="0" y="11849"/>
                    </a:lnTo>
                    <a:lnTo>
                      <a:pt x="934" y="11849"/>
                    </a:lnTo>
                    <a:lnTo>
                      <a:pt x="934" y="294"/>
                    </a:lnTo>
                    <a:cubicBezTo>
                      <a:pt x="618" y="262"/>
                      <a:pt x="306" y="168"/>
                      <a:pt x="0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34"/>
              <p:cNvSpPr/>
              <p:nvPr/>
            </p:nvSpPr>
            <p:spPr>
              <a:xfrm>
                <a:off x="3091200" y="678275"/>
                <a:ext cx="47600" cy="110450"/>
              </a:xfrm>
              <a:custGeom>
                <a:avLst/>
                <a:gdLst/>
                <a:ahLst/>
                <a:cxnLst/>
                <a:rect l="l" t="t" r="r" b="b"/>
                <a:pathLst>
                  <a:path w="1904" h="4418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23" y="401"/>
                      <a:pt x="70" y="799"/>
                      <a:pt x="143" y="1196"/>
                    </a:cubicBezTo>
                    <a:cubicBezTo>
                      <a:pt x="209" y="1591"/>
                      <a:pt x="301" y="1982"/>
                      <a:pt x="424" y="2367"/>
                    </a:cubicBezTo>
                    <a:cubicBezTo>
                      <a:pt x="484" y="2556"/>
                      <a:pt x="553" y="2748"/>
                      <a:pt x="632" y="2934"/>
                    </a:cubicBezTo>
                    <a:cubicBezTo>
                      <a:pt x="711" y="3124"/>
                      <a:pt x="802" y="3307"/>
                      <a:pt x="910" y="3483"/>
                    </a:cubicBezTo>
                    <a:cubicBezTo>
                      <a:pt x="1115" y="3837"/>
                      <a:pt x="1386" y="4165"/>
                      <a:pt x="1733" y="4417"/>
                    </a:cubicBezTo>
                    <a:lnTo>
                      <a:pt x="1903" y="4162"/>
                    </a:lnTo>
                    <a:cubicBezTo>
                      <a:pt x="1588" y="3963"/>
                      <a:pt x="1320" y="3685"/>
                      <a:pt x="1102" y="3360"/>
                    </a:cubicBezTo>
                    <a:cubicBezTo>
                      <a:pt x="992" y="3199"/>
                      <a:pt x="894" y="3035"/>
                      <a:pt x="805" y="2856"/>
                    </a:cubicBezTo>
                    <a:cubicBezTo>
                      <a:pt x="720" y="2679"/>
                      <a:pt x="638" y="2502"/>
                      <a:pt x="566" y="2316"/>
                    </a:cubicBezTo>
                    <a:cubicBezTo>
                      <a:pt x="424" y="1950"/>
                      <a:pt x="310" y="1568"/>
                      <a:pt x="215" y="1180"/>
                    </a:cubicBezTo>
                    <a:cubicBezTo>
                      <a:pt x="121" y="789"/>
                      <a:pt x="45" y="401"/>
                      <a:pt x="1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34"/>
              <p:cNvSpPr/>
              <p:nvPr/>
            </p:nvSpPr>
            <p:spPr>
              <a:xfrm>
                <a:off x="3036800" y="652575"/>
                <a:ext cx="178100" cy="139300"/>
              </a:xfrm>
              <a:custGeom>
                <a:avLst/>
                <a:gdLst/>
                <a:ahLst/>
                <a:cxnLst/>
                <a:rect l="l" t="t" r="r" b="b"/>
                <a:pathLst>
                  <a:path w="7124" h="5572" extrusionOk="0">
                    <a:moveTo>
                      <a:pt x="32" y="0"/>
                    </a:moveTo>
                    <a:lnTo>
                      <a:pt x="32" y="0"/>
                    </a:lnTo>
                    <a:cubicBezTo>
                      <a:pt x="0" y="306"/>
                      <a:pt x="41" y="606"/>
                      <a:pt x="104" y="899"/>
                    </a:cubicBezTo>
                    <a:cubicBezTo>
                      <a:pt x="167" y="1189"/>
                      <a:pt x="259" y="1473"/>
                      <a:pt x="363" y="1751"/>
                    </a:cubicBezTo>
                    <a:cubicBezTo>
                      <a:pt x="578" y="2306"/>
                      <a:pt x="852" y="2830"/>
                      <a:pt x="1177" y="3332"/>
                    </a:cubicBezTo>
                    <a:cubicBezTo>
                      <a:pt x="1499" y="3830"/>
                      <a:pt x="1871" y="4303"/>
                      <a:pt x="2316" y="4716"/>
                    </a:cubicBezTo>
                    <a:cubicBezTo>
                      <a:pt x="2537" y="4922"/>
                      <a:pt x="2776" y="5111"/>
                      <a:pt x="3054" y="5269"/>
                    </a:cubicBezTo>
                    <a:cubicBezTo>
                      <a:pt x="3328" y="5426"/>
                      <a:pt x="3638" y="5549"/>
                      <a:pt x="3985" y="5568"/>
                    </a:cubicBezTo>
                    <a:lnTo>
                      <a:pt x="4142" y="5571"/>
                    </a:lnTo>
                    <a:lnTo>
                      <a:pt x="4209" y="5442"/>
                    </a:lnTo>
                    <a:cubicBezTo>
                      <a:pt x="4272" y="5316"/>
                      <a:pt x="4347" y="5193"/>
                      <a:pt x="4433" y="5076"/>
                    </a:cubicBezTo>
                    <a:cubicBezTo>
                      <a:pt x="4521" y="4963"/>
                      <a:pt x="4616" y="4852"/>
                      <a:pt x="4723" y="4745"/>
                    </a:cubicBezTo>
                    <a:cubicBezTo>
                      <a:pt x="4931" y="4530"/>
                      <a:pt x="5171" y="4347"/>
                      <a:pt x="5426" y="4183"/>
                    </a:cubicBezTo>
                    <a:cubicBezTo>
                      <a:pt x="5685" y="4022"/>
                      <a:pt x="5959" y="3880"/>
                      <a:pt x="6243" y="3757"/>
                    </a:cubicBezTo>
                    <a:cubicBezTo>
                      <a:pt x="6527" y="3638"/>
                      <a:pt x="6824" y="3530"/>
                      <a:pt x="7124" y="3455"/>
                    </a:cubicBezTo>
                    <a:lnTo>
                      <a:pt x="7098" y="3328"/>
                    </a:lnTo>
                    <a:cubicBezTo>
                      <a:pt x="6780" y="3376"/>
                      <a:pt x="6474" y="3455"/>
                      <a:pt x="6168" y="3549"/>
                    </a:cubicBezTo>
                    <a:cubicBezTo>
                      <a:pt x="5862" y="3644"/>
                      <a:pt x="5565" y="3761"/>
                      <a:pt x="5275" y="3909"/>
                    </a:cubicBezTo>
                    <a:cubicBezTo>
                      <a:pt x="4985" y="4054"/>
                      <a:pt x="4707" y="4224"/>
                      <a:pt x="4448" y="4436"/>
                    </a:cubicBezTo>
                    <a:cubicBezTo>
                      <a:pt x="4322" y="4543"/>
                      <a:pt x="4202" y="4657"/>
                      <a:pt x="4086" y="4783"/>
                    </a:cubicBezTo>
                    <a:cubicBezTo>
                      <a:pt x="4008" y="4869"/>
                      <a:pt x="3936" y="4960"/>
                      <a:pt x="3868" y="5056"/>
                    </a:cubicBezTo>
                    <a:lnTo>
                      <a:pt x="3868" y="5056"/>
                    </a:lnTo>
                    <a:cubicBezTo>
                      <a:pt x="3670" y="5033"/>
                      <a:pt x="3465" y="4962"/>
                      <a:pt x="3272" y="4862"/>
                    </a:cubicBezTo>
                    <a:cubicBezTo>
                      <a:pt x="3029" y="4739"/>
                      <a:pt x="2802" y="4581"/>
                      <a:pt x="2587" y="4401"/>
                    </a:cubicBezTo>
                    <a:cubicBezTo>
                      <a:pt x="2158" y="4041"/>
                      <a:pt x="1783" y="3609"/>
                      <a:pt x="1448" y="3142"/>
                    </a:cubicBezTo>
                    <a:cubicBezTo>
                      <a:pt x="1117" y="2678"/>
                      <a:pt x="827" y="2180"/>
                      <a:pt x="593" y="1656"/>
                    </a:cubicBezTo>
                    <a:cubicBezTo>
                      <a:pt x="480" y="1391"/>
                      <a:pt x="379" y="1123"/>
                      <a:pt x="306" y="849"/>
                    </a:cubicBezTo>
                    <a:cubicBezTo>
                      <a:pt x="234" y="571"/>
                      <a:pt x="186" y="290"/>
                      <a:pt x="199" y="13"/>
                    </a:cubicBez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19" name="Google Shape;619;p34"/>
            <p:cNvSpPr/>
            <p:nvPr/>
          </p:nvSpPr>
          <p:spPr>
            <a:xfrm>
              <a:off x="231101" y="4401550"/>
              <a:ext cx="3915000" cy="236400"/>
            </a:xfrm>
            <a:prstGeom prst="ellipse">
              <a:avLst/>
            </a:prstGeom>
            <a:solidFill>
              <a:srgbClr val="011627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4"/>
            <p:cNvSpPr/>
            <p:nvPr/>
          </p:nvSpPr>
          <p:spPr>
            <a:xfrm>
              <a:off x="540150" y="4410206"/>
              <a:ext cx="1504800" cy="152700"/>
            </a:xfrm>
            <a:prstGeom prst="ellipse">
              <a:avLst/>
            </a:prstGeom>
            <a:solidFill>
              <a:srgbClr val="011627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4"/>
            <p:cNvSpPr/>
            <p:nvPr/>
          </p:nvSpPr>
          <p:spPr>
            <a:xfrm>
              <a:off x="2200045" y="4438988"/>
              <a:ext cx="1504800" cy="95100"/>
            </a:xfrm>
            <a:prstGeom prst="ellipse">
              <a:avLst/>
            </a:prstGeom>
            <a:solidFill>
              <a:srgbClr val="011627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22" name="Google Shape;622;p34"/>
            <p:cNvGrpSpPr/>
            <p:nvPr/>
          </p:nvGrpSpPr>
          <p:grpSpPr>
            <a:xfrm flipH="1">
              <a:off x="713235" y="2611556"/>
              <a:ext cx="1662433" cy="1951341"/>
              <a:chOff x="2164750" y="3109400"/>
              <a:chExt cx="550675" cy="646375"/>
            </a:xfrm>
          </p:grpSpPr>
          <p:sp>
            <p:nvSpPr>
              <p:cNvPr id="623" name="Google Shape;623;p34"/>
              <p:cNvSpPr/>
              <p:nvPr/>
            </p:nvSpPr>
            <p:spPr>
              <a:xfrm>
                <a:off x="2330050" y="3400025"/>
                <a:ext cx="285775" cy="321725"/>
              </a:xfrm>
              <a:custGeom>
                <a:avLst/>
                <a:gdLst/>
                <a:ahLst/>
                <a:cxnLst/>
                <a:rect l="l" t="t" r="r" b="b"/>
                <a:pathLst>
                  <a:path w="11431" h="12869" extrusionOk="0">
                    <a:moveTo>
                      <a:pt x="6323" y="0"/>
                    </a:moveTo>
                    <a:lnTo>
                      <a:pt x="2253" y="912"/>
                    </a:lnTo>
                    <a:lnTo>
                      <a:pt x="2670" y="3209"/>
                    </a:lnTo>
                    <a:cubicBezTo>
                      <a:pt x="2670" y="3209"/>
                      <a:pt x="1269" y="6338"/>
                      <a:pt x="556" y="8477"/>
                    </a:cubicBezTo>
                    <a:cubicBezTo>
                      <a:pt x="13" y="10092"/>
                      <a:pt x="1" y="12869"/>
                      <a:pt x="2452" y="12869"/>
                    </a:cubicBezTo>
                    <a:lnTo>
                      <a:pt x="10604" y="12869"/>
                    </a:lnTo>
                    <a:lnTo>
                      <a:pt x="11430" y="9414"/>
                    </a:lnTo>
                    <a:lnTo>
                      <a:pt x="4594" y="9162"/>
                    </a:lnTo>
                    <a:cubicBezTo>
                      <a:pt x="4594" y="9162"/>
                      <a:pt x="5294" y="7818"/>
                      <a:pt x="6219" y="5748"/>
                    </a:cubicBezTo>
                    <a:cubicBezTo>
                      <a:pt x="6531" y="5057"/>
                      <a:pt x="7550" y="3603"/>
                      <a:pt x="7512" y="2849"/>
                    </a:cubicBezTo>
                    <a:cubicBezTo>
                      <a:pt x="7477" y="2092"/>
                      <a:pt x="7266" y="1325"/>
                      <a:pt x="6796" y="735"/>
                    </a:cubicBezTo>
                    <a:cubicBezTo>
                      <a:pt x="6610" y="502"/>
                      <a:pt x="6386" y="291"/>
                      <a:pt x="6323" y="0"/>
                    </a:cubicBez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34"/>
              <p:cNvSpPr/>
              <p:nvPr/>
            </p:nvSpPr>
            <p:spPr>
              <a:xfrm>
                <a:off x="2618150" y="3635200"/>
                <a:ext cx="97275" cy="120575"/>
              </a:xfrm>
              <a:custGeom>
                <a:avLst/>
                <a:gdLst/>
                <a:ahLst/>
                <a:cxnLst/>
                <a:rect l="l" t="t" r="r" b="b"/>
                <a:pathLst>
                  <a:path w="3891" h="4823" extrusionOk="0">
                    <a:moveTo>
                      <a:pt x="1" y="1"/>
                    </a:moveTo>
                    <a:lnTo>
                      <a:pt x="149" y="2913"/>
                    </a:lnTo>
                    <a:cubicBezTo>
                      <a:pt x="149" y="2913"/>
                      <a:pt x="1581" y="3171"/>
                      <a:pt x="1761" y="3234"/>
                    </a:cubicBezTo>
                    <a:cubicBezTo>
                      <a:pt x="2193" y="3383"/>
                      <a:pt x="2619" y="3632"/>
                      <a:pt x="2944" y="4222"/>
                    </a:cubicBezTo>
                    <a:cubicBezTo>
                      <a:pt x="3254" y="4781"/>
                      <a:pt x="3723" y="4823"/>
                      <a:pt x="3855" y="4823"/>
                    </a:cubicBezTo>
                    <a:cubicBezTo>
                      <a:pt x="3878" y="4823"/>
                      <a:pt x="3891" y="4821"/>
                      <a:pt x="3891" y="4821"/>
                    </a:cubicBezTo>
                    <a:lnTo>
                      <a:pt x="3093" y="7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34"/>
              <p:cNvSpPr/>
              <p:nvPr/>
            </p:nvSpPr>
            <p:spPr>
              <a:xfrm>
                <a:off x="2681975" y="3636775"/>
                <a:ext cx="26275" cy="118100"/>
              </a:xfrm>
              <a:custGeom>
                <a:avLst/>
                <a:gdLst/>
                <a:ahLst/>
                <a:cxnLst/>
                <a:rect l="l" t="t" r="r" b="b"/>
                <a:pathLst>
                  <a:path w="1051" h="4724" extrusionOk="0">
                    <a:moveTo>
                      <a:pt x="88" y="1"/>
                    </a:moveTo>
                    <a:lnTo>
                      <a:pt x="0" y="17"/>
                    </a:lnTo>
                    <a:lnTo>
                      <a:pt x="962" y="4724"/>
                    </a:lnTo>
                    <a:lnTo>
                      <a:pt x="1051" y="4705"/>
                    </a:lnTo>
                    <a:lnTo>
                      <a:pt x="88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34"/>
              <p:cNvSpPr/>
              <p:nvPr/>
            </p:nvSpPr>
            <p:spPr>
              <a:xfrm>
                <a:off x="2674325" y="3706750"/>
                <a:ext cx="8525" cy="15950"/>
              </a:xfrm>
              <a:custGeom>
                <a:avLst/>
                <a:gdLst/>
                <a:ahLst/>
                <a:cxnLst/>
                <a:rect l="l" t="t" r="r" b="b"/>
                <a:pathLst>
                  <a:path w="341" h="638" extrusionOk="0">
                    <a:moveTo>
                      <a:pt x="259" y="0"/>
                    </a:moveTo>
                    <a:lnTo>
                      <a:pt x="0" y="603"/>
                    </a:lnTo>
                    <a:lnTo>
                      <a:pt x="82" y="637"/>
                    </a:lnTo>
                    <a:lnTo>
                      <a:pt x="341" y="35"/>
                    </a:lnTo>
                    <a:lnTo>
                      <a:pt x="259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Google Shape;627;p34"/>
              <p:cNvSpPr/>
              <p:nvPr/>
            </p:nvSpPr>
            <p:spPr>
              <a:xfrm>
                <a:off x="2681500" y="3711075"/>
                <a:ext cx="8700" cy="16975"/>
              </a:xfrm>
              <a:custGeom>
                <a:avLst/>
                <a:gdLst/>
                <a:ahLst/>
                <a:cxnLst/>
                <a:rect l="l" t="t" r="r" b="b"/>
                <a:pathLst>
                  <a:path w="348" h="679" extrusionOk="0">
                    <a:moveTo>
                      <a:pt x="265" y="1"/>
                    </a:moveTo>
                    <a:lnTo>
                      <a:pt x="0" y="644"/>
                    </a:lnTo>
                    <a:lnTo>
                      <a:pt x="82" y="679"/>
                    </a:lnTo>
                    <a:lnTo>
                      <a:pt x="347" y="32"/>
                    </a:lnTo>
                    <a:lnTo>
                      <a:pt x="265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34"/>
              <p:cNvSpPr/>
              <p:nvPr/>
            </p:nvSpPr>
            <p:spPr>
              <a:xfrm>
                <a:off x="2403475" y="3400025"/>
                <a:ext cx="259750" cy="321725"/>
              </a:xfrm>
              <a:custGeom>
                <a:avLst/>
                <a:gdLst/>
                <a:ahLst/>
                <a:cxnLst/>
                <a:rect l="l" t="t" r="r" b="b"/>
                <a:pathLst>
                  <a:path w="10390" h="12869" extrusionOk="0">
                    <a:moveTo>
                      <a:pt x="5282" y="0"/>
                    </a:moveTo>
                    <a:lnTo>
                      <a:pt x="1209" y="912"/>
                    </a:lnTo>
                    <a:lnTo>
                      <a:pt x="1625" y="3209"/>
                    </a:lnTo>
                    <a:cubicBezTo>
                      <a:pt x="1625" y="3209"/>
                      <a:pt x="853" y="6436"/>
                      <a:pt x="427" y="8651"/>
                    </a:cubicBezTo>
                    <a:cubicBezTo>
                      <a:pt x="1" y="10859"/>
                      <a:pt x="591" y="12869"/>
                      <a:pt x="2704" y="12869"/>
                    </a:cubicBezTo>
                    <a:lnTo>
                      <a:pt x="9566" y="12869"/>
                    </a:lnTo>
                    <a:lnTo>
                      <a:pt x="10389" y="9414"/>
                    </a:lnTo>
                    <a:lnTo>
                      <a:pt x="4695" y="9162"/>
                    </a:lnTo>
                    <a:cubicBezTo>
                      <a:pt x="4695" y="9162"/>
                      <a:pt x="5187" y="7767"/>
                      <a:pt x="5648" y="5641"/>
                    </a:cubicBezTo>
                    <a:cubicBezTo>
                      <a:pt x="5805" y="4900"/>
                      <a:pt x="6509" y="3603"/>
                      <a:pt x="6474" y="2849"/>
                    </a:cubicBezTo>
                    <a:cubicBezTo>
                      <a:pt x="6436" y="2092"/>
                      <a:pt x="6225" y="1325"/>
                      <a:pt x="5755" y="735"/>
                    </a:cubicBezTo>
                    <a:cubicBezTo>
                      <a:pt x="5569" y="502"/>
                      <a:pt x="5345" y="291"/>
                      <a:pt x="5282" y="0"/>
                    </a:cubicBez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34"/>
              <p:cNvSpPr/>
              <p:nvPr/>
            </p:nvSpPr>
            <p:spPr>
              <a:xfrm>
                <a:off x="2405850" y="3479925"/>
                <a:ext cx="65325" cy="242925"/>
              </a:xfrm>
              <a:custGeom>
                <a:avLst/>
                <a:gdLst/>
                <a:ahLst/>
                <a:cxnLst/>
                <a:rect l="l" t="t" r="r" b="b"/>
                <a:pathLst>
                  <a:path w="2613" h="9717" extrusionOk="0">
                    <a:moveTo>
                      <a:pt x="1493" y="0"/>
                    </a:moveTo>
                    <a:cubicBezTo>
                      <a:pt x="1483" y="32"/>
                      <a:pt x="710" y="3253"/>
                      <a:pt x="291" y="5442"/>
                    </a:cubicBezTo>
                    <a:cubicBezTo>
                      <a:pt x="0" y="6922"/>
                      <a:pt x="190" y="8199"/>
                      <a:pt x="805" y="8944"/>
                    </a:cubicBezTo>
                    <a:cubicBezTo>
                      <a:pt x="1228" y="9455"/>
                      <a:pt x="1836" y="9717"/>
                      <a:pt x="2603" y="9717"/>
                    </a:cubicBezTo>
                    <a:lnTo>
                      <a:pt x="2613" y="9717"/>
                    </a:lnTo>
                    <a:lnTo>
                      <a:pt x="2613" y="9625"/>
                    </a:lnTo>
                    <a:cubicBezTo>
                      <a:pt x="1871" y="9625"/>
                      <a:pt x="1288" y="9376"/>
                      <a:pt x="881" y="8884"/>
                    </a:cubicBezTo>
                    <a:cubicBezTo>
                      <a:pt x="281" y="8158"/>
                      <a:pt x="101" y="6909"/>
                      <a:pt x="379" y="5458"/>
                    </a:cubicBezTo>
                    <a:cubicBezTo>
                      <a:pt x="802" y="3272"/>
                      <a:pt x="1571" y="51"/>
                      <a:pt x="1578" y="19"/>
                    </a:cubicBezTo>
                    <a:lnTo>
                      <a:pt x="1493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Google Shape;630;p34"/>
              <p:cNvSpPr/>
              <p:nvPr/>
            </p:nvSpPr>
            <p:spPr>
              <a:xfrm>
                <a:off x="2227050" y="3293325"/>
                <a:ext cx="149250" cy="177550"/>
              </a:xfrm>
              <a:custGeom>
                <a:avLst/>
                <a:gdLst/>
                <a:ahLst/>
                <a:cxnLst/>
                <a:rect l="l" t="t" r="r" b="b"/>
                <a:pathLst>
                  <a:path w="5970" h="7102" extrusionOk="0">
                    <a:moveTo>
                      <a:pt x="4496" y="0"/>
                    </a:moveTo>
                    <a:lnTo>
                      <a:pt x="3360" y="2634"/>
                    </a:lnTo>
                    <a:lnTo>
                      <a:pt x="1" y="5603"/>
                    </a:lnTo>
                    <a:lnTo>
                      <a:pt x="597" y="7101"/>
                    </a:lnTo>
                    <a:cubicBezTo>
                      <a:pt x="597" y="7101"/>
                      <a:pt x="3704" y="5931"/>
                      <a:pt x="5092" y="4268"/>
                    </a:cubicBezTo>
                    <a:cubicBezTo>
                      <a:pt x="5840" y="3376"/>
                      <a:pt x="5969" y="1394"/>
                      <a:pt x="5969" y="1394"/>
                    </a:cubicBezTo>
                    <a:lnTo>
                      <a:pt x="4496" y="0"/>
                    </a:lnTo>
                    <a:close/>
                  </a:path>
                </a:pathLst>
              </a:custGeom>
              <a:solidFill>
                <a:srgbClr val="F09F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Google Shape;631;p34"/>
              <p:cNvSpPr/>
              <p:nvPr/>
            </p:nvSpPr>
            <p:spPr>
              <a:xfrm>
                <a:off x="2360425" y="3215625"/>
                <a:ext cx="184250" cy="242850"/>
              </a:xfrm>
              <a:custGeom>
                <a:avLst/>
                <a:gdLst/>
                <a:ahLst/>
                <a:cxnLst/>
                <a:rect l="l" t="t" r="r" b="b"/>
                <a:pathLst>
                  <a:path w="7370" h="9714" extrusionOk="0">
                    <a:moveTo>
                      <a:pt x="4322" y="1"/>
                    </a:moveTo>
                    <a:lnTo>
                      <a:pt x="2959" y="39"/>
                    </a:lnTo>
                    <a:lnTo>
                      <a:pt x="1111" y="550"/>
                    </a:lnTo>
                    <a:lnTo>
                      <a:pt x="202" y="1054"/>
                    </a:lnTo>
                    <a:cubicBezTo>
                      <a:pt x="202" y="1054"/>
                      <a:pt x="0" y="4373"/>
                      <a:pt x="32" y="4427"/>
                    </a:cubicBezTo>
                    <a:cubicBezTo>
                      <a:pt x="63" y="4487"/>
                      <a:pt x="1578" y="9585"/>
                      <a:pt x="1565" y="9686"/>
                    </a:cubicBezTo>
                    <a:cubicBezTo>
                      <a:pt x="1563" y="9702"/>
                      <a:pt x="1678" y="9714"/>
                      <a:pt x="1879" y="9714"/>
                    </a:cubicBezTo>
                    <a:cubicBezTo>
                      <a:pt x="2884" y="9714"/>
                      <a:pt x="6029" y="9414"/>
                      <a:pt x="7370" y="7853"/>
                    </a:cubicBezTo>
                    <a:cubicBezTo>
                      <a:pt x="7370" y="7853"/>
                      <a:pt x="6534" y="6209"/>
                      <a:pt x="6297" y="5641"/>
                    </a:cubicBezTo>
                    <a:cubicBezTo>
                      <a:pt x="6061" y="5077"/>
                      <a:pt x="5938" y="3338"/>
                      <a:pt x="5938" y="3338"/>
                    </a:cubicBezTo>
                    <a:lnTo>
                      <a:pt x="432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Google Shape;632;p34"/>
              <p:cNvSpPr/>
              <p:nvPr/>
            </p:nvSpPr>
            <p:spPr>
              <a:xfrm>
                <a:off x="2378000" y="3219250"/>
                <a:ext cx="64400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2576" h="1150" extrusionOk="0">
                    <a:moveTo>
                      <a:pt x="2487" y="1"/>
                    </a:moveTo>
                    <a:cubicBezTo>
                      <a:pt x="2357" y="360"/>
                      <a:pt x="1973" y="739"/>
                      <a:pt x="1521" y="938"/>
                    </a:cubicBezTo>
                    <a:cubicBezTo>
                      <a:pt x="1346" y="1016"/>
                      <a:pt x="1123" y="1059"/>
                      <a:pt x="897" y="1059"/>
                    </a:cubicBezTo>
                    <a:cubicBezTo>
                      <a:pt x="585" y="1059"/>
                      <a:pt x="266" y="977"/>
                      <a:pt x="58" y="793"/>
                    </a:cubicBezTo>
                    <a:lnTo>
                      <a:pt x="1" y="859"/>
                    </a:lnTo>
                    <a:cubicBezTo>
                      <a:pt x="225" y="1058"/>
                      <a:pt x="569" y="1149"/>
                      <a:pt x="903" y="1149"/>
                    </a:cubicBezTo>
                    <a:cubicBezTo>
                      <a:pt x="1143" y="1149"/>
                      <a:pt x="1376" y="1102"/>
                      <a:pt x="1556" y="1023"/>
                    </a:cubicBezTo>
                    <a:cubicBezTo>
                      <a:pt x="2032" y="805"/>
                      <a:pt x="2433" y="417"/>
                      <a:pt x="2575" y="32"/>
                    </a:cubicBezTo>
                    <a:lnTo>
                      <a:pt x="2487" y="1"/>
                    </a:ln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Google Shape;633;p34"/>
              <p:cNvSpPr/>
              <p:nvPr/>
            </p:nvSpPr>
            <p:spPr>
              <a:xfrm>
                <a:off x="2314925" y="3241025"/>
                <a:ext cx="73825" cy="135675"/>
              </a:xfrm>
              <a:custGeom>
                <a:avLst/>
                <a:gdLst/>
                <a:ahLst/>
                <a:cxnLst/>
                <a:rect l="l" t="t" r="r" b="b"/>
                <a:pathLst>
                  <a:path w="2953" h="5427" extrusionOk="0">
                    <a:moveTo>
                      <a:pt x="1972" y="0"/>
                    </a:moveTo>
                    <a:cubicBezTo>
                      <a:pt x="1663" y="215"/>
                      <a:pt x="1252" y="594"/>
                      <a:pt x="1114" y="1007"/>
                    </a:cubicBezTo>
                    <a:cubicBezTo>
                      <a:pt x="678" y="2316"/>
                      <a:pt x="0" y="4184"/>
                      <a:pt x="0" y="4184"/>
                    </a:cubicBezTo>
                    <a:lnTo>
                      <a:pt x="2350" y="5427"/>
                    </a:lnTo>
                    <a:lnTo>
                      <a:pt x="2953" y="3111"/>
                    </a:lnTo>
                    <a:lnTo>
                      <a:pt x="197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34"/>
              <p:cNvSpPr/>
              <p:nvPr/>
            </p:nvSpPr>
            <p:spPr>
              <a:xfrm>
                <a:off x="2320200" y="3328100"/>
                <a:ext cx="58550" cy="31725"/>
              </a:xfrm>
              <a:custGeom>
                <a:avLst/>
                <a:gdLst/>
                <a:ahLst/>
                <a:cxnLst/>
                <a:rect l="l" t="t" r="r" b="b"/>
                <a:pathLst>
                  <a:path w="2342" h="1269" extrusionOk="0">
                    <a:moveTo>
                      <a:pt x="41" y="0"/>
                    </a:moveTo>
                    <a:lnTo>
                      <a:pt x="0" y="82"/>
                    </a:lnTo>
                    <a:lnTo>
                      <a:pt x="2300" y="1269"/>
                    </a:lnTo>
                    <a:lnTo>
                      <a:pt x="2341" y="1186"/>
                    </a:lnTo>
                    <a:lnTo>
                      <a:pt x="41" y="0"/>
                    </a:ln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34"/>
              <p:cNvSpPr/>
              <p:nvPr/>
            </p:nvSpPr>
            <p:spPr>
              <a:xfrm>
                <a:off x="2350100" y="3275025"/>
                <a:ext cx="10275" cy="38200"/>
              </a:xfrm>
              <a:custGeom>
                <a:avLst/>
                <a:gdLst/>
                <a:ahLst/>
                <a:cxnLst/>
                <a:rect l="l" t="t" r="r" b="b"/>
                <a:pathLst>
                  <a:path w="411" h="1528" extrusionOk="0">
                    <a:moveTo>
                      <a:pt x="82" y="0"/>
                    </a:moveTo>
                    <a:lnTo>
                      <a:pt x="0" y="35"/>
                    </a:lnTo>
                    <a:cubicBezTo>
                      <a:pt x="189" y="514"/>
                      <a:pt x="300" y="1016"/>
                      <a:pt x="319" y="1527"/>
                    </a:cubicBezTo>
                    <a:lnTo>
                      <a:pt x="410" y="1524"/>
                    </a:lnTo>
                    <a:cubicBezTo>
                      <a:pt x="385" y="1000"/>
                      <a:pt x="281" y="486"/>
                      <a:pt x="82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34"/>
              <p:cNvSpPr/>
              <p:nvPr/>
            </p:nvSpPr>
            <p:spPr>
              <a:xfrm>
                <a:off x="2422025" y="3214850"/>
                <a:ext cx="117925" cy="217050"/>
              </a:xfrm>
              <a:custGeom>
                <a:avLst/>
                <a:gdLst/>
                <a:ahLst/>
                <a:cxnLst/>
                <a:rect l="l" t="t" r="r" b="b"/>
                <a:pathLst>
                  <a:path w="4717" h="8682" extrusionOk="0">
                    <a:moveTo>
                      <a:pt x="1855" y="0"/>
                    </a:moveTo>
                    <a:lnTo>
                      <a:pt x="868" y="25"/>
                    </a:lnTo>
                    <a:cubicBezTo>
                      <a:pt x="786" y="697"/>
                      <a:pt x="275" y="1189"/>
                      <a:pt x="152" y="1852"/>
                    </a:cubicBezTo>
                    <a:cubicBezTo>
                      <a:pt x="0" y="2675"/>
                      <a:pt x="167" y="3634"/>
                      <a:pt x="290" y="4458"/>
                    </a:cubicBezTo>
                    <a:cubicBezTo>
                      <a:pt x="420" y="5341"/>
                      <a:pt x="625" y="6221"/>
                      <a:pt x="906" y="7076"/>
                    </a:cubicBezTo>
                    <a:cubicBezTo>
                      <a:pt x="1038" y="7483"/>
                      <a:pt x="1189" y="7887"/>
                      <a:pt x="1347" y="8281"/>
                    </a:cubicBezTo>
                    <a:cubicBezTo>
                      <a:pt x="1441" y="8502"/>
                      <a:pt x="1576" y="8681"/>
                      <a:pt x="1788" y="8681"/>
                    </a:cubicBezTo>
                    <a:cubicBezTo>
                      <a:pt x="1848" y="8681"/>
                      <a:pt x="1914" y="8667"/>
                      <a:pt x="1988" y="8635"/>
                    </a:cubicBezTo>
                    <a:cubicBezTo>
                      <a:pt x="2265" y="8518"/>
                      <a:pt x="2549" y="8448"/>
                      <a:pt x="2833" y="8354"/>
                    </a:cubicBezTo>
                    <a:cubicBezTo>
                      <a:pt x="3448" y="8149"/>
                      <a:pt x="4035" y="7865"/>
                      <a:pt x="4574" y="7512"/>
                    </a:cubicBezTo>
                    <a:cubicBezTo>
                      <a:pt x="4619" y="7483"/>
                      <a:pt x="4666" y="7448"/>
                      <a:pt x="4685" y="7401"/>
                    </a:cubicBezTo>
                    <a:cubicBezTo>
                      <a:pt x="4716" y="7325"/>
                      <a:pt x="4682" y="7243"/>
                      <a:pt x="4650" y="7171"/>
                    </a:cubicBezTo>
                    <a:cubicBezTo>
                      <a:pt x="4429" y="6688"/>
                      <a:pt x="4130" y="6221"/>
                      <a:pt x="3981" y="5710"/>
                    </a:cubicBezTo>
                    <a:cubicBezTo>
                      <a:pt x="3641" y="4559"/>
                      <a:pt x="3625" y="4010"/>
                      <a:pt x="3587" y="3997"/>
                    </a:cubicBezTo>
                    <a:cubicBezTo>
                      <a:pt x="2846" y="3770"/>
                      <a:pt x="2382" y="3003"/>
                      <a:pt x="2234" y="2243"/>
                    </a:cubicBezTo>
                    <a:cubicBezTo>
                      <a:pt x="2082" y="1483"/>
                      <a:pt x="1868" y="776"/>
                      <a:pt x="1855" y="0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34"/>
              <p:cNvSpPr/>
              <p:nvPr/>
            </p:nvSpPr>
            <p:spPr>
              <a:xfrm>
                <a:off x="2354025" y="3233075"/>
                <a:ext cx="68975" cy="214100"/>
              </a:xfrm>
              <a:custGeom>
                <a:avLst/>
                <a:gdLst/>
                <a:ahLst/>
                <a:cxnLst/>
                <a:rect l="l" t="t" r="r" b="b"/>
                <a:pathLst>
                  <a:path w="2759" h="8564" extrusionOk="0">
                    <a:moveTo>
                      <a:pt x="1020" y="1"/>
                    </a:moveTo>
                    <a:cubicBezTo>
                      <a:pt x="922" y="1"/>
                      <a:pt x="619" y="126"/>
                      <a:pt x="480" y="208"/>
                    </a:cubicBezTo>
                    <a:cubicBezTo>
                      <a:pt x="433" y="236"/>
                      <a:pt x="383" y="265"/>
                      <a:pt x="354" y="312"/>
                    </a:cubicBezTo>
                    <a:cubicBezTo>
                      <a:pt x="319" y="372"/>
                      <a:pt x="323" y="451"/>
                      <a:pt x="329" y="524"/>
                    </a:cubicBezTo>
                    <a:cubicBezTo>
                      <a:pt x="345" y="820"/>
                      <a:pt x="329" y="1120"/>
                      <a:pt x="288" y="1416"/>
                    </a:cubicBezTo>
                    <a:cubicBezTo>
                      <a:pt x="234" y="1830"/>
                      <a:pt x="118" y="2240"/>
                      <a:pt x="54" y="2650"/>
                    </a:cubicBezTo>
                    <a:cubicBezTo>
                      <a:pt x="20" y="2890"/>
                      <a:pt x="1" y="3129"/>
                      <a:pt x="32" y="3372"/>
                    </a:cubicBezTo>
                    <a:cubicBezTo>
                      <a:pt x="102" y="4114"/>
                      <a:pt x="398" y="4811"/>
                      <a:pt x="638" y="5505"/>
                    </a:cubicBezTo>
                    <a:cubicBezTo>
                      <a:pt x="960" y="6436"/>
                      <a:pt x="1190" y="7398"/>
                      <a:pt x="1326" y="8373"/>
                    </a:cubicBezTo>
                    <a:cubicBezTo>
                      <a:pt x="1332" y="8423"/>
                      <a:pt x="1342" y="8480"/>
                      <a:pt x="1379" y="8514"/>
                    </a:cubicBezTo>
                    <a:cubicBezTo>
                      <a:pt x="1408" y="8537"/>
                      <a:pt x="1439" y="8546"/>
                      <a:pt x="1471" y="8549"/>
                    </a:cubicBezTo>
                    <a:cubicBezTo>
                      <a:pt x="1524" y="8559"/>
                      <a:pt x="1577" y="8563"/>
                      <a:pt x="1628" y="8563"/>
                    </a:cubicBezTo>
                    <a:cubicBezTo>
                      <a:pt x="1887" y="8563"/>
                      <a:pt x="2120" y="8451"/>
                      <a:pt x="2370" y="8366"/>
                    </a:cubicBezTo>
                    <a:cubicBezTo>
                      <a:pt x="2635" y="8281"/>
                      <a:pt x="2758" y="8095"/>
                      <a:pt x="2673" y="7814"/>
                    </a:cubicBezTo>
                    <a:cubicBezTo>
                      <a:pt x="2357" y="6754"/>
                      <a:pt x="2096" y="5675"/>
                      <a:pt x="1925" y="4581"/>
                    </a:cubicBezTo>
                    <a:cubicBezTo>
                      <a:pt x="1786" y="3694"/>
                      <a:pt x="1707" y="2798"/>
                      <a:pt x="1543" y="1915"/>
                    </a:cubicBezTo>
                    <a:cubicBezTo>
                      <a:pt x="1405" y="1511"/>
                      <a:pt x="1357" y="1063"/>
                      <a:pt x="1231" y="650"/>
                    </a:cubicBezTo>
                    <a:cubicBezTo>
                      <a:pt x="1187" y="508"/>
                      <a:pt x="1095" y="44"/>
                      <a:pt x="1045" y="6"/>
                    </a:cubicBezTo>
                    <a:cubicBezTo>
                      <a:pt x="1040" y="3"/>
                      <a:pt x="1031" y="1"/>
                      <a:pt x="1020" y="1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34"/>
              <p:cNvSpPr/>
              <p:nvPr/>
            </p:nvSpPr>
            <p:spPr>
              <a:xfrm>
                <a:off x="2431325" y="3212800"/>
                <a:ext cx="109650" cy="212250"/>
              </a:xfrm>
              <a:custGeom>
                <a:avLst/>
                <a:gdLst/>
                <a:ahLst/>
                <a:cxnLst/>
                <a:rect l="l" t="t" r="r" b="b"/>
                <a:pathLst>
                  <a:path w="4386" h="8490" extrusionOk="0">
                    <a:moveTo>
                      <a:pt x="922" y="0"/>
                    </a:moveTo>
                    <a:cubicBezTo>
                      <a:pt x="874" y="6"/>
                      <a:pt x="836" y="44"/>
                      <a:pt x="836" y="98"/>
                    </a:cubicBezTo>
                    <a:cubicBezTo>
                      <a:pt x="849" y="508"/>
                      <a:pt x="653" y="852"/>
                      <a:pt x="445" y="1221"/>
                    </a:cubicBezTo>
                    <a:cubicBezTo>
                      <a:pt x="281" y="1511"/>
                      <a:pt x="111" y="1814"/>
                      <a:pt x="45" y="2164"/>
                    </a:cubicBezTo>
                    <a:cubicBezTo>
                      <a:pt x="0" y="2395"/>
                      <a:pt x="4" y="2631"/>
                      <a:pt x="13" y="2833"/>
                    </a:cubicBezTo>
                    <a:cubicBezTo>
                      <a:pt x="82" y="4373"/>
                      <a:pt x="401" y="6067"/>
                      <a:pt x="931" y="7742"/>
                    </a:cubicBezTo>
                    <a:cubicBezTo>
                      <a:pt x="1123" y="8357"/>
                      <a:pt x="1417" y="8489"/>
                      <a:pt x="1628" y="8489"/>
                    </a:cubicBezTo>
                    <a:cubicBezTo>
                      <a:pt x="1676" y="8489"/>
                      <a:pt x="1723" y="8480"/>
                      <a:pt x="1761" y="8461"/>
                    </a:cubicBezTo>
                    <a:cubicBezTo>
                      <a:pt x="2556" y="8262"/>
                      <a:pt x="3480" y="7969"/>
                      <a:pt x="4338" y="7316"/>
                    </a:cubicBezTo>
                    <a:cubicBezTo>
                      <a:pt x="4376" y="7291"/>
                      <a:pt x="4385" y="7231"/>
                      <a:pt x="4354" y="7190"/>
                    </a:cubicBezTo>
                    <a:cubicBezTo>
                      <a:pt x="4337" y="7167"/>
                      <a:pt x="4309" y="7155"/>
                      <a:pt x="4282" y="7155"/>
                    </a:cubicBezTo>
                    <a:cubicBezTo>
                      <a:pt x="4263" y="7155"/>
                      <a:pt x="4243" y="7161"/>
                      <a:pt x="4228" y="7174"/>
                    </a:cubicBezTo>
                    <a:cubicBezTo>
                      <a:pt x="3398" y="7805"/>
                      <a:pt x="2496" y="8089"/>
                      <a:pt x="1720" y="8288"/>
                    </a:cubicBezTo>
                    <a:cubicBezTo>
                      <a:pt x="1688" y="8295"/>
                      <a:pt x="1658" y="8299"/>
                      <a:pt x="1629" y="8299"/>
                    </a:cubicBezTo>
                    <a:cubicBezTo>
                      <a:pt x="1359" y="8299"/>
                      <a:pt x="1196" y="7973"/>
                      <a:pt x="1105" y="7685"/>
                    </a:cubicBezTo>
                    <a:cubicBezTo>
                      <a:pt x="578" y="6022"/>
                      <a:pt x="269" y="4344"/>
                      <a:pt x="193" y="2820"/>
                    </a:cubicBezTo>
                    <a:cubicBezTo>
                      <a:pt x="180" y="2628"/>
                      <a:pt x="180" y="2407"/>
                      <a:pt x="221" y="2193"/>
                    </a:cubicBezTo>
                    <a:cubicBezTo>
                      <a:pt x="284" y="1874"/>
                      <a:pt x="445" y="1587"/>
                      <a:pt x="603" y="1306"/>
                    </a:cubicBezTo>
                    <a:cubicBezTo>
                      <a:pt x="817" y="937"/>
                      <a:pt x="1032" y="549"/>
                      <a:pt x="1016" y="88"/>
                    </a:cubicBezTo>
                    <a:cubicBezTo>
                      <a:pt x="1016" y="41"/>
                      <a:pt x="975" y="0"/>
                      <a:pt x="928" y="0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34"/>
              <p:cNvSpPr/>
              <p:nvPr/>
            </p:nvSpPr>
            <p:spPr>
              <a:xfrm>
                <a:off x="2371300" y="3233125"/>
                <a:ext cx="44825" cy="207700"/>
              </a:xfrm>
              <a:custGeom>
                <a:avLst/>
                <a:gdLst/>
                <a:ahLst/>
                <a:cxnLst/>
                <a:rect l="l" t="t" r="r" b="b"/>
                <a:pathLst>
                  <a:path w="1793" h="8308" extrusionOk="0">
                    <a:moveTo>
                      <a:pt x="86" y="1"/>
                    </a:moveTo>
                    <a:cubicBezTo>
                      <a:pt x="35" y="4"/>
                      <a:pt x="1" y="45"/>
                      <a:pt x="1" y="96"/>
                    </a:cubicBezTo>
                    <a:cubicBezTo>
                      <a:pt x="7" y="361"/>
                      <a:pt x="48" y="487"/>
                      <a:pt x="117" y="714"/>
                    </a:cubicBezTo>
                    <a:cubicBezTo>
                      <a:pt x="165" y="865"/>
                      <a:pt x="212" y="1014"/>
                      <a:pt x="259" y="1159"/>
                    </a:cubicBezTo>
                    <a:cubicBezTo>
                      <a:pt x="351" y="1440"/>
                      <a:pt x="445" y="1733"/>
                      <a:pt x="521" y="2020"/>
                    </a:cubicBezTo>
                    <a:cubicBezTo>
                      <a:pt x="603" y="2348"/>
                      <a:pt x="622" y="2701"/>
                      <a:pt x="638" y="3048"/>
                    </a:cubicBezTo>
                    <a:cubicBezTo>
                      <a:pt x="651" y="3247"/>
                      <a:pt x="657" y="3455"/>
                      <a:pt x="682" y="3651"/>
                    </a:cubicBezTo>
                    <a:cubicBezTo>
                      <a:pt x="767" y="4402"/>
                      <a:pt x="909" y="5187"/>
                      <a:pt x="1124" y="6121"/>
                    </a:cubicBezTo>
                    <a:cubicBezTo>
                      <a:pt x="1143" y="6203"/>
                      <a:pt x="1158" y="6285"/>
                      <a:pt x="1177" y="6370"/>
                    </a:cubicBezTo>
                    <a:cubicBezTo>
                      <a:pt x="1234" y="6629"/>
                      <a:pt x="1294" y="6897"/>
                      <a:pt x="1379" y="7153"/>
                    </a:cubicBezTo>
                    <a:cubicBezTo>
                      <a:pt x="1392" y="7184"/>
                      <a:pt x="1405" y="7216"/>
                      <a:pt x="1414" y="7254"/>
                    </a:cubicBezTo>
                    <a:cubicBezTo>
                      <a:pt x="1493" y="7468"/>
                      <a:pt x="1587" y="7736"/>
                      <a:pt x="1452" y="7894"/>
                    </a:cubicBezTo>
                    <a:cubicBezTo>
                      <a:pt x="1316" y="8049"/>
                      <a:pt x="875" y="8121"/>
                      <a:pt x="603" y="8124"/>
                    </a:cubicBezTo>
                    <a:cubicBezTo>
                      <a:pt x="553" y="8124"/>
                      <a:pt x="512" y="8162"/>
                      <a:pt x="512" y="8216"/>
                    </a:cubicBezTo>
                    <a:cubicBezTo>
                      <a:pt x="512" y="8266"/>
                      <a:pt x="553" y="8307"/>
                      <a:pt x="603" y="8307"/>
                    </a:cubicBezTo>
                    <a:cubicBezTo>
                      <a:pt x="610" y="8307"/>
                      <a:pt x="1341" y="8298"/>
                      <a:pt x="1584" y="8017"/>
                    </a:cubicBezTo>
                    <a:cubicBezTo>
                      <a:pt x="1793" y="7777"/>
                      <a:pt x="1673" y="7437"/>
                      <a:pt x="1584" y="7194"/>
                    </a:cubicBezTo>
                    <a:cubicBezTo>
                      <a:pt x="1569" y="7162"/>
                      <a:pt x="1559" y="7131"/>
                      <a:pt x="1550" y="7099"/>
                    </a:cubicBezTo>
                    <a:cubicBezTo>
                      <a:pt x="1468" y="6853"/>
                      <a:pt x="1408" y="6591"/>
                      <a:pt x="1351" y="6333"/>
                    </a:cubicBezTo>
                    <a:cubicBezTo>
                      <a:pt x="1332" y="6247"/>
                      <a:pt x="1316" y="6165"/>
                      <a:pt x="1297" y="6080"/>
                    </a:cubicBezTo>
                    <a:cubicBezTo>
                      <a:pt x="1083" y="5156"/>
                      <a:pt x="947" y="4377"/>
                      <a:pt x="859" y="3632"/>
                    </a:cubicBezTo>
                    <a:cubicBezTo>
                      <a:pt x="837" y="3440"/>
                      <a:pt x="824" y="3238"/>
                      <a:pt x="815" y="3042"/>
                    </a:cubicBezTo>
                    <a:cubicBezTo>
                      <a:pt x="799" y="2686"/>
                      <a:pt x="780" y="2320"/>
                      <a:pt x="695" y="1976"/>
                    </a:cubicBezTo>
                    <a:cubicBezTo>
                      <a:pt x="619" y="1679"/>
                      <a:pt x="524" y="1389"/>
                      <a:pt x="433" y="1105"/>
                    </a:cubicBezTo>
                    <a:cubicBezTo>
                      <a:pt x="386" y="960"/>
                      <a:pt x="335" y="809"/>
                      <a:pt x="291" y="660"/>
                    </a:cubicBezTo>
                    <a:cubicBezTo>
                      <a:pt x="221" y="430"/>
                      <a:pt x="190" y="329"/>
                      <a:pt x="180" y="86"/>
                    </a:cubicBezTo>
                    <a:cubicBezTo>
                      <a:pt x="177" y="36"/>
                      <a:pt x="136" y="1"/>
                      <a:pt x="86" y="1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640;p34"/>
              <p:cNvSpPr/>
              <p:nvPr/>
            </p:nvSpPr>
            <p:spPr>
              <a:xfrm>
                <a:off x="2439925" y="3286375"/>
                <a:ext cx="36850" cy="10200"/>
              </a:xfrm>
              <a:custGeom>
                <a:avLst/>
                <a:gdLst/>
                <a:ahLst/>
                <a:cxnLst/>
                <a:rect l="l" t="t" r="r" b="b"/>
                <a:pathLst>
                  <a:path w="1474" h="408" extrusionOk="0">
                    <a:moveTo>
                      <a:pt x="1439" y="0"/>
                    </a:moveTo>
                    <a:cubicBezTo>
                      <a:pt x="988" y="199"/>
                      <a:pt x="489" y="303"/>
                      <a:pt x="0" y="316"/>
                    </a:cubicBezTo>
                    <a:lnTo>
                      <a:pt x="3" y="407"/>
                    </a:lnTo>
                    <a:cubicBezTo>
                      <a:pt x="505" y="395"/>
                      <a:pt x="1016" y="284"/>
                      <a:pt x="1474" y="82"/>
                    </a:cubicBezTo>
                    <a:lnTo>
                      <a:pt x="1439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34"/>
              <p:cNvSpPr/>
              <p:nvPr/>
            </p:nvSpPr>
            <p:spPr>
              <a:xfrm>
                <a:off x="2356950" y="3298825"/>
                <a:ext cx="24075" cy="8075"/>
              </a:xfrm>
              <a:custGeom>
                <a:avLst/>
                <a:gdLst/>
                <a:ahLst/>
                <a:cxnLst/>
                <a:rect l="l" t="t" r="r" b="b"/>
                <a:pathLst>
                  <a:path w="963" h="323" extrusionOk="0">
                    <a:moveTo>
                      <a:pt x="928" y="1"/>
                    </a:moveTo>
                    <a:cubicBezTo>
                      <a:pt x="631" y="121"/>
                      <a:pt x="319" y="200"/>
                      <a:pt x="1" y="231"/>
                    </a:cubicBezTo>
                    <a:lnTo>
                      <a:pt x="10" y="323"/>
                    </a:lnTo>
                    <a:cubicBezTo>
                      <a:pt x="338" y="291"/>
                      <a:pt x="657" y="209"/>
                      <a:pt x="963" y="83"/>
                    </a:cubicBezTo>
                    <a:lnTo>
                      <a:pt x="928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34"/>
              <p:cNvSpPr/>
              <p:nvPr/>
            </p:nvSpPr>
            <p:spPr>
              <a:xfrm>
                <a:off x="2375000" y="3374775"/>
                <a:ext cx="14700" cy="5400"/>
              </a:xfrm>
              <a:custGeom>
                <a:avLst/>
                <a:gdLst/>
                <a:ahLst/>
                <a:cxnLst/>
                <a:rect l="l" t="t" r="r" b="b"/>
                <a:pathLst>
                  <a:path w="588" h="216" extrusionOk="0">
                    <a:moveTo>
                      <a:pt x="569" y="1"/>
                    </a:moveTo>
                    <a:lnTo>
                      <a:pt x="1" y="127"/>
                    </a:lnTo>
                    <a:lnTo>
                      <a:pt x="20" y="215"/>
                    </a:lnTo>
                    <a:lnTo>
                      <a:pt x="588" y="89"/>
                    </a:lnTo>
                    <a:lnTo>
                      <a:pt x="569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43;p34"/>
              <p:cNvSpPr/>
              <p:nvPr/>
            </p:nvSpPr>
            <p:spPr>
              <a:xfrm>
                <a:off x="2453575" y="3351050"/>
                <a:ext cx="55150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2206" h="632" extrusionOk="0">
                    <a:moveTo>
                      <a:pt x="2170" y="0"/>
                    </a:moveTo>
                    <a:cubicBezTo>
                      <a:pt x="1480" y="297"/>
                      <a:pt x="751" y="477"/>
                      <a:pt x="0" y="540"/>
                    </a:cubicBezTo>
                    <a:lnTo>
                      <a:pt x="10" y="631"/>
                    </a:lnTo>
                    <a:cubicBezTo>
                      <a:pt x="767" y="571"/>
                      <a:pt x="1508" y="388"/>
                      <a:pt x="2205" y="82"/>
                    </a:cubicBezTo>
                    <a:lnTo>
                      <a:pt x="2170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644;p34"/>
              <p:cNvSpPr/>
              <p:nvPr/>
            </p:nvSpPr>
            <p:spPr>
              <a:xfrm>
                <a:off x="2311125" y="3358075"/>
                <a:ext cx="3070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228" h="430" extrusionOk="0">
                    <a:moveTo>
                      <a:pt x="1" y="0"/>
                    </a:moveTo>
                    <a:lnTo>
                      <a:pt x="1" y="92"/>
                    </a:lnTo>
                    <a:cubicBezTo>
                      <a:pt x="420" y="95"/>
                      <a:pt x="830" y="271"/>
                      <a:pt x="1193" y="429"/>
                    </a:cubicBezTo>
                    <a:lnTo>
                      <a:pt x="1228" y="347"/>
                    </a:lnTo>
                    <a:cubicBezTo>
                      <a:pt x="856" y="183"/>
                      <a:pt x="439" y="3"/>
                      <a:pt x="1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Google Shape;645;p34"/>
              <p:cNvSpPr/>
              <p:nvPr/>
            </p:nvSpPr>
            <p:spPr>
              <a:xfrm>
                <a:off x="2164750" y="3410900"/>
                <a:ext cx="108625" cy="83900"/>
              </a:xfrm>
              <a:custGeom>
                <a:avLst/>
                <a:gdLst/>
                <a:ahLst/>
                <a:cxnLst/>
                <a:rect l="l" t="t" r="r" b="b"/>
                <a:pathLst>
                  <a:path w="4345" h="3356" extrusionOk="0">
                    <a:moveTo>
                      <a:pt x="3524" y="1"/>
                    </a:moveTo>
                    <a:cubicBezTo>
                      <a:pt x="3524" y="1"/>
                      <a:pt x="3212" y="272"/>
                      <a:pt x="2855" y="411"/>
                    </a:cubicBezTo>
                    <a:cubicBezTo>
                      <a:pt x="2707" y="465"/>
                      <a:pt x="2098" y="528"/>
                      <a:pt x="1865" y="632"/>
                    </a:cubicBezTo>
                    <a:cubicBezTo>
                      <a:pt x="1745" y="682"/>
                      <a:pt x="1625" y="733"/>
                      <a:pt x="1524" y="818"/>
                    </a:cubicBezTo>
                    <a:cubicBezTo>
                      <a:pt x="1404" y="919"/>
                      <a:pt x="1310" y="1058"/>
                      <a:pt x="1168" y="1133"/>
                    </a:cubicBezTo>
                    <a:cubicBezTo>
                      <a:pt x="1064" y="1187"/>
                      <a:pt x="830" y="1329"/>
                      <a:pt x="821" y="1420"/>
                    </a:cubicBezTo>
                    <a:cubicBezTo>
                      <a:pt x="814" y="1452"/>
                      <a:pt x="849" y="1474"/>
                      <a:pt x="871" y="1490"/>
                    </a:cubicBezTo>
                    <a:cubicBezTo>
                      <a:pt x="915" y="1521"/>
                      <a:pt x="968" y="1532"/>
                      <a:pt x="1022" y="1532"/>
                    </a:cubicBezTo>
                    <a:cubicBezTo>
                      <a:pt x="1066" y="1532"/>
                      <a:pt x="1110" y="1525"/>
                      <a:pt x="1152" y="1518"/>
                    </a:cubicBezTo>
                    <a:cubicBezTo>
                      <a:pt x="1217" y="1506"/>
                      <a:pt x="1286" y="1496"/>
                      <a:pt x="1354" y="1484"/>
                    </a:cubicBezTo>
                    <a:lnTo>
                      <a:pt x="1354" y="1484"/>
                    </a:lnTo>
                    <a:cubicBezTo>
                      <a:pt x="1325" y="1491"/>
                      <a:pt x="1277" y="1560"/>
                      <a:pt x="1250" y="1578"/>
                    </a:cubicBezTo>
                    <a:cubicBezTo>
                      <a:pt x="1218" y="1597"/>
                      <a:pt x="1187" y="1610"/>
                      <a:pt x="1155" y="1632"/>
                    </a:cubicBezTo>
                    <a:cubicBezTo>
                      <a:pt x="1079" y="1689"/>
                      <a:pt x="1010" y="1748"/>
                      <a:pt x="931" y="1802"/>
                    </a:cubicBezTo>
                    <a:cubicBezTo>
                      <a:pt x="780" y="1909"/>
                      <a:pt x="616" y="2001"/>
                      <a:pt x="436" y="2051"/>
                    </a:cubicBezTo>
                    <a:cubicBezTo>
                      <a:pt x="341" y="2080"/>
                      <a:pt x="193" y="2121"/>
                      <a:pt x="183" y="2193"/>
                    </a:cubicBezTo>
                    <a:cubicBezTo>
                      <a:pt x="177" y="2263"/>
                      <a:pt x="278" y="2288"/>
                      <a:pt x="278" y="2288"/>
                    </a:cubicBezTo>
                    <a:cubicBezTo>
                      <a:pt x="278" y="2288"/>
                      <a:pt x="152" y="2288"/>
                      <a:pt x="98" y="2316"/>
                    </a:cubicBezTo>
                    <a:cubicBezTo>
                      <a:pt x="41" y="2342"/>
                      <a:pt x="0" y="2405"/>
                      <a:pt x="16" y="2465"/>
                    </a:cubicBezTo>
                    <a:cubicBezTo>
                      <a:pt x="38" y="2553"/>
                      <a:pt x="221" y="2619"/>
                      <a:pt x="221" y="2619"/>
                    </a:cubicBezTo>
                    <a:cubicBezTo>
                      <a:pt x="221" y="2619"/>
                      <a:pt x="114" y="2667"/>
                      <a:pt x="86" y="2714"/>
                    </a:cubicBezTo>
                    <a:cubicBezTo>
                      <a:pt x="54" y="2764"/>
                      <a:pt x="92" y="2831"/>
                      <a:pt x="142" y="2856"/>
                    </a:cubicBezTo>
                    <a:cubicBezTo>
                      <a:pt x="193" y="2884"/>
                      <a:pt x="464" y="2941"/>
                      <a:pt x="464" y="2941"/>
                    </a:cubicBezTo>
                    <a:cubicBezTo>
                      <a:pt x="464" y="2941"/>
                      <a:pt x="332" y="3032"/>
                      <a:pt x="370" y="3105"/>
                    </a:cubicBezTo>
                    <a:cubicBezTo>
                      <a:pt x="407" y="3174"/>
                      <a:pt x="489" y="3203"/>
                      <a:pt x="565" y="3225"/>
                    </a:cubicBezTo>
                    <a:cubicBezTo>
                      <a:pt x="773" y="3297"/>
                      <a:pt x="1171" y="3329"/>
                      <a:pt x="1392" y="3351"/>
                    </a:cubicBezTo>
                    <a:cubicBezTo>
                      <a:pt x="1418" y="3354"/>
                      <a:pt x="1444" y="3356"/>
                      <a:pt x="1470" y="3356"/>
                    </a:cubicBezTo>
                    <a:cubicBezTo>
                      <a:pt x="1739" y="3356"/>
                      <a:pt x="1999" y="3187"/>
                      <a:pt x="2240" y="3051"/>
                    </a:cubicBezTo>
                    <a:cubicBezTo>
                      <a:pt x="2505" y="2906"/>
                      <a:pt x="2553" y="2884"/>
                      <a:pt x="2789" y="2701"/>
                    </a:cubicBezTo>
                    <a:cubicBezTo>
                      <a:pt x="2893" y="2619"/>
                      <a:pt x="3001" y="2537"/>
                      <a:pt x="3120" y="2468"/>
                    </a:cubicBezTo>
                    <a:cubicBezTo>
                      <a:pt x="3389" y="2310"/>
                      <a:pt x="4051" y="1928"/>
                      <a:pt x="4345" y="1843"/>
                    </a:cubicBezTo>
                    <a:lnTo>
                      <a:pt x="3524" y="1"/>
                    </a:lnTo>
                    <a:close/>
                  </a:path>
                </a:pathLst>
              </a:custGeom>
              <a:solidFill>
                <a:srgbClr val="F09F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46;p34"/>
              <p:cNvSpPr/>
              <p:nvPr/>
            </p:nvSpPr>
            <p:spPr>
              <a:xfrm>
                <a:off x="2176900" y="3452225"/>
                <a:ext cx="50575" cy="34175"/>
              </a:xfrm>
              <a:custGeom>
                <a:avLst/>
                <a:gdLst/>
                <a:ahLst/>
                <a:cxnLst/>
                <a:rect l="l" t="t" r="r" b="b"/>
                <a:pathLst>
                  <a:path w="2023" h="1367" extrusionOk="0">
                    <a:moveTo>
                      <a:pt x="1988" y="1"/>
                    </a:moveTo>
                    <a:cubicBezTo>
                      <a:pt x="1641" y="143"/>
                      <a:pt x="1467" y="414"/>
                      <a:pt x="1297" y="682"/>
                    </a:cubicBezTo>
                    <a:cubicBezTo>
                      <a:pt x="1218" y="812"/>
                      <a:pt x="1130" y="947"/>
                      <a:pt x="1029" y="1064"/>
                    </a:cubicBezTo>
                    <a:cubicBezTo>
                      <a:pt x="988" y="1111"/>
                      <a:pt x="940" y="1159"/>
                      <a:pt x="890" y="1193"/>
                    </a:cubicBezTo>
                    <a:cubicBezTo>
                      <a:pt x="809" y="1251"/>
                      <a:pt x="703" y="1276"/>
                      <a:pt x="566" y="1276"/>
                    </a:cubicBezTo>
                    <a:cubicBezTo>
                      <a:pt x="536" y="1276"/>
                      <a:pt x="506" y="1274"/>
                      <a:pt x="473" y="1272"/>
                    </a:cubicBezTo>
                    <a:lnTo>
                      <a:pt x="341" y="1263"/>
                    </a:lnTo>
                    <a:cubicBezTo>
                      <a:pt x="261" y="1254"/>
                      <a:pt x="180" y="1245"/>
                      <a:pt x="100" y="1245"/>
                    </a:cubicBezTo>
                    <a:cubicBezTo>
                      <a:pt x="67" y="1245"/>
                      <a:pt x="34" y="1246"/>
                      <a:pt x="0" y="1250"/>
                    </a:cubicBezTo>
                    <a:lnTo>
                      <a:pt x="10" y="1342"/>
                    </a:lnTo>
                    <a:cubicBezTo>
                      <a:pt x="41" y="1338"/>
                      <a:pt x="73" y="1336"/>
                      <a:pt x="105" y="1336"/>
                    </a:cubicBezTo>
                    <a:cubicBezTo>
                      <a:pt x="179" y="1336"/>
                      <a:pt x="254" y="1344"/>
                      <a:pt x="332" y="1351"/>
                    </a:cubicBezTo>
                    <a:cubicBezTo>
                      <a:pt x="379" y="1357"/>
                      <a:pt x="420" y="1361"/>
                      <a:pt x="464" y="1364"/>
                    </a:cubicBezTo>
                    <a:cubicBezTo>
                      <a:pt x="499" y="1367"/>
                      <a:pt x="530" y="1367"/>
                      <a:pt x="562" y="1367"/>
                    </a:cubicBezTo>
                    <a:cubicBezTo>
                      <a:pt x="720" y="1367"/>
                      <a:pt x="843" y="1335"/>
                      <a:pt x="940" y="1269"/>
                    </a:cubicBezTo>
                    <a:cubicBezTo>
                      <a:pt x="1000" y="1228"/>
                      <a:pt x="1051" y="1171"/>
                      <a:pt x="1095" y="1124"/>
                    </a:cubicBezTo>
                    <a:cubicBezTo>
                      <a:pt x="1205" y="998"/>
                      <a:pt x="1294" y="859"/>
                      <a:pt x="1376" y="730"/>
                    </a:cubicBezTo>
                    <a:cubicBezTo>
                      <a:pt x="1546" y="461"/>
                      <a:pt x="1704" y="212"/>
                      <a:pt x="2022" y="83"/>
                    </a:cubicBezTo>
                    <a:lnTo>
                      <a:pt x="1988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34"/>
              <p:cNvSpPr/>
              <p:nvPr/>
            </p:nvSpPr>
            <p:spPr>
              <a:xfrm>
                <a:off x="2171050" y="3468400"/>
                <a:ext cx="30400" cy="9575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383" extrusionOk="0">
                    <a:moveTo>
                      <a:pt x="1159" y="1"/>
                    </a:moveTo>
                    <a:cubicBezTo>
                      <a:pt x="1026" y="105"/>
                      <a:pt x="872" y="228"/>
                      <a:pt x="698" y="269"/>
                    </a:cubicBezTo>
                    <a:cubicBezTo>
                      <a:pt x="616" y="284"/>
                      <a:pt x="528" y="288"/>
                      <a:pt x="446" y="288"/>
                    </a:cubicBezTo>
                    <a:cubicBezTo>
                      <a:pt x="297" y="288"/>
                      <a:pt x="149" y="291"/>
                      <a:pt x="1" y="291"/>
                    </a:cubicBezTo>
                    <a:lnTo>
                      <a:pt x="1" y="382"/>
                    </a:lnTo>
                    <a:cubicBezTo>
                      <a:pt x="149" y="382"/>
                      <a:pt x="301" y="382"/>
                      <a:pt x="446" y="379"/>
                    </a:cubicBezTo>
                    <a:cubicBezTo>
                      <a:pt x="534" y="379"/>
                      <a:pt x="629" y="373"/>
                      <a:pt x="717" y="354"/>
                    </a:cubicBezTo>
                    <a:cubicBezTo>
                      <a:pt x="913" y="310"/>
                      <a:pt x="1073" y="184"/>
                      <a:pt x="1215" y="70"/>
                    </a:cubicBezTo>
                    <a:lnTo>
                      <a:pt x="1159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48;p34"/>
              <p:cNvSpPr/>
              <p:nvPr/>
            </p:nvSpPr>
            <p:spPr>
              <a:xfrm>
                <a:off x="2170575" y="3460675"/>
                <a:ext cx="28825" cy="9325"/>
              </a:xfrm>
              <a:custGeom>
                <a:avLst/>
                <a:gdLst/>
                <a:ahLst/>
                <a:cxnLst/>
                <a:rect l="l" t="t" r="r" b="b"/>
                <a:pathLst>
                  <a:path w="1153" h="373" extrusionOk="0">
                    <a:moveTo>
                      <a:pt x="1096" y="0"/>
                    </a:moveTo>
                    <a:cubicBezTo>
                      <a:pt x="790" y="228"/>
                      <a:pt x="386" y="269"/>
                      <a:pt x="1" y="281"/>
                    </a:cubicBezTo>
                    <a:lnTo>
                      <a:pt x="4" y="373"/>
                    </a:lnTo>
                    <a:cubicBezTo>
                      <a:pt x="405" y="360"/>
                      <a:pt x="824" y="316"/>
                      <a:pt x="1152" y="76"/>
                    </a:cubicBezTo>
                    <a:lnTo>
                      <a:pt x="1096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34"/>
              <p:cNvSpPr/>
              <p:nvPr/>
            </p:nvSpPr>
            <p:spPr>
              <a:xfrm>
                <a:off x="2196300" y="3438425"/>
                <a:ext cx="10750" cy="111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46" extrusionOk="0">
                    <a:moveTo>
                      <a:pt x="369" y="1"/>
                    </a:moveTo>
                    <a:cubicBezTo>
                      <a:pt x="237" y="117"/>
                      <a:pt x="111" y="247"/>
                      <a:pt x="0" y="386"/>
                    </a:cubicBezTo>
                    <a:lnTo>
                      <a:pt x="70" y="446"/>
                    </a:lnTo>
                    <a:cubicBezTo>
                      <a:pt x="180" y="310"/>
                      <a:pt x="300" y="184"/>
                      <a:pt x="429" y="67"/>
                    </a:cubicBezTo>
                    <a:lnTo>
                      <a:pt x="369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34"/>
              <p:cNvSpPr/>
              <p:nvPr/>
            </p:nvSpPr>
            <p:spPr>
              <a:xfrm>
                <a:off x="2448200" y="3295450"/>
                <a:ext cx="139375" cy="176925"/>
              </a:xfrm>
              <a:custGeom>
                <a:avLst/>
                <a:gdLst/>
                <a:ahLst/>
                <a:cxnLst/>
                <a:rect l="l" t="t" r="r" b="b"/>
                <a:pathLst>
                  <a:path w="5575" h="7077" extrusionOk="0">
                    <a:moveTo>
                      <a:pt x="4420" y="0"/>
                    </a:moveTo>
                    <a:lnTo>
                      <a:pt x="2247" y="1448"/>
                    </a:lnTo>
                    <a:lnTo>
                      <a:pt x="2663" y="2675"/>
                    </a:lnTo>
                    <a:lnTo>
                      <a:pt x="1" y="5754"/>
                    </a:lnTo>
                    <a:lnTo>
                      <a:pt x="1833" y="7076"/>
                    </a:lnTo>
                    <a:cubicBezTo>
                      <a:pt x="1833" y="7076"/>
                      <a:pt x="3919" y="5247"/>
                      <a:pt x="4774" y="4373"/>
                    </a:cubicBezTo>
                    <a:cubicBezTo>
                      <a:pt x="5575" y="3559"/>
                      <a:pt x="5436" y="2587"/>
                      <a:pt x="5152" y="1738"/>
                    </a:cubicBezTo>
                    <a:cubicBezTo>
                      <a:pt x="4884" y="944"/>
                      <a:pt x="4420" y="0"/>
                      <a:pt x="4420" y="0"/>
                    </a:cubicBezTo>
                    <a:close/>
                  </a:path>
                </a:pathLst>
              </a:custGeom>
              <a:solidFill>
                <a:srgbClr val="F09F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34"/>
              <p:cNvSpPr/>
              <p:nvPr/>
            </p:nvSpPr>
            <p:spPr>
              <a:xfrm>
                <a:off x="2512725" y="3344575"/>
                <a:ext cx="37800" cy="19825"/>
              </a:xfrm>
              <a:custGeom>
                <a:avLst/>
                <a:gdLst/>
                <a:ahLst/>
                <a:cxnLst/>
                <a:rect l="l" t="t" r="r" b="b"/>
                <a:pathLst>
                  <a:path w="1512" h="793" extrusionOk="0">
                    <a:moveTo>
                      <a:pt x="1483" y="1"/>
                    </a:moveTo>
                    <a:cubicBezTo>
                      <a:pt x="962" y="171"/>
                      <a:pt x="464" y="414"/>
                      <a:pt x="0" y="717"/>
                    </a:cubicBezTo>
                    <a:lnTo>
                      <a:pt x="54" y="792"/>
                    </a:lnTo>
                    <a:cubicBezTo>
                      <a:pt x="505" y="493"/>
                      <a:pt x="1000" y="256"/>
                      <a:pt x="1511" y="86"/>
                    </a:cubicBezTo>
                    <a:lnTo>
                      <a:pt x="1483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34"/>
              <p:cNvSpPr/>
              <p:nvPr/>
            </p:nvSpPr>
            <p:spPr>
              <a:xfrm>
                <a:off x="2404675" y="3434650"/>
                <a:ext cx="99775" cy="90550"/>
              </a:xfrm>
              <a:custGeom>
                <a:avLst/>
                <a:gdLst/>
                <a:ahLst/>
                <a:cxnLst/>
                <a:rect l="l" t="t" r="r" b="b"/>
                <a:pathLst>
                  <a:path w="3991" h="3622" extrusionOk="0">
                    <a:moveTo>
                      <a:pt x="1969" y="0"/>
                    </a:moveTo>
                    <a:cubicBezTo>
                      <a:pt x="1748" y="193"/>
                      <a:pt x="1489" y="341"/>
                      <a:pt x="1243" y="508"/>
                    </a:cubicBezTo>
                    <a:cubicBezTo>
                      <a:pt x="874" y="767"/>
                      <a:pt x="710" y="931"/>
                      <a:pt x="388" y="1234"/>
                    </a:cubicBezTo>
                    <a:cubicBezTo>
                      <a:pt x="265" y="1351"/>
                      <a:pt x="139" y="1761"/>
                      <a:pt x="101" y="1918"/>
                    </a:cubicBezTo>
                    <a:cubicBezTo>
                      <a:pt x="6" y="2284"/>
                      <a:pt x="0" y="2679"/>
                      <a:pt x="6" y="3060"/>
                    </a:cubicBezTo>
                    <a:cubicBezTo>
                      <a:pt x="6" y="3108"/>
                      <a:pt x="22" y="3171"/>
                      <a:pt x="66" y="3180"/>
                    </a:cubicBezTo>
                    <a:cubicBezTo>
                      <a:pt x="111" y="3152"/>
                      <a:pt x="158" y="3127"/>
                      <a:pt x="202" y="3101"/>
                    </a:cubicBezTo>
                    <a:cubicBezTo>
                      <a:pt x="218" y="3212"/>
                      <a:pt x="230" y="3316"/>
                      <a:pt x="246" y="3426"/>
                    </a:cubicBezTo>
                    <a:cubicBezTo>
                      <a:pt x="249" y="3464"/>
                      <a:pt x="262" y="3505"/>
                      <a:pt x="294" y="3521"/>
                    </a:cubicBezTo>
                    <a:cubicBezTo>
                      <a:pt x="303" y="3526"/>
                      <a:pt x="313" y="3528"/>
                      <a:pt x="323" y="3528"/>
                    </a:cubicBezTo>
                    <a:cubicBezTo>
                      <a:pt x="336" y="3528"/>
                      <a:pt x="350" y="3525"/>
                      <a:pt x="363" y="3521"/>
                    </a:cubicBezTo>
                    <a:cubicBezTo>
                      <a:pt x="426" y="3502"/>
                      <a:pt x="530" y="3411"/>
                      <a:pt x="530" y="3411"/>
                    </a:cubicBezTo>
                    <a:cubicBezTo>
                      <a:pt x="530" y="3411"/>
                      <a:pt x="552" y="3502"/>
                      <a:pt x="552" y="3534"/>
                    </a:cubicBezTo>
                    <a:cubicBezTo>
                      <a:pt x="554" y="3596"/>
                      <a:pt x="594" y="3621"/>
                      <a:pt x="648" y="3621"/>
                    </a:cubicBezTo>
                    <a:cubicBezTo>
                      <a:pt x="678" y="3621"/>
                      <a:pt x="713" y="3614"/>
                      <a:pt x="748" y="3600"/>
                    </a:cubicBezTo>
                    <a:cubicBezTo>
                      <a:pt x="842" y="3565"/>
                      <a:pt x="893" y="3480"/>
                      <a:pt x="940" y="3395"/>
                    </a:cubicBezTo>
                    <a:lnTo>
                      <a:pt x="940" y="3395"/>
                    </a:lnTo>
                    <a:cubicBezTo>
                      <a:pt x="937" y="3451"/>
                      <a:pt x="1038" y="3506"/>
                      <a:pt x="1100" y="3506"/>
                    </a:cubicBezTo>
                    <a:cubicBezTo>
                      <a:pt x="1105" y="3506"/>
                      <a:pt x="1109" y="3506"/>
                      <a:pt x="1114" y="3505"/>
                    </a:cubicBezTo>
                    <a:cubicBezTo>
                      <a:pt x="1174" y="3499"/>
                      <a:pt x="1215" y="3455"/>
                      <a:pt x="1253" y="3411"/>
                    </a:cubicBezTo>
                    <a:cubicBezTo>
                      <a:pt x="1530" y="3089"/>
                      <a:pt x="1682" y="2647"/>
                      <a:pt x="2041" y="2407"/>
                    </a:cubicBezTo>
                    <a:cubicBezTo>
                      <a:pt x="2278" y="2250"/>
                      <a:pt x="2571" y="2196"/>
                      <a:pt x="2824" y="2067"/>
                    </a:cubicBezTo>
                    <a:cubicBezTo>
                      <a:pt x="2997" y="1982"/>
                      <a:pt x="3145" y="1855"/>
                      <a:pt x="3294" y="1732"/>
                    </a:cubicBezTo>
                    <a:cubicBezTo>
                      <a:pt x="3527" y="1540"/>
                      <a:pt x="3991" y="1149"/>
                      <a:pt x="3991" y="1149"/>
                    </a:cubicBezTo>
                    <a:lnTo>
                      <a:pt x="1969" y="0"/>
                    </a:lnTo>
                    <a:close/>
                  </a:path>
                </a:pathLst>
              </a:custGeom>
              <a:solidFill>
                <a:srgbClr val="F09F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34"/>
              <p:cNvSpPr/>
              <p:nvPr/>
            </p:nvSpPr>
            <p:spPr>
              <a:xfrm>
                <a:off x="2408050" y="3476675"/>
                <a:ext cx="5550" cy="36075"/>
              </a:xfrm>
              <a:custGeom>
                <a:avLst/>
                <a:gdLst/>
                <a:ahLst/>
                <a:cxnLst/>
                <a:rect l="l" t="t" r="r" b="b"/>
                <a:pathLst>
                  <a:path w="222" h="1443" extrusionOk="0">
                    <a:moveTo>
                      <a:pt x="133" y="1"/>
                    </a:moveTo>
                    <a:cubicBezTo>
                      <a:pt x="1" y="430"/>
                      <a:pt x="17" y="903"/>
                      <a:pt x="32" y="1361"/>
                    </a:cubicBezTo>
                    <a:lnTo>
                      <a:pt x="35" y="1443"/>
                    </a:lnTo>
                    <a:lnTo>
                      <a:pt x="127" y="1439"/>
                    </a:lnTo>
                    <a:lnTo>
                      <a:pt x="124" y="1354"/>
                    </a:lnTo>
                    <a:cubicBezTo>
                      <a:pt x="108" y="906"/>
                      <a:pt x="92" y="442"/>
                      <a:pt x="222" y="26"/>
                    </a:cubicBezTo>
                    <a:lnTo>
                      <a:pt x="133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34"/>
              <p:cNvSpPr/>
              <p:nvPr/>
            </p:nvSpPr>
            <p:spPr>
              <a:xfrm>
                <a:off x="2417275" y="3484175"/>
                <a:ext cx="7775" cy="36450"/>
              </a:xfrm>
              <a:custGeom>
                <a:avLst/>
                <a:gdLst/>
                <a:ahLst/>
                <a:cxnLst/>
                <a:rect l="l" t="t" r="r" b="b"/>
                <a:pathLst>
                  <a:path w="311" h="1458" extrusionOk="0">
                    <a:moveTo>
                      <a:pt x="222" y="1"/>
                    </a:moveTo>
                    <a:cubicBezTo>
                      <a:pt x="105" y="474"/>
                      <a:pt x="32" y="963"/>
                      <a:pt x="1" y="1455"/>
                    </a:cubicBezTo>
                    <a:lnTo>
                      <a:pt x="92" y="1458"/>
                    </a:lnTo>
                    <a:cubicBezTo>
                      <a:pt x="121" y="972"/>
                      <a:pt x="196" y="490"/>
                      <a:pt x="310" y="23"/>
                    </a:cubicBezTo>
                    <a:lnTo>
                      <a:pt x="222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34"/>
              <p:cNvSpPr/>
              <p:nvPr/>
            </p:nvSpPr>
            <p:spPr>
              <a:xfrm>
                <a:off x="2427075" y="3490250"/>
                <a:ext cx="12950" cy="3062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1225" extrusionOk="0">
                    <a:moveTo>
                      <a:pt x="439" y="0"/>
                    </a:moveTo>
                    <a:cubicBezTo>
                      <a:pt x="177" y="470"/>
                      <a:pt x="41" y="840"/>
                      <a:pt x="0" y="1212"/>
                    </a:cubicBezTo>
                    <a:lnTo>
                      <a:pt x="92" y="1224"/>
                    </a:lnTo>
                    <a:cubicBezTo>
                      <a:pt x="129" y="868"/>
                      <a:pt x="265" y="505"/>
                      <a:pt x="517" y="45"/>
                    </a:cubicBezTo>
                    <a:lnTo>
                      <a:pt x="439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34"/>
              <p:cNvSpPr/>
              <p:nvPr/>
            </p:nvSpPr>
            <p:spPr>
              <a:xfrm>
                <a:off x="2468475" y="3215425"/>
                <a:ext cx="105950" cy="138000"/>
              </a:xfrm>
              <a:custGeom>
                <a:avLst/>
                <a:gdLst/>
                <a:ahLst/>
                <a:cxnLst/>
                <a:rect l="l" t="t" r="r" b="b"/>
                <a:pathLst>
                  <a:path w="4238" h="5520" extrusionOk="0">
                    <a:moveTo>
                      <a:pt x="181" y="1"/>
                    </a:moveTo>
                    <a:cubicBezTo>
                      <a:pt x="122" y="1"/>
                      <a:pt x="62" y="3"/>
                      <a:pt x="0" y="9"/>
                    </a:cubicBezTo>
                    <a:lnTo>
                      <a:pt x="880" y="3072"/>
                    </a:lnTo>
                    <a:lnTo>
                      <a:pt x="1685" y="5520"/>
                    </a:lnTo>
                    <a:lnTo>
                      <a:pt x="4237" y="4356"/>
                    </a:lnTo>
                    <a:cubicBezTo>
                      <a:pt x="4237" y="4356"/>
                      <a:pt x="3297" y="2078"/>
                      <a:pt x="2871" y="1435"/>
                    </a:cubicBezTo>
                    <a:cubicBezTo>
                      <a:pt x="2158" y="362"/>
                      <a:pt x="1581" y="122"/>
                      <a:pt x="884" y="62"/>
                    </a:cubicBezTo>
                    <a:cubicBezTo>
                      <a:pt x="631" y="40"/>
                      <a:pt x="417" y="1"/>
                      <a:pt x="18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34"/>
              <p:cNvSpPr/>
              <p:nvPr/>
            </p:nvSpPr>
            <p:spPr>
              <a:xfrm>
                <a:off x="2504350" y="3307750"/>
                <a:ext cx="63275" cy="29125"/>
              </a:xfrm>
              <a:custGeom>
                <a:avLst/>
                <a:gdLst/>
                <a:ahLst/>
                <a:cxnLst/>
                <a:rect l="l" t="t" r="r" b="b"/>
                <a:pathLst>
                  <a:path w="2531" h="1165" extrusionOk="0">
                    <a:moveTo>
                      <a:pt x="2493" y="0"/>
                    </a:moveTo>
                    <a:lnTo>
                      <a:pt x="1" y="1079"/>
                    </a:lnTo>
                    <a:lnTo>
                      <a:pt x="39" y="1164"/>
                    </a:lnTo>
                    <a:lnTo>
                      <a:pt x="2531" y="82"/>
                    </a:lnTo>
                    <a:lnTo>
                      <a:pt x="2493" y="0"/>
                    </a:ln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34"/>
              <p:cNvSpPr/>
              <p:nvPr/>
            </p:nvSpPr>
            <p:spPr>
              <a:xfrm>
                <a:off x="2484950" y="3284250"/>
                <a:ext cx="26775" cy="6975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2790" extrusionOk="0">
                    <a:moveTo>
                      <a:pt x="86" y="0"/>
                    </a:moveTo>
                    <a:lnTo>
                      <a:pt x="1" y="29"/>
                    </a:lnTo>
                    <a:lnTo>
                      <a:pt x="985" y="2789"/>
                    </a:lnTo>
                    <a:lnTo>
                      <a:pt x="1070" y="2758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34"/>
              <p:cNvSpPr/>
              <p:nvPr/>
            </p:nvSpPr>
            <p:spPr>
              <a:xfrm>
                <a:off x="2336050" y="3141725"/>
                <a:ext cx="63825" cy="88750"/>
              </a:xfrm>
              <a:custGeom>
                <a:avLst/>
                <a:gdLst/>
                <a:ahLst/>
                <a:cxnLst/>
                <a:rect l="l" t="t" r="r" b="b"/>
                <a:pathLst>
                  <a:path w="2553" h="3550" extrusionOk="0">
                    <a:moveTo>
                      <a:pt x="1086" y="1"/>
                    </a:moveTo>
                    <a:lnTo>
                      <a:pt x="313" y="928"/>
                    </a:lnTo>
                    <a:cubicBezTo>
                      <a:pt x="310" y="1212"/>
                      <a:pt x="307" y="1496"/>
                      <a:pt x="307" y="1780"/>
                    </a:cubicBezTo>
                    <a:cubicBezTo>
                      <a:pt x="300" y="2067"/>
                      <a:pt x="297" y="2357"/>
                      <a:pt x="253" y="2641"/>
                    </a:cubicBezTo>
                    <a:cubicBezTo>
                      <a:pt x="202" y="2950"/>
                      <a:pt x="105" y="3250"/>
                      <a:pt x="1" y="3550"/>
                    </a:cubicBezTo>
                    <a:cubicBezTo>
                      <a:pt x="363" y="3540"/>
                      <a:pt x="726" y="3512"/>
                      <a:pt x="1089" y="3483"/>
                    </a:cubicBezTo>
                    <a:cubicBezTo>
                      <a:pt x="1540" y="3449"/>
                      <a:pt x="2004" y="3408"/>
                      <a:pt x="2392" y="3181"/>
                    </a:cubicBezTo>
                    <a:cubicBezTo>
                      <a:pt x="2553" y="1994"/>
                      <a:pt x="2035" y="736"/>
                      <a:pt x="1086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34"/>
              <p:cNvSpPr/>
              <p:nvPr/>
            </p:nvSpPr>
            <p:spPr>
              <a:xfrm>
                <a:off x="2362075" y="3184875"/>
                <a:ext cx="74800" cy="56800"/>
              </a:xfrm>
              <a:custGeom>
                <a:avLst/>
                <a:gdLst/>
                <a:ahLst/>
                <a:cxnLst/>
                <a:rect l="l" t="t" r="r" b="b"/>
                <a:pathLst>
                  <a:path w="2992" h="2272" extrusionOk="0">
                    <a:moveTo>
                      <a:pt x="2256" y="0"/>
                    </a:moveTo>
                    <a:lnTo>
                      <a:pt x="1" y="515"/>
                    </a:lnTo>
                    <a:lnTo>
                      <a:pt x="843" y="2060"/>
                    </a:lnTo>
                    <a:cubicBezTo>
                      <a:pt x="843" y="2060"/>
                      <a:pt x="1026" y="2272"/>
                      <a:pt x="1411" y="2272"/>
                    </a:cubicBezTo>
                    <a:cubicBezTo>
                      <a:pt x="1508" y="2272"/>
                      <a:pt x="1619" y="2258"/>
                      <a:pt x="1742" y="2224"/>
                    </a:cubicBezTo>
                    <a:cubicBezTo>
                      <a:pt x="2944" y="1893"/>
                      <a:pt x="2991" y="1281"/>
                      <a:pt x="2991" y="1281"/>
                    </a:cubicBezTo>
                    <a:lnTo>
                      <a:pt x="2256" y="0"/>
                    </a:lnTo>
                    <a:close/>
                  </a:path>
                </a:pathLst>
              </a:custGeom>
              <a:solidFill>
                <a:srgbClr val="F09F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34"/>
              <p:cNvSpPr/>
              <p:nvPr/>
            </p:nvSpPr>
            <p:spPr>
              <a:xfrm>
                <a:off x="2343700" y="3129950"/>
                <a:ext cx="79375" cy="9452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3781" extrusionOk="0">
                    <a:moveTo>
                      <a:pt x="1434" y="1"/>
                    </a:moveTo>
                    <a:cubicBezTo>
                      <a:pt x="1214" y="1"/>
                      <a:pt x="995" y="42"/>
                      <a:pt x="799" y="131"/>
                    </a:cubicBezTo>
                    <a:cubicBezTo>
                      <a:pt x="401" y="308"/>
                      <a:pt x="111" y="535"/>
                      <a:pt x="51" y="992"/>
                    </a:cubicBezTo>
                    <a:cubicBezTo>
                      <a:pt x="1" y="1412"/>
                      <a:pt x="114" y="2024"/>
                      <a:pt x="199" y="2488"/>
                    </a:cubicBezTo>
                    <a:cubicBezTo>
                      <a:pt x="269" y="2853"/>
                      <a:pt x="496" y="3412"/>
                      <a:pt x="814" y="3633"/>
                    </a:cubicBezTo>
                    <a:cubicBezTo>
                      <a:pt x="969" y="3739"/>
                      <a:pt x="1156" y="3780"/>
                      <a:pt x="1345" y="3780"/>
                    </a:cubicBezTo>
                    <a:cubicBezTo>
                      <a:pt x="1577" y="3780"/>
                      <a:pt x="1812" y="3718"/>
                      <a:pt x="1991" y="3636"/>
                    </a:cubicBezTo>
                    <a:cubicBezTo>
                      <a:pt x="2739" y="3286"/>
                      <a:pt x="3020" y="2753"/>
                      <a:pt x="3108" y="1939"/>
                    </a:cubicBezTo>
                    <a:cubicBezTo>
                      <a:pt x="3174" y="1273"/>
                      <a:pt x="2878" y="513"/>
                      <a:pt x="2266" y="200"/>
                    </a:cubicBezTo>
                    <a:cubicBezTo>
                      <a:pt x="2013" y="72"/>
                      <a:pt x="1722" y="1"/>
                      <a:pt x="1434" y="1"/>
                    </a:cubicBezTo>
                    <a:close/>
                  </a:path>
                </a:pathLst>
              </a:custGeom>
              <a:solidFill>
                <a:srgbClr val="F09F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34"/>
              <p:cNvSpPr/>
              <p:nvPr/>
            </p:nvSpPr>
            <p:spPr>
              <a:xfrm>
                <a:off x="2376600" y="3201500"/>
                <a:ext cx="31950" cy="24250"/>
              </a:xfrm>
              <a:custGeom>
                <a:avLst/>
                <a:gdLst/>
                <a:ahLst/>
                <a:cxnLst/>
                <a:rect l="l" t="t" r="r" b="b"/>
                <a:pathLst>
                  <a:path w="1278" h="970" extrusionOk="0">
                    <a:moveTo>
                      <a:pt x="1196" y="1"/>
                    </a:moveTo>
                    <a:cubicBezTo>
                      <a:pt x="987" y="465"/>
                      <a:pt x="552" y="790"/>
                      <a:pt x="0" y="881"/>
                    </a:cubicBezTo>
                    <a:lnTo>
                      <a:pt x="16" y="969"/>
                    </a:lnTo>
                    <a:cubicBezTo>
                      <a:pt x="596" y="875"/>
                      <a:pt x="1057" y="534"/>
                      <a:pt x="1278" y="36"/>
                    </a:cubicBezTo>
                    <a:lnTo>
                      <a:pt x="1196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34"/>
              <p:cNvSpPr/>
              <p:nvPr/>
            </p:nvSpPr>
            <p:spPr>
              <a:xfrm>
                <a:off x="2357975" y="3170675"/>
                <a:ext cx="12175" cy="222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891" extrusionOk="0">
                    <a:moveTo>
                      <a:pt x="86" y="0"/>
                    </a:moveTo>
                    <a:lnTo>
                      <a:pt x="1" y="26"/>
                    </a:lnTo>
                    <a:cubicBezTo>
                      <a:pt x="32" y="130"/>
                      <a:pt x="45" y="414"/>
                      <a:pt x="29" y="537"/>
                    </a:cubicBezTo>
                    <a:cubicBezTo>
                      <a:pt x="16" y="616"/>
                      <a:pt x="29" y="764"/>
                      <a:pt x="111" y="846"/>
                    </a:cubicBezTo>
                    <a:cubicBezTo>
                      <a:pt x="142" y="877"/>
                      <a:pt x="190" y="890"/>
                      <a:pt x="240" y="890"/>
                    </a:cubicBezTo>
                    <a:cubicBezTo>
                      <a:pt x="303" y="890"/>
                      <a:pt x="379" y="874"/>
                      <a:pt x="448" y="859"/>
                    </a:cubicBezTo>
                    <a:cubicBezTo>
                      <a:pt x="461" y="855"/>
                      <a:pt x="474" y="855"/>
                      <a:pt x="486" y="852"/>
                    </a:cubicBezTo>
                    <a:lnTo>
                      <a:pt x="464" y="761"/>
                    </a:lnTo>
                    <a:cubicBezTo>
                      <a:pt x="455" y="761"/>
                      <a:pt x="442" y="764"/>
                      <a:pt x="426" y="767"/>
                    </a:cubicBezTo>
                    <a:cubicBezTo>
                      <a:pt x="383" y="776"/>
                      <a:pt x="299" y="795"/>
                      <a:pt x="238" y="795"/>
                    </a:cubicBezTo>
                    <a:cubicBezTo>
                      <a:pt x="211" y="795"/>
                      <a:pt x="188" y="791"/>
                      <a:pt x="177" y="780"/>
                    </a:cubicBezTo>
                    <a:cubicBezTo>
                      <a:pt x="130" y="732"/>
                      <a:pt x="108" y="619"/>
                      <a:pt x="117" y="546"/>
                    </a:cubicBezTo>
                    <a:cubicBezTo>
                      <a:pt x="133" y="414"/>
                      <a:pt x="124" y="117"/>
                      <a:pt x="86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34"/>
              <p:cNvSpPr/>
              <p:nvPr/>
            </p:nvSpPr>
            <p:spPr>
              <a:xfrm>
                <a:off x="2375875" y="3169425"/>
                <a:ext cx="6650" cy="8675"/>
              </a:xfrm>
              <a:custGeom>
                <a:avLst/>
                <a:gdLst/>
                <a:ahLst/>
                <a:cxnLst/>
                <a:rect l="l" t="t" r="r" b="b"/>
                <a:pathLst>
                  <a:path w="266" h="347" extrusionOk="0">
                    <a:moveTo>
                      <a:pt x="108" y="1"/>
                    </a:moveTo>
                    <a:cubicBezTo>
                      <a:pt x="101" y="1"/>
                      <a:pt x="95" y="2"/>
                      <a:pt x="89" y="3"/>
                    </a:cubicBezTo>
                    <a:cubicBezTo>
                      <a:pt x="29" y="22"/>
                      <a:pt x="1" y="107"/>
                      <a:pt x="26" y="202"/>
                    </a:cubicBezTo>
                    <a:cubicBezTo>
                      <a:pt x="46" y="287"/>
                      <a:pt x="106" y="346"/>
                      <a:pt x="162" y="346"/>
                    </a:cubicBezTo>
                    <a:cubicBezTo>
                      <a:pt x="168" y="346"/>
                      <a:pt x="174" y="345"/>
                      <a:pt x="180" y="344"/>
                    </a:cubicBezTo>
                    <a:cubicBezTo>
                      <a:pt x="237" y="328"/>
                      <a:pt x="266" y="240"/>
                      <a:pt x="244" y="145"/>
                    </a:cubicBezTo>
                    <a:cubicBezTo>
                      <a:pt x="221" y="60"/>
                      <a:pt x="163" y="1"/>
                      <a:pt x="108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34"/>
              <p:cNvSpPr/>
              <p:nvPr/>
            </p:nvSpPr>
            <p:spPr>
              <a:xfrm>
                <a:off x="2348425" y="3175575"/>
                <a:ext cx="6575" cy="8750"/>
              </a:xfrm>
              <a:custGeom>
                <a:avLst/>
                <a:gdLst/>
                <a:ahLst/>
                <a:cxnLst/>
                <a:rect l="l" t="t" r="r" b="b"/>
                <a:pathLst>
                  <a:path w="263" h="350" extrusionOk="0">
                    <a:moveTo>
                      <a:pt x="105" y="1"/>
                    </a:moveTo>
                    <a:cubicBezTo>
                      <a:pt x="98" y="1"/>
                      <a:pt x="92" y="2"/>
                      <a:pt x="86" y="3"/>
                    </a:cubicBezTo>
                    <a:cubicBezTo>
                      <a:pt x="26" y="19"/>
                      <a:pt x="1" y="110"/>
                      <a:pt x="23" y="205"/>
                    </a:cubicBezTo>
                    <a:cubicBezTo>
                      <a:pt x="46" y="290"/>
                      <a:pt x="104" y="349"/>
                      <a:pt x="159" y="349"/>
                    </a:cubicBezTo>
                    <a:cubicBezTo>
                      <a:pt x="165" y="349"/>
                      <a:pt x="171" y="349"/>
                      <a:pt x="177" y="347"/>
                    </a:cubicBezTo>
                    <a:cubicBezTo>
                      <a:pt x="237" y="331"/>
                      <a:pt x="263" y="240"/>
                      <a:pt x="241" y="145"/>
                    </a:cubicBezTo>
                    <a:cubicBezTo>
                      <a:pt x="218" y="60"/>
                      <a:pt x="160" y="1"/>
                      <a:pt x="105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34"/>
              <p:cNvSpPr/>
              <p:nvPr/>
            </p:nvSpPr>
            <p:spPr>
              <a:xfrm>
                <a:off x="2329025" y="3109400"/>
                <a:ext cx="129150" cy="108775"/>
              </a:xfrm>
              <a:custGeom>
                <a:avLst/>
                <a:gdLst/>
                <a:ahLst/>
                <a:cxnLst/>
                <a:rect l="l" t="t" r="r" b="b"/>
                <a:pathLst>
                  <a:path w="5166" h="4351" extrusionOk="0">
                    <a:moveTo>
                      <a:pt x="1931" y="0"/>
                    </a:moveTo>
                    <a:cubicBezTo>
                      <a:pt x="1926" y="0"/>
                      <a:pt x="1921" y="0"/>
                      <a:pt x="1916" y="0"/>
                    </a:cubicBezTo>
                    <a:cubicBezTo>
                      <a:pt x="1761" y="10"/>
                      <a:pt x="1603" y="32"/>
                      <a:pt x="1455" y="73"/>
                    </a:cubicBezTo>
                    <a:cubicBezTo>
                      <a:pt x="1067" y="171"/>
                      <a:pt x="692" y="407"/>
                      <a:pt x="528" y="773"/>
                    </a:cubicBezTo>
                    <a:cubicBezTo>
                      <a:pt x="464" y="915"/>
                      <a:pt x="433" y="1073"/>
                      <a:pt x="329" y="1190"/>
                    </a:cubicBezTo>
                    <a:cubicBezTo>
                      <a:pt x="282" y="1243"/>
                      <a:pt x="225" y="1287"/>
                      <a:pt x="174" y="1338"/>
                    </a:cubicBezTo>
                    <a:cubicBezTo>
                      <a:pt x="23" y="1505"/>
                      <a:pt x="1" y="1757"/>
                      <a:pt x="48" y="1978"/>
                    </a:cubicBezTo>
                    <a:cubicBezTo>
                      <a:pt x="89" y="2168"/>
                      <a:pt x="165" y="2265"/>
                      <a:pt x="285" y="2407"/>
                    </a:cubicBezTo>
                    <a:cubicBezTo>
                      <a:pt x="348" y="2477"/>
                      <a:pt x="405" y="2552"/>
                      <a:pt x="474" y="2619"/>
                    </a:cubicBezTo>
                    <a:cubicBezTo>
                      <a:pt x="502" y="2647"/>
                      <a:pt x="685" y="2761"/>
                      <a:pt x="688" y="2789"/>
                    </a:cubicBezTo>
                    <a:cubicBezTo>
                      <a:pt x="673" y="2619"/>
                      <a:pt x="638" y="2524"/>
                      <a:pt x="685" y="2357"/>
                    </a:cubicBezTo>
                    <a:cubicBezTo>
                      <a:pt x="726" y="2205"/>
                      <a:pt x="793" y="2057"/>
                      <a:pt x="875" y="1921"/>
                    </a:cubicBezTo>
                    <a:cubicBezTo>
                      <a:pt x="1039" y="1647"/>
                      <a:pt x="1278" y="1410"/>
                      <a:pt x="1565" y="1259"/>
                    </a:cubicBezTo>
                    <a:cubicBezTo>
                      <a:pt x="1853" y="1839"/>
                      <a:pt x="2433" y="2265"/>
                      <a:pt x="3073" y="2360"/>
                    </a:cubicBezTo>
                    <a:cubicBezTo>
                      <a:pt x="3114" y="2363"/>
                      <a:pt x="3152" y="2373"/>
                      <a:pt x="3190" y="2392"/>
                    </a:cubicBezTo>
                    <a:cubicBezTo>
                      <a:pt x="3241" y="2423"/>
                      <a:pt x="3263" y="2483"/>
                      <a:pt x="3285" y="2537"/>
                    </a:cubicBezTo>
                    <a:cubicBezTo>
                      <a:pt x="3395" y="2846"/>
                      <a:pt x="3452" y="3168"/>
                      <a:pt x="3490" y="3493"/>
                    </a:cubicBezTo>
                    <a:cubicBezTo>
                      <a:pt x="3525" y="3786"/>
                      <a:pt x="3484" y="4054"/>
                      <a:pt x="3443" y="4351"/>
                    </a:cubicBezTo>
                    <a:cubicBezTo>
                      <a:pt x="3443" y="4351"/>
                      <a:pt x="3443" y="4351"/>
                      <a:pt x="3443" y="4351"/>
                    </a:cubicBezTo>
                    <a:cubicBezTo>
                      <a:pt x="3467" y="4351"/>
                      <a:pt x="4368" y="4119"/>
                      <a:pt x="5165" y="3549"/>
                    </a:cubicBezTo>
                    <a:cubicBezTo>
                      <a:pt x="5086" y="2963"/>
                      <a:pt x="5029" y="2433"/>
                      <a:pt x="4865" y="1934"/>
                    </a:cubicBezTo>
                    <a:cubicBezTo>
                      <a:pt x="4739" y="1556"/>
                      <a:pt x="4588" y="1177"/>
                      <a:pt x="4345" y="865"/>
                    </a:cubicBezTo>
                    <a:cubicBezTo>
                      <a:pt x="4036" y="473"/>
                      <a:pt x="3559" y="120"/>
                      <a:pt x="3064" y="29"/>
                    </a:cubicBezTo>
                    <a:cubicBezTo>
                      <a:pt x="2991" y="16"/>
                      <a:pt x="2919" y="11"/>
                      <a:pt x="2846" y="11"/>
                    </a:cubicBezTo>
                    <a:cubicBezTo>
                      <a:pt x="2669" y="11"/>
                      <a:pt x="2492" y="38"/>
                      <a:pt x="2316" y="38"/>
                    </a:cubicBezTo>
                    <a:cubicBezTo>
                      <a:pt x="2283" y="38"/>
                      <a:pt x="2251" y="37"/>
                      <a:pt x="2219" y="35"/>
                    </a:cubicBezTo>
                    <a:cubicBezTo>
                      <a:pt x="2122" y="29"/>
                      <a:pt x="2032" y="0"/>
                      <a:pt x="1931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34"/>
              <p:cNvSpPr/>
              <p:nvPr/>
            </p:nvSpPr>
            <p:spPr>
              <a:xfrm>
                <a:off x="2404825" y="3161525"/>
                <a:ext cx="23450" cy="32225"/>
              </a:xfrm>
              <a:custGeom>
                <a:avLst/>
                <a:gdLst/>
                <a:ahLst/>
                <a:cxnLst/>
                <a:rect l="l" t="t" r="r" b="b"/>
                <a:pathLst>
                  <a:path w="938" h="1289" extrusionOk="0">
                    <a:moveTo>
                      <a:pt x="464" y="0"/>
                    </a:moveTo>
                    <a:cubicBezTo>
                      <a:pt x="386" y="0"/>
                      <a:pt x="297" y="26"/>
                      <a:pt x="196" y="86"/>
                    </a:cubicBezTo>
                    <a:cubicBezTo>
                      <a:pt x="105" y="139"/>
                      <a:pt x="16" y="275"/>
                      <a:pt x="0" y="414"/>
                    </a:cubicBezTo>
                    <a:lnTo>
                      <a:pt x="130" y="1117"/>
                    </a:lnTo>
                    <a:cubicBezTo>
                      <a:pt x="206" y="1238"/>
                      <a:pt x="293" y="1288"/>
                      <a:pt x="384" y="1288"/>
                    </a:cubicBezTo>
                    <a:cubicBezTo>
                      <a:pt x="495" y="1288"/>
                      <a:pt x="610" y="1212"/>
                      <a:pt x="717" y="1095"/>
                    </a:cubicBezTo>
                    <a:cubicBezTo>
                      <a:pt x="855" y="944"/>
                      <a:pt x="937" y="613"/>
                      <a:pt x="877" y="414"/>
                    </a:cubicBezTo>
                    <a:cubicBezTo>
                      <a:pt x="815" y="196"/>
                      <a:pt x="681" y="0"/>
                      <a:pt x="464" y="0"/>
                    </a:cubicBezTo>
                    <a:close/>
                  </a:path>
                </a:pathLst>
              </a:custGeom>
              <a:solidFill>
                <a:srgbClr val="F09F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34"/>
              <p:cNvSpPr/>
              <p:nvPr/>
            </p:nvSpPr>
            <p:spPr>
              <a:xfrm>
                <a:off x="2406550" y="3170125"/>
                <a:ext cx="14625" cy="1477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591" extrusionOk="0">
                    <a:moveTo>
                      <a:pt x="521" y="0"/>
                    </a:moveTo>
                    <a:cubicBezTo>
                      <a:pt x="345" y="171"/>
                      <a:pt x="171" y="347"/>
                      <a:pt x="1" y="527"/>
                    </a:cubicBezTo>
                    <a:lnTo>
                      <a:pt x="67" y="590"/>
                    </a:lnTo>
                    <a:cubicBezTo>
                      <a:pt x="237" y="410"/>
                      <a:pt x="411" y="237"/>
                      <a:pt x="584" y="70"/>
                    </a:cubicBezTo>
                    <a:lnTo>
                      <a:pt x="521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34"/>
              <p:cNvSpPr/>
              <p:nvPr/>
            </p:nvSpPr>
            <p:spPr>
              <a:xfrm>
                <a:off x="2402075" y="3164200"/>
                <a:ext cx="6325" cy="8150"/>
              </a:xfrm>
              <a:custGeom>
                <a:avLst/>
                <a:gdLst/>
                <a:ahLst/>
                <a:cxnLst/>
                <a:rect l="l" t="t" r="r" b="b"/>
                <a:pathLst>
                  <a:path w="253" h="326" extrusionOk="0">
                    <a:moveTo>
                      <a:pt x="192" y="1"/>
                    </a:moveTo>
                    <a:cubicBezTo>
                      <a:pt x="101" y="76"/>
                      <a:pt x="35" y="184"/>
                      <a:pt x="0" y="297"/>
                    </a:cubicBezTo>
                    <a:lnTo>
                      <a:pt x="85" y="326"/>
                    </a:lnTo>
                    <a:cubicBezTo>
                      <a:pt x="117" y="228"/>
                      <a:pt x="177" y="136"/>
                      <a:pt x="252" y="73"/>
                    </a:cubicBezTo>
                    <a:lnTo>
                      <a:pt x="192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34"/>
              <p:cNvSpPr/>
              <p:nvPr/>
            </p:nvSpPr>
            <p:spPr>
              <a:xfrm>
                <a:off x="2406550" y="3186850"/>
                <a:ext cx="18800" cy="7675"/>
              </a:xfrm>
              <a:custGeom>
                <a:avLst/>
                <a:gdLst/>
                <a:ahLst/>
                <a:cxnLst/>
                <a:rect l="l" t="t" r="r" b="b"/>
                <a:pathLst>
                  <a:path w="752" h="307" extrusionOk="0">
                    <a:moveTo>
                      <a:pt x="673" y="0"/>
                    </a:moveTo>
                    <a:cubicBezTo>
                      <a:pt x="589" y="137"/>
                      <a:pt x="469" y="215"/>
                      <a:pt x="342" y="215"/>
                    </a:cubicBezTo>
                    <a:cubicBezTo>
                      <a:pt x="317" y="215"/>
                      <a:pt x="291" y="212"/>
                      <a:pt x="266" y="205"/>
                    </a:cubicBezTo>
                    <a:cubicBezTo>
                      <a:pt x="190" y="183"/>
                      <a:pt x="124" y="142"/>
                      <a:pt x="77" y="79"/>
                    </a:cubicBezTo>
                    <a:lnTo>
                      <a:pt x="1" y="133"/>
                    </a:lnTo>
                    <a:cubicBezTo>
                      <a:pt x="61" y="212"/>
                      <a:pt x="146" y="271"/>
                      <a:pt x="241" y="294"/>
                    </a:cubicBezTo>
                    <a:cubicBezTo>
                      <a:pt x="272" y="303"/>
                      <a:pt x="310" y="306"/>
                      <a:pt x="342" y="306"/>
                    </a:cubicBezTo>
                    <a:cubicBezTo>
                      <a:pt x="499" y="306"/>
                      <a:pt x="648" y="215"/>
                      <a:pt x="752" y="47"/>
                    </a:cubicBezTo>
                    <a:lnTo>
                      <a:pt x="673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34"/>
              <p:cNvSpPr/>
              <p:nvPr/>
            </p:nvSpPr>
            <p:spPr>
              <a:xfrm>
                <a:off x="2365225" y="3195750"/>
                <a:ext cx="13450" cy="8100"/>
              </a:xfrm>
              <a:custGeom>
                <a:avLst/>
                <a:gdLst/>
                <a:ahLst/>
                <a:cxnLst/>
                <a:rect l="l" t="t" r="r" b="b"/>
                <a:pathLst>
                  <a:path w="538" h="324" extrusionOk="0">
                    <a:moveTo>
                      <a:pt x="502" y="1"/>
                    </a:moveTo>
                    <a:lnTo>
                      <a:pt x="502" y="1"/>
                    </a:lnTo>
                    <a:cubicBezTo>
                      <a:pt x="502" y="1"/>
                      <a:pt x="348" y="39"/>
                      <a:pt x="231" y="70"/>
                    </a:cubicBezTo>
                    <a:cubicBezTo>
                      <a:pt x="76" y="111"/>
                      <a:pt x="1" y="152"/>
                      <a:pt x="1" y="152"/>
                    </a:cubicBezTo>
                    <a:cubicBezTo>
                      <a:pt x="1" y="152"/>
                      <a:pt x="59" y="323"/>
                      <a:pt x="231" y="323"/>
                    </a:cubicBezTo>
                    <a:cubicBezTo>
                      <a:pt x="238" y="323"/>
                      <a:pt x="245" y="323"/>
                      <a:pt x="253" y="322"/>
                    </a:cubicBezTo>
                    <a:cubicBezTo>
                      <a:pt x="354" y="313"/>
                      <a:pt x="405" y="266"/>
                      <a:pt x="455" y="221"/>
                    </a:cubicBezTo>
                    <a:cubicBezTo>
                      <a:pt x="537" y="143"/>
                      <a:pt x="502" y="1"/>
                      <a:pt x="50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34"/>
              <p:cNvSpPr/>
              <p:nvPr/>
            </p:nvSpPr>
            <p:spPr>
              <a:xfrm>
                <a:off x="2367050" y="3154525"/>
                <a:ext cx="28875" cy="4175"/>
              </a:xfrm>
              <a:custGeom>
                <a:avLst/>
                <a:gdLst/>
                <a:ahLst/>
                <a:cxnLst/>
                <a:rect l="l" t="t" r="r" b="b"/>
                <a:pathLst>
                  <a:path w="1155" h="167" extrusionOk="0">
                    <a:moveTo>
                      <a:pt x="666" y="0"/>
                    </a:moveTo>
                    <a:cubicBezTo>
                      <a:pt x="608" y="0"/>
                      <a:pt x="549" y="2"/>
                      <a:pt x="489" y="6"/>
                    </a:cubicBezTo>
                    <a:cubicBezTo>
                      <a:pt x="322" y="19"/>
                      <a:pt x="161" y="41"/>
                      <a:pt x="0" y="82"/>
                    </a:cubicBezTo>
                    <a:lnTo>
                      <a:pt x="19" y="167"/>
                    </a:lnTo>
                    <a:cubicBezTo>
                      <a:pt x="177" y="129"/>
                      <a:pt x="335" y="104"/>
                      <a:pt x="492" y="98"/>
                    </a:cubicBezTo>
                    <a:cubicBezTo>
                      <a:pt x="552" y="94"/>
                      <a:pt x="610" y="92"/>
                      <a:pt x="667" y="92"/>
                    </a:cubicBezTo>
                    <a:cubicBezTo>
                      <a:pt x="835" y="92"/>
                      <a:pt x="992" y="109"/>
                      <a:pt x="1136" y="142"/>
                    </a:cubicBezTo>
                    <a:lnTo>
                      <a:pt x="1155" y="53"/>
                    </a:lnTo>
                    <a:cubicBezTo>
                      <a:pt x="1004" y="18"/>
                      <a:pt x="840" y="0"/>
                      <a:pt x="666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34"/>
              <p:cNvSpPr/>
              <p:nvPr/>
            </p:nvSpPr>
            <p:spPr>
              <a:xfrm>
                <a:off x="2341175" y="3160425"/>
                <a:ext cx="12575" cy="10125"/>
              </a:xfrm>
              <a:custGeom>
                <a:avLst/>
                <a:gdLst/>
                <a:ahLst/>
                <a:cxnLst/>
                <a:rect l="l" t="t" r="r" b="b"/>
                <a:pathLst>
                  <a:path w="503" h="405" extrusionOk="0">
                    <a:moveTo>
                      <a:pt x="477" y="0"/>
                    </a:moveTo>
                    <a:cubicBezTo>
                      <a:pt x="281" y="51"/>
                      <a:pt x="105" y="183"/>
                      <a:pt x="1" y="363"/>
                    </a:cubicBezTo>
                    <a:lnTo>
                      <a:pt x="79" y="404"/>
                    </a:lnTo>
                    <a:cubicBezTo>
                      <a:pt x="168" y="253"/>
                      <a:pt x="326" y="133"/>
                      <a:pt x="502" y="86"/>
                    </a:cubicBezTo>
                    <a:lnTo>
                      <a:pt x="477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34"/>
              <p:cNvSpPr/>
              <p:nvPr/>
            </p:nvSpPr>
            <p:spPr>
              <a:xfrm>
                <a:off x="2514600" y="3628575"/>
                <a:ext cx="7200" cy="17475"/>
              </a:xfrm>
              <a:custGeom>
                <a:avLst/>
                <a:gdLst/>
                <a:ahLst/>
                <a:cxnLst/>
                <a:rect l="l" t="t" r="r" b="b"/>
                <a:pathLst>
                  <a:path w="288" h="699" extrusionOk="0">
                    <a:moveTo>
                      <a:pt x="203" y="1"/>
                    </a:moveTo>
                    <a:lnTo>
                      <a:pt x="1" y="673"/>
                    </a:lnTo>
                    <a:lnTo>
                      <a:pt x="86" y="698"/>
                    </a:lnTo>
                    <a:lnTo>
                      <a:pt x="288" y="26"/>
                    </a:lnTo>
                    <a:lnTo>
                      <a:pt x="203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75;p34"/>
              <p:cNvSpPr/>
              <p:nvPr/>
            </p:nvSpPr>
            <p:spPr>
              <a:xfrm>
                <a:off x="2616900" y="3635050"/>
                <a:ext cx="21625" cy="86950"/>
              </a:xfrm>
              <a:custGeom>
                <a:avLst/>
                <a:gdLst/>
                <a:ahLst/>
                <a:cxnLst/>
                <a:rect l="l" t="t" r="r" b="b"/>
                <a:pathLst>
                  <a:path w="865" h="3478" extrusionOk="0">
                    <a:moveTo>
                      <a:pt x="777" y="1"/>
                    </a:moveTo>
                    <a:lnTo>
                      <a:pt x="0" y="3458"/>
                    </a:lnTo>
                    <a:lnTo>
                      <a:pt x="89" y="3477"/>
                    </a:lnTo>
                    <a:lnTo>
                      <a:pt x="865" y="19"/>
                    </a:lnTo>
                    <a:lnTo>
                      <a:pt x="777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6" name="Google Shape;676;p34"/>
            <p:cNvGrpSpPr/>
            <p:nvPr/>
          </p:nvGrpSpPr>
          <p:grpSpPr>
            <a:xfrm>
              <a:off x="2323214" y="2707955"/>
              <a:ext cx="1538840" cy="1797357"/>
              <a:chOff x="5678400" y="2952675"/>
              <a:chExt cx="470550" cy="549600"/>
            </a:xfrm>
          </p:grpSpPr>
          <p:sp>
            <p:nvSpPr>
              <p:cNvPr id="677" name="Google Shape;677;p34"/>
              <p:cNvSpPr/>
              <p:nvPr/>
            </p:nvSpPr>
            <p:spPr>
              <a:xfrm>
                <a:off x="5678400" y="3190325"/>
                <a:ext cx="470550" cy="310400"/>
              </a:xfrm>
              <a:custGeom>
                <a:avLst/>
                <a:gdLst/>
                <a:ahLst/>
                <a:cxnLst/>
                <a:rect l="l" t="t" r="r" b="b"/>
                <a:pathLst>
                  <a:path w="18822" h="12416" extrusionOk="0">
                    <a:moveTo>
                      <a:pt x="7536" y="0"/>
                    </a:moveTo>
                    <a:cubicBezTo>
                      <a:pt x="7070" y="0"/>
                      <a:pt x="6598" y="117"/>
                      <a:pt x="6171" y="309"/>
                    </a:cubicBezTo>
                    <a:cubicBezTo>
                      <a:pt x="5477" y="621"/>
                      <a:pt x="4884" y="1114"/>
                      <a:pt x="4319" y="1622"/>
                    </a:cubicBezTo>
                    <a:cubicBezTo>
                      <a:pt x="4086" y="1833"/>
                      <a:pt x="3852" y="2047"/>
                      <a:pt x="3691" y="2322"/>
                    </a:cubicBezTo>
                    <a:cubicBezTo>
                      <a:pt x="3575" y="2521"/>
                      <a:pt x="3499" y="2748"/>
                      <a:pt x="3423" y="2972"/>
                    </a:cubicBezTo>
                    <a:cubicBezTo>
                      <a:pt x="3108" y="3965"/>
                      <a:pt x="2840" y="4975"/>
                      <a:pt x="2631" y="5997"/>
                    </a:cubicBezTo>
                    <a:cubicBezTo>
                      <a:pt x="2486" y="6691"/>
                      <a:pt x="2366" y="7395"/>
                      <a:pt x="2114" y="8063"/>
                    </a:cubicBezTo>
                    <a:cubicBezTo>
                      <a:pt x="1877" y="8682"/>
                      <a:pt x="1534" y="9253"/>
                      <a:pt x="1183" y="9814"/>
                    </a:cubicBezTo>
                    <a:cubicBezTo>
                      <a:pt x="802" y="10420"/>
                      <a:pt x="407" y="11019"/>
                      <a:pt x="0" y="11613"/>
                    </a:cubicBezTo>
                    <a:cubicBezTo>
                      <a:pt x="186" y="11768"/>
                      <a:pt x="421" y="11825"/>
                      <a:pt x="664" y="11825"/>
                    </a:cubicBezTo>
                    <a:cubicBezTo>
                      <a:pt x="870" y="11825"/>
                      <a:pt x="1083" y="11784"/>
                      <a:pt x="1278" y="11726"/>
                    </a:cubicBezTo>
                    <a:cubicBezTo>
                      <a:pt x="1676" y="11605"/>
                      <a:pt x="2074" y="11424"/>
                      <a:pt x="2488" y="11424"/>
                    </a:cubicBezTo>
                    <a:cubicBezTo>
                      <a:pt x="2517" y="11424"/>
                      <a:pt x="2546" y="11425"/>
                      <a:pt x="2575" y="11426"/>
                    </a:cubicBezTo>
                    <a:cubicBezTo>
                      <a:pt x="2887" y="11445"/>
                      <a:pt x="3174" y="11572"/>
                      <a:pt x="3467" y="11685"/>
                    </a:cubicBezTo>
                    <a:cubicBezTo>
                      <a:pt x="4051" y="11912"/>
                      <a:pt x="4669" y="12073"/>
                      <a:pt x="5291" y="12073"/>
                    </a:cubicBezTo>
                    <a:cubicBezTo>
                      <a:pt x="5378" y="12073"/>
                      <a:pt x="5466" y="12070"/>
                      <a:pt x="5553" y="12064"/>
                    </a:cubicBezTo>
                    <a:cubicBezTo>
                      <a:pt x="6638" y="11983"/>
                      <a:pt x="7702" y="11370"/>
                      <a:pt x="8754" y="11370"/>
                    </a:cubicBezTo>
                    <a:cubicBezTo>
                      <a:pt x="8970" y="11370"/>
                      <a:pt x="9186" y="11396"/>
                      <a:pt x="9401" y="11458"/>
                    </a:cubicBezTo>
                    <a:cubicBezTo>
                      <a:pt x="9991" y="11628"/>
                      <a:pt x="10480" y="12048"/>
                      <a:pt x="11064" y="12244"/>
                    </a:cubicBezTo>
                    <a:cubicBezTo>
                      <a:pt x="11366" y="12343"/>
                      <a:pt x="11683" y="12381"/>
                      <a:pt x="12002" y="12381"/>
                    </a:cubicBezTo>
                    <a:cubicBezTo>
                      <a:pt x="12361" y="12381"/>
                      <a:pt x="12723" y="12332"/>
                      <a:pt x="13067" y="12269"/>
                    </a:cubicBezTo>
                    <a:cubicBezTo>
                      <a:pt x="13303" y="12227"/>
                      <a:pt x="13531" y="12211"/>
                      <a:pt x="13757" y="12211"/>
                    </a:cubicBezTo>
                    <a:cubicBezTo>
                      <a:pt x="14133" y="12211"/>
                      <a:pt x="14504" y="12255"/>
                      <a:pt x="14897" y="12300"/>
                    </a:cubicBezTo>
                    <a:cubicBezTo>
                      <a:pt x="15545" y="12377"/>
                      <a:pt x="16198" y="12416"/>
                      <a:pt x="16850" y="12416"/>
                    </a:cubicBezTo>
                    <a:cubicBezTo>
                      <a:pt x="17510" y="12416"/>
                      <a:pt x="18168" y="12376"/>
                      <a:pt x="18821" y="12297"/>
                    </a:cubicBezTo>
                    <a:cubicBezTo>
                      <a:pt x="18620" y="11849"/>
                      <a:pt x="17967" y="11796"/>
                      <a:pt x="17689" y="11385"/>
                    </a:cubicBezTo>
                    <a:cubicBezTo>
                      <a:pt x="17462" y="11048"/>
                      <a:pt x="17553" y="10546"/>
                      <a:pt x="17273" y="10256"/>
                    </a:cubicBezTo>
                    <a:cubicBezTo>
                      <a:pt x="17149" y="10124"/>
                      <a:pt x="16973" y="10060"/>
                      <a:pt x="16812" y="9982"/>
                    </a:cubicBezTo>
                    <a:cubicBezTo>
                      <a:pt x="16452" y="9808"/>
                      <a:pt x="16134" y="9549"/>
                      <a:pt x="15891" y="9231"/>
                    </a:cubicBezTo>
                    <a:cubicBezTo>
                      <a:pt x="17086" y="7691"/>
                      <a:pt x="17342" y="5259"/>
                      <a:pt x="16260" y="3574"/>
                    </a:cubicBezTo>
                    <a:lnTo>
                      <a:pt x="15026" y="2407"/>
                    </a:lnTo>
                    <a:cubicBezTo>
                      <a:pt x="13869" y="1208"/>
                      <a:pt x="11935" y="1054"/>
                      <a:pt x="10297" y="767"/>
                    </a:cubicBezTo>
                    <a:cubicBezTo>
                      <a:pt x="9957" y="707"/>
                      <a:pt x="9610" y="669"/>
                      <a:pt x="9285" y="549"/>
                    </a:cubicBezTo>
                    <a:cubicBezTo>
                      <a:pt x="8976" y="438"/>
                      <a:pt x="8695" y="262"/>
                      <a:pt x="8392" y="148"/>
                    </a:cubicBezTo>
                    <a:cubicBezTo>
                      <a:pt x="8117" y="46"/>
                      <a:pt x="7828" y="0"/>
                      <a:pt x="7536" y="0"/>
                    </a:cubicBez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34"/>
              <p:cNvSpPr/>
              <p:nvPr/>
            </p:nvSpPr>
            <p:spPr>
              <a:xfrm>
                <a:off x="5695425" y="3466050"/>
                <a:ext cx="91050" cy="32000"/>
              </a:xfrm>
              <a:custGeom>
                <a:avLst/>
                <a:gdLst/>
                <a:ahLst/>
                <a:cxnLst/>
                <a:rect l="l" t="t" r="r" b="b"/>
                <a:pathLst>
                  <a:path w="3642" h="1280" extrusionOk="0">
                    <a:moveTo>
                      <a:pt x="1653" y="0"/>
                    </a:moveTo>
                    <a:cubicBezTo>
                      <a:pt x="1615" y="0"/>
                      <a:pt x="1578" y="1"/>
                      <a:pt x="1540" y="3"/>
                    </a:cubicBezTo>
                    <a:cubicBezTo>
                      <a:pt x="1083" y="25"/>
                      <a:pt x="755" y="230"/>
                      <a:pt x="364" y="448"/>
                    </a:cubicBezTo>
                    <a:cubicBezTo>
                      <a:pt x="231" y="524"/>
                      <a:pt x="77" y="606"/>
                      <a:pt x="36" y="751"/>
                    </a:cubicBezTo>
                    <a:cubicBezTo>
                      <a:pt x="1" y="886"/>
                      <a:pt x="77" y="1028"/>
                      <a:pt x="187" y="1110"/>
                    </a:cubicBezTo>
                    <a:cubicBezTo>
                      <a:pt x="297" y="1192"/>
                      <a:pt x="436" y="1224"/>
                      <a:pt x="575" y="1246"/>
                    </a:cubicBezTo>
                    <a:cubicBezTo>
                      <a:pt x="739" y="1270"/>
                      <a:pt x="905" y="1280"/>
                      <a:pt x="1071" y="1280"/>
                    </a:cubicBezTo>
                    <a:cubicBezTo>
                      <a:pt x="1276" y="1280"/>
                      <a:pt x="1482" y="1265"/>
                      <a:pt x="1685" y="1246"/>
                    </a:cubicBezTo>
                    <a:cubicBezTo>
                      <a:pt x="2253" y="1189"/>
                      <a:pt x="3089" y="1050"/>
                      <a:pt x="3641" y="918"/>
                    </a:cubicBezTo>
                    <a:cubicBezTo>
                      <a:pt x="3392" y="650"/>
                      <a:pt x="3067" y="410"/>
                      <a:pt x="2736" y="246"/>
                    </a:cubicBezTo>
                    <a:cubicBezTo>
                      <a:pt x="2401" y="85"/>
                      <a:pt x="2026" y="0"/>
                      <a:pt x="1653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34"/>
              <p:cNvSpPr/>
              <p:nvPr/>
            </p:nvSpPr>
            <p:spPr>
              <a:xfrm>
                <a:off x="5844800" y="3467375"/>
                <a:ext cx="100825" cy="349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1396" extrusionOk="0">
                    <a:moveTo>
                      <a:pt x="1800" y="1"/>
                    </a:moveTo>
                    <a:cubicBezTo>
                      <a:pt x="1757" y="1"/>
                      <a:pt x="1715" y="2"/>
                      <a:pt x="1673" y="4"/>
                    </a:cubicBezTo>
                    <a:cubicBezTo>
                      <a:pt x="1178" y="29"/>
                      <a:pt x="821" y="253"/>
                      <a:pt x="395" y="490"/>
                    </a:cubicBezTo>
                    <a:cubicBezTo>
                      <a:pt x="250" y="572"/>
                      <a:pt x="83" y="660"/>
                      <a:pt x="42" y="821"/>
                    </a:cubicBezTo>
                    <a:cubicBezTo>
                      <a:pt x="1" y="963"/>
                      <a:pt x="83" y="1120"/>
                      <a:pt x="203" y="1212"/>
                    </a:cubicBezTo>
                    <a:cubicBezTo>
                      <a:pt x="320" y="1303"/>
                      <a:pt x="474" y="1335"/>
                      <a:pt x="619" y="1357"/>
                    </a:cubicBezTo>
                    <a:cubicBezTo>
                      <a:pt x="801" y="1384"/>
                      <a:pt x="985" y="1395"/>
                      <a:pt x="1169" y="1395"/>
                    </a:cubicBezTo>
                    <a:cubicBezTo>
                      <a:pt x="1391" y="1395"/>
                      <a:pt x="1612" y="1379"/>
                      <a:pt x="1831" y="1357"/>
                    </a:cubicBezTo>
                    <a:cubicBezTo>
                      <a:pt x="2446" y="1297"/>
                      <a:pt x="3427" y="1139"/>
                      <a:pt x="4033" y="994"/>
                    </a:cubicBezTo>
                    <a:cubicBezTo>
                      <a:pt x="3755" y="698"/>
                      <a:pt x="3329" y="442"/>
                      <a:pt x="2969" y="269"/>
                    </a:cubicBezTo>
                    <a:cubicBezTo>
                      <a:pt x="2610" y="95"/>
                      <a:pt x="2201" y="1"/>
                      <a:pt x="1800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34"/>
              <p:cNvSpPr/>
              <p:nvPr/>
            </p:nvSpPr>
            <p:spPr>
              <a:xfrm>
                <a:off x="5867200" y="3450900"/>
                <a:ext cx="152725" cy="22425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897" extrusionOk="0">
                    <a:moveTo>
                      <a:pt x="1884" y="0"/>
                    </a:moveTo>
                    <a:cubicBezTo>
                      <a:pt x="1525" y="3"/>
                      <a:pt x="1174" y="107"/>
                      <a:pt x="840" y="205"/>
                    </a:cubicBezTo>
                    <a:cubicBezTo>
                      <a:pt x="566" y="287"/>
                      <a:pt x="285" y="372"/>
                      <a:pt x="1" y="398"/>
                    </a:cubicBezTo>
                    <a:lnTo>
                      <a:pt x="7" y="489"/>
                    </a:lnTo>
                    <a:cubicBezTo>
                      <a:pt x="301" y="461"/>
                      <a:pt x="588" y="379"/>
                      <a:pt x="862" y="297"/>
                    </a:cubicBezTo>
                    <a:cubicBezTo>
                      <a:pt x="1190" y="199"/>
                      <a:pt x="1534" y="95"/>
                      <a:pt x="1881" y="95"/>
                    </a:cubicBezTo>
                    <a:lnTo>
                      <a:pt x="1884" y="95"/>
                    </a:lnTo>
                    <a:cubicBezTo>
                      <a:pt x="2361" y="95"/>
                      <a:pt x="2799" y="278"/>
                      <a:pt x="3260" y="467"/>
                    </a:cubicBezTo>
                    <a:cubicBezTo>
                      <a:pt x="3521" y="574"/>
                      <a:pt x="3790" y="685"/>
                      <a:pt x="4061" y="757"/>
                    </a:cubicBezTo>
                    <a:cubicBezTo>
                      <a:pt x="4462" y="865"/>
                      <a:pt x="4875" y="896"/>
                      <a:pt x="5276" y="896"/>
                    </a:cubicBezTo>
                    <a:cubicBezTo>
                      <a:pt x="5566" y="896"/>
                      <a:pt x="5843" y="880"/>
                      <a:pt x="6108" y="865"/>
                    </a:cubicBezTo>
                    <a:lnTo>
                      <a:pt x="6105" y="773"/>
                    </a:lnTo>
                    <a:cubicBezTo>
                      <a:pt x="5839" y="788"/>
                      <a:pt x="5558" y="803"/>
                      <a:pt x="5272" y="803"/>
                    </a:cubicBezTo>
                    <a:cubicBezTo>
                      <a:pt x="4877" y="803"/>
                      <a:pt x="4472" y="773"/>
                      <a:pt x="4086" y="669"/>
                    </a:cubicBezTo>
                    <a:cubicBezTo>
                      <a:pt x="3818" y="596"/>
                      <a:pt x="3553" y="486"/>
                      <a:pt x="3297" y="379"/>
                    </a:cubicBezTo>
                    <a:cubicBezTo>
                      <a:pt x="2846" y="196"/>
                      <a:pt x="2383" y="0"/>
                      <a:pt x="1890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34"/>
              <p:cNvSpPr/>
              <p:nvPr/>
            </p:nvSpPr>
            <p:spPr>
              <a:xfrm>
                <a:off x="5721075" y="3259075"/>
                <a:ext cx="170775" cy="201850"/>
              </a:xfrm>
              <a:custGeom>
                <a:avLst/>
                <a:gdLst/>
                <a:ahLst/>
                <a:cxnLst/>
                <a:rect l="l" t="t" r="r" b="b"/>
                <a:pathLst>
                  <a:path w="6831" h="8074" extrusionOk="0">
                    <a:moveTo>
                      <a:pt x="6739" y="1"/>
                    </a:moveTo>
                    <a:cubicBezTo>
                      <a:pt x="6666" y="950"/>
                      <a:pt x="6581" y="2026"/>
                      <a:pt x="6161" y="2957"/>
                    </a:cubicBezTo>
                    <a:cubicBezTo>
                      <a:pt x="5575" y="4260"/>
                      <a:pt x="4407" y="5175"/>
                      <a:pt x="3234" y="5970"/>
                    </a:cubicBezTo>
                    <a:cubicBezTo>
                      <a:pt x="2183" y="6686"/>
                      <a:pt x="1073" y="7351"/>
                      <a:pt x="0" y="7995"/>
                    </a:cubicBezTo>
                    <a:lnTo>
                      <a:pt x="47" y="8074"/>
                    </a:lnTo>
                    <a:cubicBezTo>
                      <a:pt x="1120" y="7427"/>
                      <a:pt x="2231" y="6758"/>
                      <a:pt x="3287" y="6042"/>
                    </a:cubicBezTo>
                    <a:cubicBezTo>
                      <a:pt x="4470" y="5238"/>
                      <a:pt x="5647" y="4313"/>
                      <a:pt x="6243" y="2992"/>
                    </a:cubicBezTo>
                    <a:cubicBezTo>
                      <a:pt x="6672" y="2045"/>
                      <a:pt x="6758" y="966"/>
                      <a:pt x="6830" y="7"/>
                    </a:cubicBezTo>
                    <a:lnTo>
                      <a:pt x="6739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34"/>
              <p:cNvSpPr/>
              <p:nvPr/>
            </p:nvSpPr>
            <p:spPr>
              <a:xfrm>
                <a:off x="5778250" y="3272575"/>
                <a:ext cx="88600" cy="77775"/>
              </a:xfrm>
              <a:custGeom>
                <a:avLst/>
                <a:gdLst/>
                <a:ahLst/>
                <a:cxnLst/>
                <a:rect l="l" t="t" r="r" b="b"/>
                <a:pathLst>
                  <a:path w="3544" h="3111" extrusionOk="0">
                    <a:moveTo>
                      <a:pt x="3464" y="0"/>
                    </a:moveTo>
                    <a:cubicBezTo>
                      <a:pt x="2672" y="1344"/>
                      <a:pt x="1442" y="2423"/>
                      <a:pt x="0" y="3029"/>
                    </a:cubicBezTo>
                    <a:lnTo>
                      <a:pt x="35" y="3111"/>
                    </a:lnTo>
                    <a:cubicBezTo>
                      <a:pt x="1492" y="2496"/>
                      <a:pt x="2739" y="1407"/>
                      <a:pt x="3543" y="48"/>
                    </a:cubicBezTo>
                    <a:lnTo>
                      <a:pt x="3464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34"/>
              <p:cNvSpPr/>
              <p:nvPr/>
            </p:nvSpPr>
            <p:spPr>
              <a:xfrm>
                <a:off x="6057750" y="3336150"/>
                <a:ext cx="18800" cy="87075"/>
              </a:xfrm>
              <a:custGeom>
                <a:avLst/>
                <a:gdLst/>
                <a:ahLst/>
                <a:cxnLst/>
                <a:rect l="l" t="t" r="r" b="b"/>
                <a:pathLst>
                  <a:path w="752" h="3483" extrusionOk="0">
                    <a:moveTo>
                      <a:pt x="76" y="0"/>
                    </a:moveTo>
                    <a:cubicBezTo>
                      <a:pt x="1" y="1142"/>
                      <a:pt x="13" y="2442"/>
                      <a:pt x="676" y="3483"/>
                    </a:cubicBezTo>
                    <a:lnTo>
                      <a:pt x="751" y="3436"/>
                    </a:lnTo>
                    <a:cubicBezTo>
                      <a:pt x="105" y="2413"/>
                      <a:pt x="92" y="1133"/>
                      <a:pt x="168" y="10"/>
                    </a:cubicBezTo>
                    <a:lnTo>
                      <a:pt x="76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34"/>
              <p:cNvSpPr/>
              <p:nvPr/>
            </p:nvSpPr>
            <p:spPr>
              <a:xfrm>
                <a:off x="5897425" y="3371950"/>
                <a:ext cx="34875" cy="68250"/>
              </a:xfrm>
              <a:custGeom>
                <a:avLst/>
                <a:gdLst/>
                <a:ahLst/>
                <a:cxnLst/>
                <a:rect l="l" t="t" r="r" b="b"/>
                <a:pathLst>
                  <a:path w="1395" h="2730" extrusionOk="0">
                    <a:moveTo>
                      <a:pt x="1306" y="0"/>
                    </a:moveTo>
                    <a:cubicBezTo>
                      <a:pt x="1183" y="486"/>
                      <a:pt x="1063" y="981"/>
                      <a:pt x="861" y="1448"/>
                    </a:cubicBezTo>
                    <a:cubicBezTo>
                      <a:pt x="640" y="1969"/>
                      <a:pt x="353" y="2376"/>
                      <a:pt x="0" y="2660"/>
                    </a:cubicBezTo>
                    <a:lnTo>
                      <a:pt x="60" y="2729"/>
                    </a:lnTo>
                    <a:cubicBezTo>
                      <a:pt x="420" y="2433"/>
                      <a:pt x="719" y="2016"/>
                      <a:pt x="943" y="1483"/>
                    </a:cubicBezTo>
                    <a:cubicBezTo>
                      <a:pt x="1145" y="1013"/>
                      <a:pt x="1271" y="508"/>
                      <a:pt x="1394" y="26"/>
                    </a:cubicBezTo>
                    <a:lnTo>
                      <a:pt x="1306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34"/>
              <p:cNvSpPr/>
              <p:nvPr/>
            </p:nvSpPr>
            <p:spPr>
              <a:xfrm>
                <a:off x="5819725" y="3151300"/>
                <a:ext cx="87900" cy="70750"/>
              </a:xfrm>
              <a:custGeom>
                <a:avLst/>
                <a:gdLst/>
                <a:ahLst/>
                <a:cxnLst/>
                <a:rect l="l" t="t" r="r" b="b"/>
                <a:pathLst>
                  <a:path w="3516" h="2830" extrusionOk="0">
                    <a:moveTo>
                      <a:pt x="1044" y="1"/>
                    </a:moveTo>
                    <a:cubicBezTo>
                      <a:pt x="982" y="1"/>
                      <a:pt x="920" y="7"/>
                      <a:pt x="859" y="21"/>
                    </a:cubicBezTo>
                    <a:cubicBezTo>
                      <a:pt x="682" y="59"/>
                      <a:pt x="524" y="163"/>
                      <a:pt x="341" y="182"/>
                    </a:cubicBezTo>
                    <a:cubicBezTo>
                      <a:pt x="291" y="186"/>
                      <a:pt x="237" y="182"/>
                      <a:pt x="187" y="195"/>
                    </a:cubicBezTo>
                    <a:cubicBezTo>
                      <a:pt x="136" y="208"/>
                      <a:pt x="86" y="233"/>
                      <a:pt x="67" y="280"/>
                    </a:cubicBezTo>
                    <a:cubicBezTo>
                      <a:pt x="42" y="327"/>
                      <a:pt x="61" y="397"/>
                      <a:pt x="111" y="406"/>
                    </a:cubicBezTo>
                    <a:cubicBezTo>
                      <a:pt x="42" y="410"/>
                      <a:pt x="1" y="498"/>
                      <a:pt x="23" y="567"/>
                    </a:cubicBezTo>
                    <a:cubicBezTo>
                      <a:pt x="42" y="637"/>
                      <a:pt x="95" y="687"/>
                      <a:pt x="152" y="734"/>
                    </a:cubicBezTo>
                    <a:cubicBezTo>
                      <a:pt x="80" y="738"/>
                      <a:pt x="42" y="788"/>
                      <a:pt x="70" y="851"/>
                    </a:cubicBezTo>
                    <a:cubicBezTo>
                      <a:pt x="102" y="914"/>
                      <a:pt x="174" y="993"/>
                      <a:pt x="234" y="1031"/>
                    </a:cubicBezTo>
                    <a:cubicBezTo>
                      <a:pt x="625" y="1261"/>
                      <a:pt x="928" y="1615"/>
                      <a:pt x="1209" y="1971"/>
                    </a:cubicBezTo>
                    <a:cubicBezTo>
                      <a:pt x="1294" y="2085"/>
                      <a:pt x="1382" y="2198"/>
                      <a:pt x="1493" y="2287"/>
                    </a:cubicBezTo>
                    <a:cubicBezTo>
                      <a:pt x="1632" y="2403"/>
                      <a:pt x="1799" y="2479"/>
                      <a:pt x="1969" y="2536"/>
                    </a:cubicBezTo>
                    <a:cubicBezTo>
                      <a:pt x="2269" y="2643"/>
                      <a:pt x="2581" y="2706"/>
                      <a:pt x="2900" y="2735"/>
                    </a:cubicBezTo>
                    <a:cubicBezTo>
                      <a:pt x="3099" y="2750"/>
                      <a:pt x="3304" y="2750"/>
                      <a:pt x="3487" y="2829"/>
                    </a:cubicBezTo>
                    <a:lnTo>
                      <a:pt x="3515" y="981"/>
                    </a:lnTo>
                    <a:cubicBezTo>
                      <a:pt x="3136" y="864"/>
                      <a:pt x="3301" y="952"/>
                      <a:pt x="2944" y="782"/>
                    </a:cubicBezTo>
                    <a:cubicBezTo>
                      <a:pt x="2616" y="624"/>
                      <a:pt x="1774" y="195"/>
                      <a:pt x="1430" y="72"/>
                    </a:cubicBezTo>
                    <a:cubicBezTo>
                      <a:pt x="1308" y="29"/>
                      <a:pt x="1176" y="1"/>
                      <a:pt x="1044" y="1"/>
                    </a:cubicBezTo>
                    <a:close/>
                  </a:path>
                </a:pathLst>
              </a:custGeom>
              <a:solidFill>
                <a:srgbClr val="8E34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34"/>
              <p:cNvSpPr/>
              <p:nvPr/>
            </p:nvSpPr>
            <p:spPr>
              <a:xfrm>
                <a:off x="5823350" y="3168375"/>
                <a:ext cx="23850" cy="12575"/>
              </a:xfrm>
              <a:custGeom>
                <a:avLst/>
                <a:gdLst/>
                <a:ahLst/>
                <a:cxnLst/>
                <a:rect l="l" t="t" r="r" b="b"/>
                <a:pathLst>
                  <a:path w="954" h="503" extrusionOk="0">
                    <a:moveTo>
                      <a:pt x="23" y="1"/>
                    </a:moveTo>
                    <a:lnTo>
                      <a:pt x="1" y="86"/>
                    </a:lnTo>
                    <a:cubicBezTo>
                      <a:pt x="168" y="133"/>
                      <a:pt x="335" y="193"/>
                      <a:pt x="493" y="266"/>
                    </a:cubicBezTo>
                    <a:cubicBezTo>
                      <a:pt x="616" y="320"/>
                      <a:pt x="767" y="395"/>
                      <a:pt x="900" y="503"/>
                    </a:cubicBezTo>
                    <a:lnTo>
                      <a:pt x="954" y="433"/>
                    </a:lnTo>
                    <a:cubicBezTo>
                      <a:pt x="815" y="320"/>
                      <a:pt x="654" y="241"/>
                      <a:pt x="528" y="187"/>
                    </a:cubicBezTo>
                    <a:cubicBezTo>
                      <a:pt x="364" y="111"/>
                      <a:pt x="193" y="51"/>
                      <a:pt x="23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34"/>
              <p:cNvSpPr/>
              <p:nvPr/>
            </p:nvSpPr>
            <p:spPr>
              <a:xfrm>
                <a:off x="5822325" y="3160575"/>
                <a:ext cx="27725" cy="9175"/>
              </a:xfrm>
              <a:custGeom>
                <a:avLst/>
                <a:gdLst/>
                <a:ahLst/>
                <a:cxnLst/>
                <a:rect l="l" t="t" r="r" b="b"/>
                <a:pathLst>
                  <a:path w="1109" h="367" extrusionOk="0">
                    <a:moveTo>
                      <a:pt x="13" y="1"/>
                    </a:moveTo>
                    <a:lnTo>
                      <a:pt x="1" y="92"/>
                    </a:lnTo>
                    <a:cubicBezTo>
                      <a:pt x="367" y="143"/>
                      <a:pt x="730" y="234"/>
                      <a:pt x="1077" y="367"/>
                    </a:cubicBezTo>
                    <a:lnTo>
                      <a:pt x="1108" y="281"/>
                    </a:lnTo>
                    <a:cubicBezTo>
                      <a:pt x="758" y="146"/>
                      <a:pt x="389" y="51"/>
                      <a:pt x="13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34"/>
              <p:cNvSpPr/>
              <p:nvPr/>
            </p:nvSpPr>
            <p:spPr>
              <a:xfrm>
                <a:off x="5829125" y="3154200"/>
                <a:ext cx="23825" cy="6875"/>
              </a:xfrm>
              <a:custGeom>
                <a:avLst/>
                <a:gdLst/>
                <a:ahLst/>
                <a:cxnLst/>
                <a:rect l="l" t="t" r="r" b="b"/>
                <a:pathLst>
                  <a:path w="953" h="275" extrusionOk="0">
                    <a:moveTo>
                      <a:pt x="6" y="0"/>
                    </a:moveTo>
                    <a:lnTo>
                      <a:pt x="0" y="92"/>
                    </a:lnTo>
                    <a:cubicBezTo>
                      <a:pt x="155" y="95"/>
                      <a:pt x="316" y="101"/>
                      <a:pt x="470" y="126"/>
                    </a:cubicBezTo>
                    <a:cubicBezTo>
                      <a:pt x="644" y="155"/>
                      <a:pt x="786" y="205"/>
                      <a:pt x="905" y="275"/>
                    </a:cubicBezTo>
                    <a:lnTo>
                      <a:pt x="953" y="196"/>
                    </a:lnTo>
                    <a:cubicBezTo>
                      <a:pt x="820" y="117"/>
                      <a:pt x="672" y="66"/>
                      <a:pt x="486" y="35"/>
                    </a:cubicBezTo>
                    <a:cubicBezTo>
                      <a:pt x="328" y="13"/>
                      <a:pt x="164" y="3"/>
                      <a:pt x="6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34"/>
              <p:cNvSpPr/>
              <p:nvPr/>
            </p:nvSpPr>
            <p:spPr>
              <a:xfrm>
                <a:off x="5882350" y="3172400"/>
                <a:ext cx="178650" cy="101975"/>
              </a:xfrm>
              <a:custGeom>
                <a:avLst/>
                <a:gdLst/>
                <a:ahLst/>
                <a:cxnLst/>
                <a:rect l="l" t="t" r="r" b="b"/>
                <a:pathLst>
                  <a:path w="7146" h="4079" extrusionOk="0">
                    <a:moveTo>
                      <a:pt x="562" y="1"/>
                    </a:moveTo>
                    <a:lnTo>
                      <a:pt x="1" y="2219"/>
                    </a:lnTo>
                    <a:cubicBezTo>
                      <a:pt x="1" y="2219"/>
                      <a:pt x="1540" y="2840"/>
                      <a:pt x="2218" y="3149"/>
                    </a:cubicBezTo>
                    <a:cubicBezTo>
                      <a:pt x="2787" y="3406"/>
                      <a:pt x="4201" y="4078"/>
                      <a:pt x="5303" y="4078"/>
                    </a:cubicBezTo>
                    <a:cubicBezTo>
                      <a:pt x="5516" y="4078"/>
                      <a:pt x="5718" y="4053"/>
                      <a:pt x="5900" y="3995"/>
                    </a:cubicBezTo>
                    <a:cubicBezTo>
                      <a:pt x="6925" y="3667"/>
                      <a:pt x="7146" y="2607"/>
                      <a:pt x="7073" y="1638"/>
                    </a:cubicBezTo>
                    <a:lnTo>
                      <a:pt x="4755" y="1146"/>
                    </a:lnTo>
                    <a:cubicBezTo>
                      <a:pt x="4755" y="1146"/>
                      <a:pt x="2950" y="269"/>
                      <a:pt x="562" y="1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34"/>
              <p:cNvSpPr/>
              <p:nvPr/>
            </p:nvSpPr>
            <p:spPr>
              <a:xfrm>
                <a:off x="5845275" y="3064050"/>
                <a:ext cx="251150" cy="237175"/>
              </a:xfrm>
              <a:custGeom>
                <a:avLst/>
                <a:gdLst/>
                <a:ahLst/>
                <a:cxnLst/>
                <a:rect l="l" t="t" r="r" b="b"/>
                <a:pathLst>
                  <a:path w="10046" h="9487" extrusionOk="0">
                    <a:moveTo>
                      <a:pt x="5042" y="0"/>
                    </a:moveTo>
                    <a:cubicBezTo>
                      <a:pt x="3872" y="0"/>
                      <a:pt x="2708" y="341"/>
                      <a:pt x="1717" y="962"/>
                    </a:cubicBezTo>
                    <a:cubicBezTo>
                      <a:pt x="1332" y="1205"/>
                      <a:pt x="1114" y="1451"/>
                      <a:pt x="916" y="1858"/>
                    </a:cubicBezTo>
                    <a:cubicBezTo>
                      <a:pt x="707" y="2284"/>
                      <a:pt x="537" y="2726"/>
                      <a:pt x="342" y="3161"/>
                    </a:cubicBezTo>
                    <a:cubicBezTo>
                      <a:pt x="307" y="3234"/>
                      <a:pt x="29" y="3991"/>
                      <a:pt x="1" y="3991"/>
                    </a:cubicBezTo>
                    <a:cubicBezTo>
                      <a:pt x="550" y="3997"/>
                      <a:pt x="1102" y="4086"/>
                      <a:pt x="1635" y="4221"/>
                    </a:cubicBezTo>
                    <a:cubicBezTo>
                      <a:pt x="2089" y="4338"/>
                      <a:pt x="2657" y="4461"/>
                      <a:pt x="3067" y="4694"/>
                    </a:cubicBezTo>
                    <a:cubicBezTo>
                      <a:pt x="3294" y="4824"/>
                      <a:pt x="3499" y="5045"/>
                      <a:pt x="3714" y="5202"/>
                    </a:cubicBezTo>
                    <a:cubicBezTo>
                      <a:pt x="3935" y="5370"/>
                      <a:pt x="4159" y="5527"/>
                      <a:pt x="4392" y="5676"/>
                    </a:cubicBezTo>
                    <a:cubicBezTo>
                      <a:pt x="4853" y="5975"/>
                      <a:pt x="5332" y="6253"/>
                      <a:pt x="5831" y="6493"/>
                    </a:cubicBezTo>
                    <a:cubicBezTo>
                      <a:pt x="5988" y="6572"/>
                      <a:pt x="6149" y="6644"/>
                      <a:pt x="6310" y="6717"/>
                    </a:cubicBezTo>
                    <a:cubicBezTo>
                      <a:pt x="7080" y="7057"/>
                      <a:pt x="7919" y="7348"/>
                      <a:pt x="8462" y="7991"/>
                    </a:cubicBezTo>
                    <a:cubicBezTo>
                      <a:pt x="8676" y="8244"/>
                      <a:pt x="8834" y="8543"/>
                      <a:pt x="9049" y="8799"/>
                    </a:cubicBezTo>
                    <a:cubicBezTo>
                      <a:pt x="9304" y="9108"/>
                      <a:pt x="9642" y="9348"/>
                      <a:pt x="10023" y="9487"/>
                    </a:cubicBezTo>
                    <a:cubicBezTo>
                      <a:pt x="10017" y="8919"/>
                      <a:pt x="10045" y="8382"/>
                      <a:pt x="9765" y="7865"/>
                    </a:cubicBezTo>
                    <a:cubicBezTo>
                      <a:pt x="9623" y="7600"/>
                      <a:pt x="9490" y="7335"/>
                      <a:pt x="9355" y="7073"/>
                    </a:cubicBezTo>
                    <a:cubicBezTo>
                      <a:pt x="9250" y="6859"/>
                      <a:pt x="9209" y="6600"/>
                      <a:pt x="9162" y="6370"/>
                    </a:cubicBezTo>
                    <a:cubicBezTo>
                      <a:pt x="9039" y="5878"/>
                      <a:pt x="8938" y="5379"/>
                      <a:pt x="8843" y="4884"/>
                    </a:cubicBezTo>
                    <a:cubicBezTo>
                      <a:pt x="8683" y="4013"/>
                      <a:pt x="8519" y="3038"/>
                      <a:pt x="7837" y="2401"/>
                    </a:cubicBezTo>
                    <a:cubicBezTo>
                      <a:pt x="7667" y="2250"/>
                      <a:pt x="7471" y="2120"/>
                      <a:pt x="7358" y="1921"/>
                    </a:cubicBezTo>
                    <a:cubicBezTo>
                      <a:pt x="7282" y="1792"/>
                      <a:pt x="7247" y="1641"/>
                      <a:pt x="7184" y="1505"/>
                    </a:cubicBezTo>
                    <a:cubicBezTo>
                      <a:pt x="6957" y="1016"/>
                      <a:pt x="6411" y="742"/>
                      <a:pt x="5941" y="546"/>
                    </a:cubicBezTo>
                    <a:cubicBezTo>
                      <a:pt x="5862" y="514"/>
                      <a:pt x="5774" y="473"/>
                      <a:pt x="5723" y="404"/>
                    </a:cubicBezTo>
                    <a:cubicBezTo>
                      <a:pt x="5689" y="354"/>
                      <a:pt x="5673" y="294"/>
                      <a:pt x="5645" y="237"/>
                    </a:cubicBezTo>
                    <a:cubicBezTo>
                      <a:pt x="5534" y="38"/>
                      <a:pt x="5269" y="0"/>
                      <a:pt x="5042" y="0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34"/>
              <p:cNvSpPr/>
              <p:nvPr/>
            </p:nvSpPr>
            <p:spPr>
              <a:xfrm>
                <a:off x="5802225" y="3150425"/>
                <a:ext cx="91975" cy="64825"/>
              </a:xfrm>
              <a:custGeom>
                <a:avLst/>
                <a:gdLst/>
                <a:ahLst/>
                <a:cxnLst/>
                <a:rect l="l" t="t" r="r" b="b"/>
                <a:pathLst>
                  <a:path w="3679" h="2593" extrusionOk="0">
                    <a:moveTo>
                      <a:pt x="2597" y="1"/>
                    </a:moveTo>
                    <a:cubicBezTo>
                      <a:pt x="2497" y="1"/>
                      <a:pt x="2396" y="16"/>
                      <a:pt x="2297" y="41"/>
                    </a:cubicBezTo>
                    <a:cubicBezTo>
                      <a:pt x="2108" y="88"/>
                      <a:pt x="1928" y="170"/>
                      <a:pt x="1754" y="252"/>
                    </a:cubicBezTo>
                    <a:lnTo>
                      <a:pt x="0" y="2593"/>
                    </a:lnTo>
                    <a:cubicBezTo>
                      <a:pt x="118" y="2556"/>
                      <a:pt x="240" y="2548"/>
                      <a:pt x="363" y="2548"/>
                    </a:cubicBezTo>
                    <a:cubicBezTo>
                      <a:pt x="439" y="2548"/>
                      <a:pt x="515" y="2551"/>
                      <a:pt x="590" y="2552"/>
                    </a:cubicBezTo>
                    <a:cubicBezTo>
                      <a:pt x="603" y="2552"/>
                      <a:pt x="616" y="2552"/>
                      <a:pt x="630" y="2552"/>
                    </a:cubicBezTo>
                    <a:cubicBezTo>
                      <a:pt x="932" y="2552"/>
                      <a:pt x="1240" y="2517"/>
                      <a:pt x="1534" y="2441"/>
                    </a:cubicBezTo>
                    <a:cubicBezTo>
                      <a:pt x="1707" y="2397"/>
                      <a:pt x="1881" y="2337"/>
                      <a:pt x="2032" y="2236"/>
                    </a:cubicBezTo>
                    <a:cubicBezTo>
                      <a:pt x="2146" y="2158"/>
                      <a:pt x="2243" y="2050"/>
                      <a:pt x="2341" y="1949"/>
                    </a:cubicBezTo>
                    <a:cubicBezTo>
                      <a:pt x="2653" y="1621"/>
                      <a:pt x="2988" y="1296"/>
                      <a:pt x="3398" y="1101"/>
                    </a:cubicBezTo>
                    <a:cubicBezTo>
                      <a:pt x="3461" y="1069"/>
                      <a:pt x="3546" y="997"/>
                      <a:pt x="3581" y="940"/>
                    </a:cubicBezTo>
                    <a:cubicBezTo>
                      <a:pt x="3616" y="880"/>
                      <a:pt x="3578" y="826"/>
                      <a:pt x="3508" y="814"/>
                    </a:cubicBezTo>
                    <a:cubicBezTo>
                      <a:pt x="3565" y="773"/>
                      <a:pt x="3628" y="728"/>
                      <a:pt x="3650" y="662"/>
                    </a:cubicBezTo>
                    <a:cubicBezTo>
                      <a:pt x="3679" y="596"/>
                      <a:pt x="3647" y="504"/>
                      <a:pt x="3578" y="492"/>
                    </a:cubicBezTo>
                    <a:cubicBezTo>
                      <a:pt x="3628" y="486"/>
                      <a:pt x="3650" y="419"/>
                      <a:pt x="3635" y="372"/>
                    </a:cubicBezTo>
                    <a:cubicBezTo>
                      <a:pt x="3619" y="325"/>
                      <a:pt x="3571" y="293"/>
                      <a:pt x="3521" y="277"/>
                    </a:cubicBezTo>
                    <a:cubicBezTo>
                      <a:pt x="3471" y="262"/>
                      <a:pt x="3420" y="255"/>
                      <a:pt x="3370" y="249"/>
                    </a:cubicBezTo>
                    <a:cubicBezTo>
                      <a:pt x="3190" y="217"/>
                      <a:pt x="3041" y="101"/>
                      <a:pt x="2868" y="44"/>
                    </a:cubicBezTo>
                    <a:cubicBezTo>
                      <a:pt x="2780" y="14"/>
                      <a:pt x="2689" y="1"/>
                      <a:pt x="2597" y="1"/>
                    </a:cubicBezTo>
                    <a:close/>
                  </a:path>
                </a:pathLst>
              </a:custGeom>
              <a:solidFill>
                <a:srgbClr val="AB44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34"/>
              <p:cNvSpPr/>
              <p:nvPr/>
            </p:nvSpPr>
            <p:spPr>
              <a:xfrm>
                <a:off x="5865325" y="3169400"/>
                <a:ext cx="24475" cy="10600"/>
              </a:xfrm>
              <a:custGeom>
                <a:avLst/>
                <a:gdLst/>
                <a:ahLst/>
                <a:cxnLst/>
                <a:rect l="l" t="t" r="r" b="b"/>
                <a:pathLst>
                  <a:path w="979" h="424" extrusionOk="0">
                    <a:moveTo>
                      <a:pt x="962" y="1"/>
                    </a:moveTo>
                    <a:cubicBezTo>
                      <a:pt x="789" y="39"/>
                      <a:pt x="615" y="86"/>
                      <a:pt x="445" y="140"/>
                    </a:cubicBezTo>
                    <a:cubicBezTo>
                      <a:pt x="319" y="184"/>
                      <a:pt x="152" y="247"/>
                      <a:pt x="0" y="351"/>
                    </a:cubicBezTo>
                    <a:lnTo>
                      <a:pt x="51" y="424"/>
                    </a:lnTo>
                    <a:cubicBezTo>
                      <a:pt x="193" y="329"/>
                      <a:pt x="350" y="272"/>
                      <a:pt x="473" y="228"/>
                    </a:cubicBezTo>
                    <a:cubicBezTo>
                      <a:pt x="641" y="171"/>
                      <a:pt x="808" y="124"/>
                      <a:pt x="978" y="92"/>
                    </a:cubicBezTo>
                    <a:lnTo>
                      <a:pt x="962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Google Shape;693;p34"/>
              <p:cNvSpPr/>
              <p:nvPr/>
            </p:nvSpPr>
            <p:spPr>
              <a:xfrm>
                <a:off x="5863575" y="3161850"/>
                <a:ext cx="28100" cy="6725"/>
              </a:xfrm>
              <a:custGeom>
                <a:avLst/>
                <a:gdLst/>
                <a:ahLst/>
                <a:cxnLst/>
                <a:rect l="l" t="t" r="r" b="b"/>
                <a:pathLst>
                  <a:path w="1124" h="269" extrusionOk="0">
                    <a:moveTo>
                      <a:pt x="1117" y="0"/>
                    </a:moveTo>
                    <a:cubicBezTo>
                      <a:pt x="742" y="22"/>
                      <a:pt x="363" y="79"/>
                      <a:pt x="1" y="183"/>
                    </a:cubicBezTo>
                    <a:lnTo>
                      <a:pt x="23" y="268"/>
                    </a:lnTo>
                    <a:cubicBezTo>
                      <a:pt x="382" y="170"/>
                      <a:pt x="752" y="111"/>
                      <a:pt x="1124" y="92"/>
                    </a:cubicBezTo>
                    <a:lnTo>
                      <a:pt x="1117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34"/>
              <p:cNvSpPr/>
              <p:nvPr/>
            </p:nvSpPr>
            <p:spPr>
              <a:xfrm>
                <a:off x="5861450" y="3154650"/>
                <a:ext cx="24075" cy="5175"/>
              </a:xfrm>
              <a:custGeom>
                <a:avLst/>
                <a:gdLst/>
                <a:ahLst/>
                <a:cxnLst/>
                <a:rect l="l" t="t" r="r" b="b"/>
                <a:pathLst>
                  <a:path w="963" h="207" extrusionOk="0">
                    <a:moveTo>
                      <a:pt x="622" y="0"/>
                    </a:moveTo>
                    <a:cubicBezTo>
                      <a:pt x="575" y="0"/>
                      <a:pt x="527" y="1"/>
                      <a:pt x="480" y="4"/>
                    </a:cubicBezTo>
                    <a:cubicBezTo>
                      <a:pt x="294" y="20"/>
                      <a:pt x="136" y="58"/>
                      <a:pt x="1" y="124"/>
                    </a:cubicBezTo>
                    <a:lnTo>
                      <a:pt x="42" y="206"/>
                    </a:lnTo>
                    <a:cubicBezTo>
                      <a:pt x="168" y="143"/>
                      <a:pt x="313" y="108"/>
                      <a:pt x="486" y="96"/>
                    </a:cubicBezTo>
                    <a:cubicBezTo>
                      <a:pt x="534" y="92"/>
                      <a:pt x="582" y="90"/>
                      <a:pt x="629" y="90"/>
                    </a:cubicBezTo>
                    <a:cubicBezTo>
                      <a:pt x="740" y="90"/>
                      <a:pt x="851" y="99"/>
                      <a:pt x="960" y="105"/>
                    </a:cubicBezTo>
                    <a:lnTo>
                      <a:pt x="963" y="14"/>
                    </a:lnTo>
                    <a:cubicBezTo>
                      <a:pt x="851" y="7"/>
                      <a:pt x="736" y="0"/>
                      <a:pt x="622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34"/>
              <p:cNvSpPr/>
              <p:nvPr/>
            </p:nvSpPr>
            <p:spPr>
              <a:xfrm>
                <a:off x="5748175" y="3161750"/>
                <a:ext cx="92325" cy="94750"/>
              </a:xfrm>
              <a:custGeom>
                <a:avLst/>
                <a:gdLst/>
                <a:ahLst/>
                <a:cxnLst/>
                <a:rect l="l" t="t" r="r" b="b"/>
                <a:pathLst>
                  <a:path w="3693" h="3790" extrusionOk="0">
                    <a:moveTo>
                      <a:pt x="3210" y="1"/>
                    </a:moveTo>
                    <a:lnTo>
                      <a:pt x="831" y="966"/>
                    </a:lnTo>
                    <a:cubicBezTo>
                      <a:pt x="831" y="966"/>
                      <a:pt x="210" y="1850"/>
                      <a:pt x="96" y="2585"/>
                    </a:cubicBezTo>
                    <a:cubicBezTo>
                      <a:pt x="0" y="3203"/>
                      <a:pt x="710" y="3790"/>
                      <a:pt x="1328" y="3790"/>
                    </a:cubicBezTo>
                    <a:cubicBezTo>
                      <a:pt x="1442" y="3790"/>
                      <a:pt x="1553" y="3770"/>
                      <a:pt x="1654" y="3727"/>
                    </a:cubicBezTo>
                    <a:cubicBezTo>
                      <a:pt x="2569" y="3345"/>
                      <a:pt x="3692" y="1992"/>
                      <a:pt x="3692" y="1992"/>
                    </a:cubicBezTo>
                    <a:lnTo>
                      <a:pt x="3210" y="1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34"/>
              <p:cNvSpPr/>
              <p:nvPr/>
            </p:nvSpPr>
            <p:spPr>
              <a:xfrm>
                <a:off x="5746450" y="3076800"/>
                <a:ext cx="152025" cy="178075"/>
              </a:xfrm>
              <a:custGeom>
                <a:avLst/>
                <a:gdLst/>
                <a:ahLst/>
                <a:cxnLst/>
                <a:rect l="l" t="t" r="r" b="b"/>
                <a:pathLst>
                  <a:path w="6081" h="7123" extrusionOk="0">
                    <a:moveTo>
                      <a:pt x="4734" y="0"/>
                    </a:moveTo>
                    <a:cubicBezTo>
                      <a:pt x="4088" y="0"/>
                      <a:pt x="3448" y="174"/>
                      <a:pt x="2922" y="547"/>
                    </a:cubicBezTo>
                    <a:cubicBezTo>
                      <a:pt x="2569" y="796"/>
                      <a:pt x="2282" y="1121"/>
                      <a:pt x="2010" y="1452"/>
                    </a:cubicBezTo>
                    <a:cubicBezTo>
                      <a:pt x="1645" y="1897"/>
                      <a:pt x="1301" y="2364"/>
                      <a:pt x="1036" y="2878"/>
                    </a:cubicBezTo>
                    <a:cubicBezTo>
                      <a:pt x="935" y="3074"/>
                      <a:pt x="843" y="3282"/>
                      <a:pt x="799" y="3503"/>
                    </a:cubicBezTo>
                    <a:cubicBezTo>
                      <a:pt x="777" y="3623"/>
                      <a:pt x="768" y="3746"/>
                      <a:pt x="745" y="3869"/>
                    </a:cubicBezTo>
                    <a:cubicBezTo>
                      <a:pt x="622" y="4491"/>
                      <a:pt x="149" y="5011"/>
                      <a:pt x="67" y="5642"/>
                    </a:cubicBezTo>
                    <a:cubicBezTo>
                      <a:pt x="1" y="6159"/>
                      <a:pt x="225" y="6699"/>
                      <a:pt x="638" y="7014"/>
                    </a:cubicBezTo>
                    <a:cubicBezTo>
                      <a:pt x="704" y="7068"/>
                      <a:pt x="783" y="7115"/>
                      <a:pt x="868" y="7122"/>
                    </a:cubicBezTo>
                    <a:cubicBezTo>
                      <a:pt x="878" y="7123"/>
                      <a:pt x="886" y="7123"/>
                      <a:pt x="895" y="7123"/>
                    </a:cubicBezTo>
                    <a:cubicBezTo>
                      <a:pt x="1002" y="7123"/>
                      <a:pt x="1103" y="7056"/>
                      <a:pt x="1193" y="6995"/>
                    </a:cubicBezTo>
                    <a:cubicBezTo>
                      <a:pt x="1695" y="6651"/>
                      <a:pt x="2193" y="6301"/>
                      <a:pt x="2629" y="5875"/>
                    </a:cubicBezTo>
                    <a:cubicBezTo>
                      <a:pt x="3067" y="5450"/>
                      <a:pt x="3443" y="4954"/>
                      <a:pt x="3651" y="4380"/>
                    </a:cubicBezTo>
                    <a:cubicBezTo>
                      <a:pt x="3831" y="3888"/>
                      <a:pt x="3906" y="3323"/>
                      <a:pt x="4291" y="2967"/>
                    </a:cubicBezTo>
                    <a:lnTo>
                      <a:pt x="4291" y="2967"/>
                    </a:lnTo>
                    <a:lnTo>
                      <a:pt x="4118" y="3178"/>
                    </a:lnTo>
                    <a:cubicBezTo>
                      <a:pt x="5033" y="2434"/>
                      <a:pt x="5295" y="1137"/>
                      <a:pt x="6080" y="254"/>
                    </a:cubicBezTo>
                    <a:cubicBezTo>
                      <a:pt x="5653" y="88"/>
                      <a:pt x="5192" y="0"/>
                      <a:pt x="4734" y="0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34"/>
              <p:cNvSpPr/>
              <p:nvPr/>
            </p:nvSpPr>
            <p:spPr>
              <a:xfrm>
                <a:off x="5910975" y="3175650"/>
                <a:ext cx="125575" cy="27625"/>
              </a:xfrm>
              <a:custGeom>
                <a:avLst/>
                <a:gdLst/>
                <a:ahLst/>
                <a:cxnLst/>
                <a:rect l="l" t="t" r="r" b="b"/>
                <a:pathLst>
                  <a:path w="5023" h="1105" extrusionOk="0">
                    <a:moveTo>
                      <a:pt x="23" y="0"/>
                    </a:moveTo>
                    <a:lnTo>
                      <a:pt x="1" y="89"/>
                    </a:lnTo>
                    <a:cubicBezTo>
                      <a:pt x="793" y="284"/>
                      <a:pt x="1597" y="379"/>
                      <a:pt x="2559" y="458"/>
                    </a:cubicBezTo>
                    <a:lnTo>
                      <a:pt x="2635" y="467"/>
                    </a:lnTo>
                    <a:cubicBezTo>
                      <a:pt x="3007" y="499"/>
                      <a:pt x="3395" y="530"/>
                      <a:pt x="3761" y="615"/>
                    </a:cubicBezTo>
                    <a:cubicBezTo>
                      <a:pt x="4468" y="783"/>
                      <a:pt x="4973" y="1101"/>
                      <a:pt x="4976" y="1104"/>
                    </a:cubicBezTo>
                    <a:lnTo>
                      <a:pt x="5023" y="1032"/>
                    </a:lnTo>
                    <a:cubicBezTo>
                      <a:pt x="5020" y="1025"/>
                      <a:pt x="4502" y="701"/>
                      <a:pt x="3783" y="530"/>
                    </a:cubicBezTo>
                    <a:cubicBezTo>
                      <a:pt x="3408" y="442"/>
                      <a:pt x="3017" y="410"/>
                      <a:pt x="2641" y="379"/>
                    </a:cubicBezTo>
                    <a:lnTo>
                      <a:pt x="2569" y="372"/>
                    </a:lnTo>
                    <a:cubicBezTo>
                      <a:pt x="1610" y="294"/>
                      <a:pt x="808" y="199"/>
                      <a:pt x="23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34"/>
              <p:cNvSpPr/>
              <p:nvPr/>
            </p:nvSpPr>
            <p:spPr>
              <a:xfrm>
                <a:off x="5781325" y="3152225"/>
                <a:ext cx="66200" cy="26750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1070" extrusionOk="0">
                    <a:moveTo>
                      <a:pt x="2631" y="0"/>
                    </a:moveTo>
                    <a:cubicBezTo>
                      <a:pt x="2385" y="44"/>
                      <a:pt x="2171" y="164"/>
                      <a:pt x="1959" y="284"/>
                    </a:cubicBezTo>
                    <a:cubicBezTo>
                      <a:pt x="1291" y="664"/>
                      <a:pt x="678" y="978"/>
                      <a:pt x="10" y="978"/>
                    </a:cubicBezTo>
                    <a:cubicBezTo>
                      <a:pt x="7" y="978"/>
                      <a:pt x="4" y="978"/>
                      <a:pt x="0" y="978"/>
                    </a:cubicBezTo>
                    <a:lnTo>
                      <a:pt x="0" y="1070"/>
                    </a:lnTo>
                    <a:lnTo>
                      <a:pt x="16" y="1070"/>
                    </a:lnTo>
                    <a:cubicBezTo>
                      <a:pt x="707" y="1070"/>
                      <a:pt x="1325" y="748"/>
                      <a:pt x="2004" y="366"/>
                    </a:cubicBezTo>
                    <a:cubicBezTo>
                      <a:pt x="2209" y="249"/>
                      <a:pt x="2417" y="130"/>
                      <a:pt x="2647" y="92"/>
                    </a:cubicBezTo>
                    <a:lnTo>
                      <a:pt x="2631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34"/>
              <p:cNvSpPr/>
              <p:nvPr/>
            </p:nvSpPr>
            <p:spPr>
              <a:xfrm>
                <a:off x="5781075" y="3148675"/>
                <a:ext cx="53575" cy="6875"/>
              </a:xfrm>
              <a:custGeom>
                <a:avLst/>
                <a:gdLst/>
                <a:ahLst/>
                <a:cxnLst/>
                <a:rect l="l" t="t" r="r" b="b"/>
                <a:pathLst>
                  <a:path w="2143" h="275" extrusionOk="0">
                    <a:moveTo>
                      <a:pt x="26" y="0"/>
                    </a:moveTo>
                    <a:lnTo>
                      <a:pt x="1" y="85"/>
                    </a:lnTo>
                    <a:cubicBezTo>
                      <a:pt x="487" y="212"/>
                      <a:pt x="976" y="275"/>
                      <a:pt x="1474" y="275"/>
                    </a:cubicBezTo>
                    <a:cubicBezTo>
                      <a:pt x="1695" y="275"/>
                      <a:pt x="1919" y="265"/>
                      <a:pt x="2143" y="240"/>
                    </a:cubicBezTo>
                    <a:lnTo>
                      <a:pt x="2130" y="149"/>
                    </a:lnTo>
                    <a:cubicBezTo>
                      <a:pt x="1911" y="175"/>
                      <a:pt x="1692" y="188"/>
                      <a:pt x="1472" y="188"/>
                    </a:cubicBezTo>
                    <a:cubicBezTo>
                      <a:pt x="987" y="188"/>
                      <a:pt x="502" y="124"/>
                      <a:pt x="26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34"/>
              <p:cNvSpPr/>
              <p:nvPr/>
            </p:nvSpPr>
            <p:spPr>
              <a:xfrm>
                <a:off x="5979350" y="3180150"/>
                <a:ext cx="62725" cy="6875"/>
              </a:xfrm>
              <a:custGeom>
                <a:avLst/>
                <a:gdLst/>
                <a:ahLst/>
                <a:cxnLst/>
                <a:rect l="l" t="t" r="r" b="b"/>
                <a:pathLst>
                  <a:path w="2509" h="275" extrusionOk="0">
                    <a:moveTo>
                      <a:pt x="1546" y="1"/>
                    </a:moveTo>
                    <a:cubicBezTo>
                      <a:pt x="1017" y="1"/>
                      <a:pt x="488" y="95"/>
                      <a:pt x="1" y="183"/>
                    </a:cubicBezTo>
                    <a:lnTo>
                      <a:pt x="17" y="274"/>
                    </a:lnTo>
                    <a:cubicBezTo>
                      <a:pt x="505" y="187"/>
                      <a:pt x="1032" y="93"/>
                      <a:pt x="1558" y="93"/>
                    </a:cubicBezTo>
                    <a:cubicBezTo>
                      <a:pt x="1870" y="93"/>
                      <a:pt x="2181" y="126"/>
                      <a:pt x="2484" y="215"/>
                    </a:cubicBezTo>
                    <a:lnTo>
                      <a:pt x="2509" y="129"/>
                    </a:lnTo>
                    <a:cubicBezTo>
                      <a:pt x="2194" y="36"/>
                      <a:pt x="1870" y="1"/>
                      <a:pt x="1546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34"/>
              <p:cNvSpPr/>
              <p:nvPr/>
            </p:nvSpPr>
            <p:spPr>
              <a:xfrm>
                <a:off x="5902625" y="3121075"/>
                <a:ext cx="115000" cy="53025"/>
              </a:xfrm>
              <a:custGeom>
                <a:avLst/>
                <a:gdLst/>
                <a:ahLst/>
                <a:cxnLst/>
                <a:rect l="l" t="t" r="r" b="b"/>
                <a:pathLst>
                  <a:path w="4600" h="2121" extrusionOk="0">
                    <a:moveTo>
                      <a:pt x="4571" y="0"/>
                    </a:moveTo>
                    <a:cubicBezTo>
                      <a:pt x="4335" y="76"/>
                      <a:pt x="4114" y="208"/>
                      <a:pt x="3903" y="338"/>
                    </a:cubicBezTo>
                    <a:cubicBezTo>
                      <a:pt x="3814" y="394"/>
                      <a:pt x="3729" y="445"/>
                      <a:pt x="3638" y="495"/>
                    </a:cubicBezTo>
                    <a:cubicBezTo>
                      <a:pt x="3155" y="764"/>
                      <a:pt x="2622" y="921"/>
                      <a:pt x="2104" y="1076"/>
                    </a:cubicBezTo>
                    <a:cubicBezTo>
                      <a:pt x="2004" y="1107"/>
                      <a:pt x="1896" y="1139"/>
                      <a:pt x="1792" y="1171"/>
                    </a:cubicBezTo>
                    <a:cubicBezTo>
                      <a:pt x="1171" y="1363"/>
                      <a:pt x="524" y="1600"/>
                      <a:pt x="0" y="2051"/>
                    </a:cubicBezTo>
                    <a:lnTo>
                      <a:pt x="57" y="2120"/>
                    </a:lnTo>
                    <a:cubicBezTo>
                      <a:pt x="571" y="1685"/>
                      <a:pt x="1205" y="1448"/>
                      <a:pt x="1821" y="1259"/>
                    </a:cubicBezTo>
                    <a:cubicBezTo>
                      <a:pt x="1928" y="1224"/>
                      <a:pt x="2029" y="1196"/>
                      <a:pt x="2133" y="1164"/>
                    </a:cubicBezTo>
                    <a:cubicBezTo>
                      <a:pt x="2653" y="1010"/>
                      <a:pt x="3190" y="849"/>
                      <a:pt x="3682" y="574"/>
                    </a:cubicBezTo>
                    <a:cubicBezTo>
                      <a:pt x="3773" y="527"/>
                      <a:pt x="3862" y="473"/>
                      <a:pt x="3950" y="417"/>
                    </a:cubicBezTo>
                    <a:cubicBezTo>
                      <a:pt x="4155" y="290"/>
                      <a:pt x="4373" y="161"/>
                      <a:pt x="4600" y="85"/>
                    </a:cubicBezTo>
                    <a:lnTo>
                      <a:pt x="4571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34"/>
              <p:cNvSpPr/>
              <p:nvPr/>
            </p:nvSpPr>
            <p:spPr>
              <a:xfrm>
                <a:off x="5874000" y="3024125"/>
                <a:ext cx="61850" cy="73225"/>
              </a:xfrm>
              <a:custGeom>
                <a:avLst/>
                <a:gdLst/>
                <a:ahLst/>
                <a:cxnLst/>
                <a:rect l="l" t="t" r="r" b="b"/>
                <a:pathLst>
                  <a:path w="2474" h="2929" extrusionOk="0">
                    <a:moveTo>
                      <a:pt x="2186" y="1"/>
                    </a:moveTo>
                    <a:lnTo>
                      <a:pt x="0" y="1698"/>
                    </a:lnTo>
                    <a:lnTo>
                      <a:pt x="202" y="2761"/>
                    </a:lnTo>
                    <a:cubicBezTo>
                      <a:pt x="202" y="2761"/>
                      <a:pt x="330" y="2928"/>
                      <a:pt x="649" y="2928"/>
                    </a:cubicBezTo>
                    <a:cubicBezTo>
                      <a:pt x="782" y="2928"/>
                      <a:pt x="948" y="2900"/>
                      <a:pt x="1152" y="2818"/>
                    </a:cubicBezTo>
                    <a:cubicBezTo>
                      <a:pt x="1846" y="2537"/>
                      <a:pt x="2473" y="2080"/>
                      <a:pt x="2473" y="2080"/>
                    </a:cubicBezTo>
                    <a:lnTo>
                      <a:pt x="2186" y="1"/>
                    </a:lnTo>
                    <a:close/>
                  </a:path>
                </a:pathLst>
              </a:custGeom>
              <a:solidFill>
                <a:srgbClr val="AB44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34"/>
              <p:cNvSpPr/>
              <p:nvPr/>
            </p:nvSpPr>
            <p:spPr>
              <a:xfrm>
                <a:off x="5847400" y="2973550"/>
                <a:ext cx="88775" cy="102600"/>
              </a:xfrm>
              <a:custGeom>
                <a:avLst/>
                <a:gdLst/>
                <a:ahLst/>
                <a:cxnLst/>
                <a:rect l="l" t="t" r="r" b="b"/>
                <a:pathLst>
                  <a:path w="3551" h="4104" extrusionOk="0">
                    <a:moveTo>
                      <a:pt x="1992" y="0"/>
                    </a:moveTo>
                    <a:cubicBezTo>
                      <a:pt x="1829" y="0"/>
                      <a:pt x="1666" y="30"/>
                      <a:pt x="1515" y="93"/>
                    </a:cubicBezTo>
                    <a:cubicBezTo>
                      <a:pt x="884" y="355"/>
                      <a:pt x="515" y="923"/>
                      <a:pt x="357" y="1560"/>
                    </a:cubicBezTo>
                    <a:cubicBezTo>
                      <a:pt x="351" y="1595"/>
                      <a:pt x="339" y="1633"/>
                      <a:pt x="332" y="1671"/>
                    </a:cubicBezTo>
                    <a:cubicBezTo>
                      <a:pt x="263" y="1980"/>
                      <a:pt x="200" y="2292"/>
                      <a:pt x="146" y="2608"/>
                    </a:cubicBezTo>
                    <a:cubicBezTo>
                      <a:pt x="89" y="2901"/>
                      <a:pt x="1" y="3248"/>
                      <a:pt x="115" y="3541"/>
                    </a:cubicBezTo>
                    <a:cubicBezTo>
                      <a:pt x="247" y="3882"/>
                      <a:pt x="635" y="4011"/>
                      <a:pt x="966" y="4071"/>
                    </a:cubicBezTo>
                    <a:cubicBezTo>
                      <a:pt x="1092" y="4093"/>
                      <a:pt x="1215" y="4104"/>
                      <a:pt x="1337" y="4104"/>
                    </a:cubicBezTo>
                    <a:cubicBezTo>
                      <a:pt x="2383" y="4104"/>
                      <a:pt x="3255" y="3319"/>
                      <a:pt x="3481" y="2273"/>
                    </a:cubicBezTo>
                    <a:cubicBezTo>
                      <a:pt x="3528" y="2049"/>
                      <a:pt x="3550" y="1819"/>
                      <a:pt x="3528" y="1592"/>
                    </a:cubicBezTo>
                    <a:cubicBezTo>
                      <a:pt x="3512" y="1418"/>
                      <a:pt x="3474" y="1248"/>
                      <a:pt x="3414" y="1087"/>
                    </a:cubicBezTo>
                    <a:cubicBezTo>
                      <a:pt x="3276" y="712"/>
                      <a:pt x="3017" y="377"/>
                      <a:pt x="2670" y="178"/>
                    </a:cubicBezTo>
                    <a:cubicBezTo>
                      <a:pt x="2465" y="63"/>
                      <a:pt x="2228" y="0"/>
                      <a:pt x="1992" y="0"/>
                    </a:cubicBezTo>
                    <a:close/>
                  </a:path>
                </a:pathLst>
              </a:custGeom>
              <a:solidFill>
                <a:srgbClr val="AB44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34"/>
              <p:cNvSpPr/>
              <p:nvPr/>
            </p:nvSpPr>
            <p:spPr>
              <a:xfrm>
                <a:off x="5824375" y="3017275"/>
                <a:ext cx="104150" cy="75800"/>
              </a:xfrm>
              <a:custGeom>
                <a:avLst/>
                <a:gdLst/>
                <a:ahLst/>
                <a:cxnLst/>
                <a:rect l="l" t="t" r="r" b="b"/>
                <a:pathLst>
                  <a:path w="4166" h="3032" extrusionOk="0">
                    <a:moveTo>
                      <a:pt x="3736" y="0"/>
                    </a:moveTo>
                    <a:cubicBezTo>
                      <a:pt x="3730" y="177"/>
                      <a:pt x="3622" y="379"/>
                      <a:pt x="3518" y="524"/>
                    </a:cubicBezTo>
                    <a:cubicBezTo>
                      <a:pt x="3323" y="795"/>
                      <a:pt x="2950" y="836"/>
                      <a:pt x="2635" y="878"/>
                    </a:cubicBezTo>
                    <a:cubicBezTo>
                      <a:pt x="2478" y="899"/>
                      <a:pt x="2310" y="907"/>
                      <a:pt x="2147" y="907"/>
                    </a:cubicBezTo>
                    <a:cubicBezTo>
                      <a:pt x="1876" y="907"/>
                      <a:pt x="1622" y="884"/>
                      <a:pt x="1465" y="859"/>
                    </a:cubicBezTo>
                    <a:cubicBezTo>
                      <a:pt x="1269" y="827"/>
                      <a:pt x="1064" y="729"/>
                      <a:pt x="1064" y="729"/>
                    </a:cubicBezTo>
                    <a:cubicBezTo>
                      <a:pt x="1064" y="729"/>
                      <a:pt x="1023" y="843"/>
                      <a:pt x="1017" y="859"/>
                    </a:cubicBezTo>
                    <a:cubicBezTo>
                      <a:pt x="796" y="1319"/>
                      <a:pt x="818" y="1887"/>
                      <a:pt x="480" y="2278"/>
                    </a:cubicBezTo>
                    <a:cubicBezTo>
                      <a:pt x="348" y="2423"/>
                      <a:pt x="181" y="2531"/>
                      <a:pt x="1" y="2622"/>
                    </a:cubicBezTo>
                    <a:cubicBezTo>
                      <a:pt x="220" y="2723"/>
                      <a:pt x="461" y="2772"/>
                      <a:pt x="703" y="2772"/>
                    </a:cubicBezTo>
                    <a:cubicBezTo>
                      <a:pt x="985" y="2772"/>
                      <a:pt x="1266" y="2705"/>
                      <a:pt x="1512" y="2575"/>
                    </a:cubicBezTo>
                    <a:lnTo>
                      <a:pt x="1512" y="2575"/>
                    </a:lnTo>
                    <a:cubicBezTo>
                      <a:pt x="1414" y="2685"/>
                      <a:pt x="1294" y="2783"/>
                      <a:pt x="1162" y="2856"/>
                    </a:cubicBezTo>
                    <a:cubicBezTo>
                      <a:pt x="1401" y="2824"/>
                      <a:pt x="1635" y="2748"/>
                      <a:pt x="1846" y="2638"/>
                    </a:cubicBezTo>
                    <a:lnTo>
                      <a:pt x="1846" y="2638"/>
                    </a:lnTo>
                    <a:cubicBezTo>
                      <a:pt x="1783" y="2777"/>
                      <a:pt x="1695" y="2903"/>
                      <a:pt x="1584" y="3013"/>
                    </a:cubicBezTo>
                    <a:cubicBezTo>
                      <a:pt x="1667" y="3026"/>
                      <a:pt x="1751" y="3032"/>
                      <a:pt x="1835" y="3032"/>
                    </a:cubicBezTo>
                    <a:cubicBezTo>
                      <a:pt x="2090" y="3032"/>
                      <a:pt x="2347" y="2977"/>
                      <a:pt x="2585" y="2887"/>
                    </a:cubicBezTo>
                    <a:cubicBezTo>
                      <a:pt x="2900" y="2764"/>
                      <a:pt x="3184" y="2572"/>
                      <a:pt x="3436" y="2351"/>
                    </a:cubicBezTo>
                    <a:cubicBezTo>
                      <a:pt x="3544" y="2256"/>
                      <a:pt x="3645" y="2155"/>
                      <a:pt x="3730" y="2042"/>
                    </a:cubicBezTo>
                    <a:cubicBezTo>
                      <a:pt x="3859" y="1862"/>
                      <a:pt x="3935" y="1650"/>
                      <a:pt x="3998" y="1442"/>
                    </a:cubicBezTo>
                    <a:cubicBezTo>
                      <a:pt x="4108" y="1060"/>
                      <a:pt x="4165" y="666"/>
                      <a:pt x="4165" y="269"/>
                    </a:cubicBezTo>
                    <a:lnTo>
                      <a:pt x="37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34"/>
              <p:cNvSpPr/>
              <p:nvPr/>
            </p:nvSpPr>
            <p:spPr>
              <a:xfrm>
                <a:off x="5838175" y="2952675"/>
                <a:ext cx="150525" cy="143325"/>
              </a:xfrm>
              <a:custGeom>
                <a:avLst/>
                <a:gdLst/>
                <a:ahLst/>
                <a:cxnLst/>
                <a:rect l="l" t="t" r="r" b="b"/>
                <a:pathLst>
                  <a:path w="6021" h="5733" extrusionOk="0">
                    <a:moveTo>
                      <a:pt x="1055" y="1"/>
                    </a:moveTo>
                    <a:lnTo>
                      <a:pt x="1055" y="1"/>
                    </a:lnTo>
                    <a:cubicBezTo>
                      <a:pt x="1036" y="136"/>
                      <a:pt x="1077" y="288"/>
                      <a:pt x="1168" y="395"/>
                    </a:cubicBezTo>
                    <a:cubicBezTo>
                      <a:pt x="1134" y="399"/>
                      <a:pt x="1101" y="401"/>
                      <a:pt x="1067" y="401"/>
                    </a:cubicBezTo>
                    <a:cubicBezTo>
                      <a:pt x="836" y="401"/>
                      <a:pt x="609" y="317"/>
                      <a:pt x="430" y="174"/>
                    </a:cubicBezTo>
                    <a:cubicBezTo>
                      <a:pt x="357" y="370"/>
                      <a:pt x="345" y="591"/>
                      <a:pt x="405" y="796"/>
                    </a:cubicBezTo>
                    <a:cubicBezTo>
                      <a:pt x="313" y="780"/>
                      <a:pt x="222" y="748"/>
                      <a:pt x="140" y="701"/>
                    </a:cubicBezTo>
                    <a:cubicBezTo>
                      <a:pt x="118" y="687"/>
                      <a:pt x="68" y="641"/>
                      <a:pt x="40" y="641"/>
                    </a:cubicBezTo>
                    <a:cubicBezTo>
                      <a:pt x="36" y="641"/>
                      <a:pt x="32" y="642"/>
                      <a:pt x="29" y="644"/>
                    </a:cubicBezTo>
                    <a:cubicBezTo>
                      <a:pt x="10" y="660"/>
                      <a:pt x="13" y="733"/>
                      <a:pt x="13" y="755"/>
                    </a:cubicBezTo>
                    <a:cubicBezTo>
                      <a:pt x="1" y="1029"/>
                      <a:pt x="80" y="1301"/>
                      <a:pt x="225" y="1531"/>
                    </a:cubicBezTo>
                    <a:cubicBezTo>
                      <a:pt x="297" y="1644"/>
                      <a:pt x="389" y="1748"/>
                      <a:pt x="490" y="1837"/>
                    </a:cubicBezTo>
                    <a:cubicBezTo>
                      <a:pt x="517" y="1861"/>
                      <a:pt x="802" y="2049"/>
                      <a:pt x="829" y="2049"/>
                    </a:cubicBezTo>
                    <a:cubicBezTo>
                      <a:pt x="830" y="2049"/>
                      <a:pt x="830" y="2049"/>
                      <a:pt x="831" y="2048"/>
                    </a:cubicBezTo>
                    <a:cubicBezTo>
                      <a:pt x="1064" y="1465"/>
                      <a:pt x="1354" y="1278"/>
                      <a:pt x="1354" y="1278"/>
                    </a:cubicBezTo>
                    <a:cubicBezTo>
                      <a:pt x="1354" y="1278"/>
                      <a:pt x="1664" y="1485"/>
                      <a:pt x="2787" y="1485"/>
                    </a:cubicBezTo>
                    <a:cubicBezTo>
                      <a:pt x="2842" y="1485"/>
                      <a:pt x="2898" y="1485"/>
                      <a:pt x="2957" y="1483"/>
                    </a:cubicBezTo>
                    <a:cubicBezTo>
                      <a:pt x="2957" y="1483"/>
                      <a:pt x="2960" y="1483"/>
                      <a:pt x="2963" y="1490"/>
                    </a:cubicBezTo>
                    <a:cubicBezTo>
                      <a:pt x="2802" y="1771"/>
                      <a:pt x="2843" y="2124"/>
                      <a:pt x="2966" y="2420"/>
                    </a:cubicBezTo>
                    <a:cubicBezTo>
                      <a:pt x="3089" y="2720"/>
                      <a:pt x="3282" y="2982"/>
                      <a:pt x="3424" y="3269"/>
                    </a:cubicBezTo>
                    <a:cubicBezTo>
                      <a:pt x="3736" y="3900"/>
                      <a:pt x="3761" y="4657"/>
                      <a:pt x="3184" y="5156"/>
                    </a:cubicBezTo>
                    <a:cubicBezTo>
                      <a:pt x="3436" y="5118"/>
                      <a:pt x="3676" y="4992"/>
                      <a:pt x="3850" y="4805"/>
                    </a:cubicBezTo>
                    <a:lnTo>
                      <a:pt x="3850" y="4805"/>
                    </a:lnTo>
                    <a:cubicBezTo>
                      <a:pt x="3790" y="5102"/>
                      <a:pt x="3679" y="5392"/>
                      <a:pt x="3522" y="5651"/>
                    </a:cubicBezTo>
                    <a:cubicBezTo>
                      <a:pt x="3827" y="5608"/>
                      <a:pt x="4108" y="5415"/>
                      <a:pt x="4255" y="5145"/>
                    </a:cubicBezTo>
                    <a:lnTo>
                      <a:pt x="4255" y="5145"/>
                    </a:lnTo>
                    <a:cubicBezTo>
                      <a:pt x="4153" y="5341"/>
                      <a:pt x="4056" y="5537"/>
                      <a:pt x="3957" y="5733"/>
                    </a:cubicBezTo>
                    <a:cubicBezTo>
                      <a:pt x="3970" y="5711"/>
                      <a:pt x="4222" y="5682"/>
                      <a:pt x="4260" y="5670"/>
                    </a:cubicBezTo>
                    <a:cubicBezTo>
                      <a:pt x="4657" y="5556"/>
                      <a:pt x="5080" y="5351"/>
                      <a:pt x="5282" y="4969"/>
                    </a:cubicBezTo>
                    <a:cubicBezTo>
                      <a:pt x="5424" y="4695"/>
                      <a:pt x="5503" y="4323"/>
                      <a:pt x="5313" y="4048"/>
                    </a:cubicBezTo>
                    <a:lnTo>
                      <a:pt x="5313" y="4048"/>
                    </a:lnTo>
                    <a:cubicBezTo>
                      <a:pt x="5462" y="4180"/>
                      <a:pt x="5660" y="4255"/>
                      <a:pt x="5858" y="4255"/>
                    </a:cubicBezTo>
                    <a:cubicBezTo>
                      <a:pt x="5913" y="4255"/>
                      <a:pt x="5967" y="4249"/>
                      <a:pt x="6020" y="4238"/>
                    </a:cubicBezTo>
                    <a:cubicBezTo>
                      <a:pt x="5553" y="4061"/>
                      <a:pt x="5250" y="3603"/>
                      <a:pt x="5099" y="3130"/>
                    </a:cubicBezTo>
                    <a:cubicBezTo>
                      <a:pt x="4951" y="2657"/>
                      <a:pt x="4925" y="2159"/>
                      <a:pt x="4843" y="1670"/>
                    </a:cubicBezTo>
                    <a:cubicBezTo>
                      <a:pt x="4815" y="1506"/>
                      <a:pt x="4783" y="1342"/>
                      <a:pt x="4698" y="1200"/>
                    </a:cubicBezTo>
                    <a:cubicBezTo>
                      <a:pt x="4610" y="1058"/>
                      <a:pt x="4468" y="941"/>
                      <a:pt x="4304" y="931"/>
                    </a:cubicBezTo>
                    <a:cubicBezTo>
                      <a:pt x="4244" y="925"/>
                      <a:pt x="4181" y="935"/>
                      <a:pt x="4127" y="909"/>
                    </a:cubicBezTo>
                    <a:cubicBezTo>
                      <a:pt x="4064" y="884"/>
                      <a:pt x="4026" y="815"/>
                      <a:pt x="3992" y="758"/>
                    </a:cubicBezTo>
                    <a:cubicBezTo>
                      <a:pt x="3774" y="386"/>
                      <a:pt x="3386" y="127"/>
                      <a:pt x="2963" y="67"/>
                    </a:cubicBezTo>
                    <a:cubicBezTo>
                      <a:pt x="2882" y="55"/>
                      <a:pt x="2800" y="50"/>
                      <a:pt x="2718" y="50"/>
                    </a:cubicBezTo>
                    <a:cubicBezTo>
                      <a:pt x="2479" y="50"/>
                      <a:pt x="2238" y="92"/>
                      <a:pt x="2001" y="117"/>
                    </a:cubicBezTo>
                    <a:cubicBezTo>
                      <a:pt x="1896" y="128"/>
                      <a:pt x="1790" y="135"/>
                      <a:pt x="1684" y="135"/>
                    </a:cubicBezTo>
                    <a:cubicBezTo>
                      <a:pt x="1463" y="135"/>
                      <a:pt x="1247" y="103"/>
                      <a:pt x="105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34"/>
              <p:cNvSpPr/>
              <p:nvPr/>
            </p:nvSpPr>
            <p:spPr>
              <a:xfrm>
                <a:off x="5850325" y="3011600"/>
                <a:ext cx="11850" cy="23200"/>
              </a:xfrm>
              <a:custGeom>
                <a:avLst/>
                <a:gdLst/>
                <a:ahLst/>
                <a:cxnLst/>
                <a:rect l="l" t="t" r="r" b="b"/>
                <a:pathLst>
                  <a:path w="474" h="928" extrusionOk="0">
                    <a:moveTo>
                      <a:pt x="367" y="0"/>
                    </a:moveTo>
                    <a:cubicBezTo>
                      <a:pt x="316" y="212"/>
                      <a:pt x="209" y="385"/>
                      <a:pt x="95" y="568"/>
                    </a:cubicBezTo>
                    <a:lnTo>
                      <a:pt x="51" y="641"/>
                    </a:lnTo>
                    <a:cubicBezTo>
                      <a:pt x="26" y="688"/>
                      <a:pt x="1" y="739"/>
                      <a:pt x="16" y="799"/>
                    </a:cubicBezTo>
                    <a:cubicBezTo>
                      <a:pt x="35" y="865"/>
                      <a:pt x="99" y="906"/>
                      <a:pt x="206" y="915"/>
                    </a:cubicBezTo>
                    <a:cubicBezTo>
                      <a:pt x="316" y="928"/>
                      <a:pt x="468" y="928"/>
                      <a:pt x="474" y="928"/>
                    </a:cubicBezTo>
                    <a:lnTo>
                      <a:pt x="471" y="833"/>
                    </a:lnTo>
                    <a:cubicBezTo>
                      <a:pt x="471" y="833"/>
                      <a:pt x="316" y="833"/>
                      <a:pt x="212" y="821"/>
                    </a:cubicBezTo>
                    <a:cubicBezTo>
                      <a:pt x="177" y="817"/>
                      <a:pt x="114" y="805"/>
                      <a:pt x="102" y="770"/>
                    </a:cubicBezTo>
                    <a:cubicBezTo>
                      <a:pt x="95" y="748"/>
                      <a:pt x="114" y="713"/>
                      <a:pt x="130" y="688"/>
                    </a:cubicBezTo>
                    <a:lnTo>
                      <a:pt x="174" y="616"/>
                    </a:lnTo>
                    <a:cubicBezTo>
                      <a:pt x="288" y="426"/>
                      <a:pt x="398" y="246"/>
                      <a:pt x="455" y="26"/>
                    </a:cubicBez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34"/>
              <p:cNvSpPr/>
              <p:nvPr/>
            </p:nvSpPr>
            <p:spPr>
              <a:xfrm>
                <a:off x="5872875" y="3001275"/>
                <a:ext cx="25675" cy="11125"/>
              </a:xfrm>
              <a:custGeom>
                <a:avLst/>
                <a:gdLst/>
                <a:ahLst/>
                <a:cxnLst/>
                <a:rect l="l" t="t" r="r" b="b"/>
                <a:pathLst>
                  <a:path w="1027" h="445" extrusionOk="0">
                    <a:moveTo>
                      <a:pt x="23" y="0"/>
                    </a:moveTo>
                    <a:lnTo>
                      <a:pt x="1" y="92"/>
                    </a:lnTo>
                    <a:cubicBezTo>
                      <a:pt x="323" y="161"/>
                      <a:pt x="689" y="240"/>
                      <a:pt x="973" y="445"/>
                    </a:cubicBezTo>
                    <a:lnTo>
                      <a:pt x="1026" y="372"/>
                    </a:lnTo>
                    <a:cubicBezTo>
                      <a:pt x="727" y="158"/>
                      <a:pt x="351" y="76"/>
                      <a:pt x="23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34"/>
              <p:cNvSpPr/>
              <p:nvPr/>
            </p:nvSpPr>
            <p:spPr>
              <a:xfrm>
                <a:off x="5875650" y="3014875"/>
                <a:ext cx="6250" cy="795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318" extrusionOk="0">
                    <a:moveTo>
                      <a:pt x="136" y="1"/>
                    </a:moveTo>
                    <a:cubicBezTo>
                      <a:pt x="78" y="1"/>
                      <a:pt x="25" y="61"/>
                      <a:pt x="13" y="144"/>
                    </a:cubicBezTo>
                    <a:cubicBezTo>
                      <a:pt x="0" y="229"/>
                      <a:pt x="41" y="308"/>
                      <a:pt x="104" y="317"/>
                    </a:cubicBezTo>
                    <a:cubicBezTo>
                      <a:pt x="107" y="318"/>
                      <a:pt x="110" y="318"/>
                      <a:pt x="113" y="318"/>
                    </a:cubicBezTo>
                    <a:cubicBezTo>
                      <a:pt x="173" y="318"/>
                      <a:pt x="228" y="257"/>
                      <a:pt x="237" y="175"/>
                    </a:cubicBezTo>
                    <a:cubicBezTo>
                      <a:pt x="250" y="87"/>
                      <a:pt x="212" y="11"/>
                      <a:pt x="149" y="2"/>
                    </a:cubicBezTo>
                    <a:cubicBezTo>
                      <a:pt x="144" y="1"/>
                      <a:pt x="140" y="1"/>
                      <a:pt x="136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34"/>
              <p:cNvSpPr/>
              <p:nvPr/>
            </p:nvSpPr>
            <p:spPr>
              <a:xfrm>
                <a:off x="5857825" y="3043775"/>
                <a:ext cx="14225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569" h="133" extrusionOk="0">
                    <a:moveTo>
                      <a:pt x="537" y="0"/>
                    </a:moveTo>
                    <a:cubicBezTo>
                      <a:pt x="448" y="34"/>
                      <a:pt x="351" y="45"/>
                      <a:pt x="253" y="45"/>
                    </a:cubicBezTo>
                    <a:cubicBezTo>
                      <a:pt x="173" y="45"/>
                      <a:pt x="92" y="37"/>
                      <a:pt x="13" y="29"/>
                    </a:cubicBezTo>
                    <a:lnTo>
                      <a:pt x="0" y="117"/>
                    </a:lnTo>
                    <a:cubicBezTo>
                      <a:pt x="79" y="127"/>
                      <a:pt x="161" y="133"/>
                      <a:pt x="243" y="133"/>
                    </a:cubicBezTo>
                    <a:cubicBezTo>
                      <a:pt x="351" y="133"/>
                      <a:pt x="461" y="124"/>
                      <a:pt x="568" y="86"/>
                    </a:cubicBezTo>
                    <a:lnTo>
                      <a:pt x="537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34"/>
              <p:cNvSpPr/>
              <p:nvPr/>
            </p:nvSpPr>
            <p:spPr>
              <a:xfrm>
                <a:off x="5915875" y="3016975"/>
                <a:ext cx="263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1055" h="1227" extrusionOk="0">
                    <a:moveTo>
                      <a:pt x="589" y="0"/>
                    </a:moveTo>
                    <a:cubicBezTo>
                      <a:pt x="567" y="0"/>
                      <a:pt x="545" y="1"/>
                      <a:pt x="521" y="3"/>
                    </a:cubicBezTo>
                    <a:cubicBezTo>
                      <a:pt x="410" y="16"/>
                      <a:pt x="275" y="101"/>
                      <a:pt x="196" y="221"/>
                    </a:cubicBezTo>
                    <a:lnTo>
                      <a:pt x="0" y="931"/>
                    </a:lnTo>
                    <a:cubicBezTo>
                      <a:pt x="27" y="1143"/>
                      <a:pt x="143" y="1226"/>
                      <a:pt x="297" y="1226"/>
                    </a:cubicBezTo>
                    <a:cubicBezTo>
                      <a:pt x="376" y="1226"/>
                      <a:pt x="466" y="1205"/>
                      <a:pt x="559" y="1167"/>
                    </a:cubicBezTo>
                    <a:cubicBezTo>
                      <a:pt x="751" y="1088"/>
                      <a:pt x="972" y="817"/>
                      <a:pt x="1007" y="606"/>
                    </a:cubicBezTo>
                    <a:cubicBezTo>
                      <a:pt x="1054" y="313"/>
                      <a:pt x="981" y="0"/>
                      <a:pt x="589" y="0"/>
                    </a:cubicBezTo>
                    <a:close/>
                  </a:path>
                </a:pathLst>
              </a:custGeom>
              <a:solidFill>
                <a:srgbClr val="AB44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34"/>
              <p:cNvSpPr/>
              <p:nvPr/>
            </p:nvSpPr>
            <p:spPr>
              <a:xfrm>
                <a:off x="5917375" y="3027525"/>
                <a:ext cx="18475" cy="8550"/>
              </a:xfrm>
              <a:custGeom>
                <a:avLst/>
                <a:gdLst/>
                <a:ahLst/>
                <a:cxnLst/>
                <a:rect l="l" t="t" r="r" b="b"/>
                <a:pathLst>
                  <a:path w="739" h="342" extrusionOk="0">
                    <a:moveTo>
                      <a:pt x="710" y="1"/>
                    </a:moveTo>
                    <a:cubicBezTo>
                      <a:pt x="473" y="79"/>
                      <a:pt x="234" y="165"/>
                      <a:pt x="0" y="256"/>
                    </a:cubicBezTo>
                    <a:lnTo>
                      <a:pt x="32" y="341"/>
                    </a:lnTo>
                    <a:cubicBezTo>
                      <a:pt x="265" y="253"/>
                      <a:pt x="505" y="165"/>
                      <a:pt x="738" y="86"/>
                    </a:cubicBezTo>
                    <a:lnTo>
                      <a:pt x="710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2" name="Google Shape;712;p34"/>
            <p:cNvGrpSpPr/>
            <p:nvPr/>
          </p:nvGrpSpPr>
          <p:grpSpPr>
            <a:xfrm flipH="1">
              <a:off x="3329709" y="4264631"/>
              <a:ext cx="634506" cy="343922"/>
              <a:chOff x="2697425" y="2166750"/>
              <a:chExt cx="179925" cy="97525"/>
            </a:xfrm>
          </p:grpSpPr>
          <p:sp>
            <p:nvSpPr>
              <p:cNvPr id="713" name="Google Shape;713;p34"/>
              <p:cNvSpPr/>
              <p:nvPr/>
            </p:nvSpPr>
            <p:spPr>
              <a:xfrm>
                <a:off x="2723300" y="2166750"/>
                <a:ext cx="154050" cy="97525"/>
              </a:xfrm>
              <a:custGeom>
                <a:avLst/>
                <a:gdLst/>
                <a:ahLst/>
                <a:cxnLst/>
                <a:rect l="l" t="t" r="r" b="b"/>
                <a:pathLst>
                  <a:path w="6162" h="3901" extrusionOk="0">
                    <a:moveTo>
                      <a:pt x="0" y="1"/>
                    </a:moveTo>
                    <a:lnTo>
                      <a:pt x="0" y="3900"/>
                    </a:lnTo>
                    <a:lnTo>
                      <a:pt x="6161" y="3900"/>
                    </a:lnTo>
                    <a:lnTo>
                      <a:pt x="6161" y="99"/>
                    </a:lnTo>
                    <a:cubicBezTo>
                      <a:pt x="6161" y="42"/>
                      <a:pt x="6117" y="1"/>
                      <a:pt x="6064" y="1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34"/>
              <p:cNvSpPr/>
              <p:nvPr/>
            </p:nvSpPr>
            <p:spPr>
              <a:xfrm>
                <a:off x="2697425" y="2166750"/>
                <a:ext cx="25900" cy="97525"/>
              </a:xfrm>
              <a:custGeom>
                <a:avLst/>
                <a:gdLst/>
                <a:ahLst/>
                <a:cxnLst/>
                <a:rect l="l" t="t" r="r" b="b"/>
                <a:pathLst>
                  <a:path w="1036" h="3901" extrusionOk="0">
                    <a:moveTo>
                      <a:pt x="89" y="1"/>
                    </a:moveTo>
                    <a:cubicBezTo>
                      <a:pt x="38" y="1"/>
                      <a:pt x="0" y="39"/>
                      <a:pt x="0" y="89"/>
                    </a:cubicBezTo>
                    <a:lnTo>
                      <a:pt x="0" y="3588"/>
                    </a:lnTo>
                    <a:lnTo>
                      <a:pt x="4" y="3588"/>
                    </a:lnTo>
                    <a:lnTo>
                      <a:pt x="1035" y="3900"/>
                    </a:lnTo>
                    <a:lnTo>
                      <a:pt x="1035" y="1"/>
                    </a:ln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5" name="Google Shape;715;p34"/>
            <p:cNvGrpSpPr/>
            <p:nvPr/>
          </p:nvGrpSpPr>
          <p:grpSpPr>
            <a:xfrm>
              <a:off x="3377548" y="4086289"/>
              <a:ext cx="538830" cy="185616"/>
              <a:chOff x="1710150" y="1473825"/>
              <a:chExt cx="136075" cy="46875"/>
            </a:xfrm>
          </p:grpSpPr>
          <p:sp>
            <p:nvSpPr>
              <p:cNvPr id="716" name="Google Shape;716;p34"/>
              <p:cNvSpPr/>
              <p:nvPr/>
            </p:nvSpPr>
            <p:spPr>
              <a:xfrm>
                <a:off x="1710150" y="1507025"/>
                <a:ext cx="136075" cy="13675"/>
              </a:xfrm>
              <a:custGeom>
                <a:avLst/>
                <a:gdLst/>
                <a:ahLst/>
                <a:cxnLst/>
                <a:rect l="l" t="t" r="r" b="b"/>
                <a:pathLst>
                  <a:path w="5443" h="547" extrusionOk="0">
                    <a:moveTo>
                      <a:pt x="1" y="1"/>
                    </a:moveTo>
                    <a:lnTo>
                      <a:pt x="1" y="546"/>
                    </a:lnTo>
                    <a:lnTo>
                      <a:pt x="5443" y="546"/>
                    </a:lnTo>
                    <a:lnTo>
                      <a:pt x="5443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34"/>
              <p:cNvSpPr/>
              <p:nvPr/>
            </p:nvSpPr>
            <p:spPr>
              <a:xfrm>
                <a:off x="1718525" y="1493150"/>
                <a:ext cx="115950" cy="13675"/>
              </a:xfrm>
              <a:custGeom>
                <a:avLst/>
                <a:gdLst/>
                <a:ahLst/>
                <a:cxnLst/>
                <a:rect l="l" t="t" r="r" b="b"/>
                <a:pathLst>
                  <a:path w="4638" h="547" extrusionOk="0">
                    <a:moveTo>
                      <a:pt x="0" y="0"/>
                    </a:moveTo>
                    <a:lnTo>
                      <a:pt x="0" y="546"/>
                    </a:lnTo>
                    <a:lnTo>
                      <a:pt x="4637" y="546"/>
                    </a:lnTo>
                    <a:lnTo>
                      <a:pt x="46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34"/>
              <p:cNvSpPr/>
              <p:nvPr/>
            </p:nvSpPr>
            <p:spPr>
              <a:xfrm>
                <a:off x="1718275" y="1491725"/>
                <a:ext cx="115975" cy="8300"/>
              </a:xfrm>
              <a:custGeom>
                <a:avLst/>
                <a:gdLst/>
                <a:ahLst/>
                <a:cxnLst/>
                <a:rect l="l" t="t" r="r" b="b"/>
                <a:pathLst>
                  <a:path w="4639" h="332" extrusionOk="0">
                    <a:moveTo>
                      <a:pt x="1" y="0"/>
                    </a:moveTo>
                    <a:lnTo>
                      <a:pt x="1" y="332"/>
                    </a:lnTo>
                    <a:lnTo>
                      <a:pt x="4638" y="332"/>
                    </a:lnTo>
                    <a:lnTo>
                      <a:pt x="4638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34"/>
              <p:cNvSpPr/>
              <p:nvPr/>
            </p:nvSpPr>
            <p:spPr>
              <a:xfrm>
                <a:off x="1717175" y="1482825"/>
                <a:ext cx="115950" cy="8300"/>
              </a:xfrm>
              <a:custGeom>
                <a:avLst/>
                <a:gdLst/>
                <a:ahLst/>
                <a:cxnLst/>
                <a:rect l="l" t="t" r="r" b="b"/>
                <a:pathLst>
                  <a:path w="4638" h="332" extrusionOk="0">
                    <a:moveTo>
                      <a:pt x="0" y="0"/>
                    </a:moveTo>
                    <a:lnTo>
                      <a:pt x="0" y="331"/>
                    </a:lnTo>
                    <a:lnTo>
                      <a:pt x="4638" y="331"/>
                    </a:lnTo>
                    <a:lnTo>
                      <a:pt x="4638" y="0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34"/>
              <p:cNvSpPr/>
              <p:nvPr/>
            </p:nvSpPr>
            <p:spPr>
              <a:xfrm>
                <a:off x="1720800" y="1473825"/>
                <a:ext cx="115950" cy="8300"/>
              </a:xfrm>
              <a:custGeom>
                <a:avLst/>
                <a:gdLst/>
                <a:ahLst/>
                <a:cxnLst/>
                <a:rect l="l" t="t" r="r" b="b"/>
                <a:pathLst>
                  <a:path w="4638" h="332" extrusionOk="0">
                    <a:moveTo>
                      <a:pt x="1" y="0"/>
                    </a:moveTo>
                    <a:lnTo>
                      <a:pt x="1" y="332"/>
                    </a:lnTo>
                    <a:lnTo>
                      <a:pt x="4638" y="332"/>
                    </a:lnTo>
                    <a:lnTo>
                      <a:pt x="463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aphicFrame>
        <p:nvGraphicFramePr>
          <p:cNvPr id="721" name="Google Shape;721;p34"/>
          <p:cNvGraphicFramePr/>
          <p:nvPr>
            <p:extLst>
              <p:ext uri="{D42A27DB-BD31-4B8C-83A1-F6EECF244321}">
                <p14:modId xmlns:p14="http://schemas.microsoft.com/office/powerpoint/2010/main" val="3877388659"/>
              </p:ext>
            </p:extLst>
          </p:nvPr>
        </p:nvGraphicFramePr>
        <p:xfrm>
          <a:off x="1213350" y="776650"/>
          <a:ext cx="7239000" cy="2996756"/>
        </p:xfrm>
        <a:graphic>
          <a:graphicData uri="http://schemas.openxmlformats.org/drawingml/2006/table">
            <a:tbl>
              <a:tblPr>
                <a:noFill/>
                <a:tableStyleId>{A84E2B60-0080-448A-B0BF-559428E8C22D}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17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8E0920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Enterprise</a:t>
                      </a:r>
                      <a:endParaRPr sz="1800" b="1">
                        <a:solidFill>
                          <a:srgbClr val="8E0920"/>
                        </a:solidFill>
                        <a:latin typeface="Heebo"/>
                        <a:ea typeface="Heebo"/>
                        <a:cs typeface="Heebo"/>
                        <a:sym typeface="Heeb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8E0920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Key Roles Involved</a:t>
                      </a:r>
                      <a:endParaRPr sz="1800" b="1">
                        <a:solidFill>
                          <a:srgbClr val="8E0920"/>
                        </a:solidFill>
                        <a:latin typeface="Heebo"/>
                        <a:ea typeface="Heebo"/>
                        <a:cs typeface="Heebo"/>
                        <a:sym typeface="Heeb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rgbClr val="8E0920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Responsibilities</a:t>
                      </a:r>
                      <a:endParaRPr sz="1800" b="1">
                        <a:solidFill>
                          <a:srgbClr val="8E0920"/>
                        </a:solidFill>
                        <a:latin typeface="Heebo"/>
                        <a:ea typeface="Heebo"/>
                        <a:cs typeface="Heebo"/>
                        <a:sym typeface="Heeb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u="sng" dirty="0">
                          <a:solidFill>
                            <a:schemeClr val="dk1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Food Enterprise</a:t>
                      </a:r>
                      <a:endParaRPr sz="1300" b="1" u="sng" dirty="0">
                        <a:solidFill>
                          <a:schemeClr val="dk1"/>
                        </a:solidFill>
                        <a:latin typeface="Heebo"/>
                        <a:ea typeface="Heebo"/>
                        <a:cs typeface="Heebo"/>
                        <a:sym typeface="Heeb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Food Donor</a:t>
                      </a:r>
                      <a:endParaRPr sz="1300">
                        <a:solidFill>
                          <a:schemeClr val="dk1"/>
                        </a:solidFill>
                        <a:latin typeface="Heebo"/>
                        <a:ea typeface="Heebo"/>
                        <a:cs typeface="Heebo"/>
                        <a:sym typeface="Heeb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Donates food items</a:t>
                      </a:r>
                      <a:endParaRPr sz="1300">
                        <a:solidFill>
                          <a:schemeClr val="dk1"/>
                        </a:solidFill>
                        <a:latin typeface="Heebo"/>
                        <a:ea typeface="Heebo"/>
                        <a:cs typeface="Heebo"/>
                        <a:sym typeface="Heeb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7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u="sng" dirty="0" err="1">
                          <a:solidFill>
                            <a:schemeClr val="dk1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FreshCheck</a:t>
                      </a:r>
                      <a:r>
                        <a:rPr lang="en" sz="1300" b="1" u="sng" dirty="0">
                          <a:solidFill>
                            <a:schemeClr val="dk1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 Enterprise</a:t>
                      </a:r>
                      <a:endParaRPr sz="1300" b="1" u="sng" dirty="0">
                        <a:solidFill>
                          <a:schemeClr val="dk1"/>
                        </a:solidFill>
                        <a:latin typeface="Heebo"/>
                        <a:ea typeface="Heebo"/>
                        <a:cs typeface="Heebo"/>
                        <a:sym typeface="Heeb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NewFoodChecker, PostFoodChecker</a:t>
                      </a:r>
                      <a:endParaRPr sz="1300">
                        <a:solidFill>
                          <a:schemeClr val="dk1"/>
                        </a:solidFill>
                        <a:latin typeface="Heebo"/>
                        <a:ea typeface="Heebo"/>
                        <a:cs typeface="Heebo"/>
                        <a:sym typeface="Heeb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Inspects donated food (initial and periodic)</a:t>
                      </a:r>
                      <a:endParaRPr sz="1300">
                        <a:solidFill>
                          <a:schemeClr val="dk1"/>
                        </a:solidFill>
                        <a:latin typeface="Heebo"/>
                        <a:ea typeface="Heebo"/>
                        <a:cs typeface="Heebo"/>
                        <a:sym typeface="Heeb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7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CN" sz="1300" b="1" i="0" u="sng" strike="noStrike" cap="none" dirty="0">
                          <a:solidFill>
                            <a:schemeClr val="dk1"/>
                          </a:solidFill>
                          <a:latin typeface="Heebo"/>
                          <a:cs typeface="Heebo"/>
                          <a:sym typeface="Arial"/>
                        </a:rPr>
                        <a:t>volunteer Enterprise</a:t>
                      </a:r>
                      <a:endParaRPr sz="1300" b="1" i="0" u="sng" strike="noStrike" cap="none" dirty="0">
                        <a:solidFill>
                          <a:schemeClr val="dk1"/>
                        </a:solidFill>
                        <a:latin typeface="Heebo"/>
                        <a:ea typeface="Heebo"/>
                        <a:cs typeface="Heebo"/>
                        <a:sym typeface="Heeb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Task Manager, Driver</a:t>
                      </a:r>
                      <a:endParaRPr sz="1300">
                        <a:solidFill>
                          <a:schemeClr val="dk1"/>
                        </a:solidFill>
                        <a:latin typeface="Heebo"/>
                        <a:ea typeface="Heebo"/>
                        <a:cs typeface="Heebo"/>
                        <a:sym typeface="Heeb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>
                          <a:solidFill>
                            <a:schemeClr val="dk1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Assigns drivers and completes deliveries</a:t>
                      </a:r>
                      <a:endParaRPr sz="1300" dirty="0">
                        <a:solidFill>
                          <a:schemeClr val="dk1"/>
                        </a:solidFill>
                        <a:latin typeface="Heebo"/>
                        <a:ea typeface="Heebo"/>
                        <a:cs typeface="Heebo"/>
                        <a:sym typeface="Heeb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7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u="sng" dirty="0" err="1">
                          <a:solidFill>
                            <a:schemeClr val="dk1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RescueNet</a:t>
                      </a:r>
                      <a:r>
                        <a:rPr lang="en" sz="1300" b="1" u="sng" dirty="0">
                          <a:solidFill>
                            <a:schemeClr val="dk1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 Enterprise</a:t>
                      </a:r>
                      <a:endParaRPr sz="1300" b="1" u="sng" dirty="0">
                        <a:solidFill>
                          <a:schemeClr val="dk1"/>
                        </a:solidFill>
                        <a:latin typeface="Heebo"/>
                        <a:ea typeface="Heebo"/>
                        <a:cs typeface="Heebo"/>
                        <a:sym typeface="Heeb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sz="1300" dirty="0">
                          <a:solidFill>
                            <a:schemeClr val="dk1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Homeless, </a:t>
                      </a:r>
                      <a:r>
                        <a:rPr lang="en-US" altLang="zh-CN" sz="1300" dirty="0">
                          <a:solidFill>
                            <a:schemeClr val="dk1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Shelter Helper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dirty="0">
                        <a:solidFill>
                          <a:schemeClr val="dk1"/>
                        </a:solidFill>
                        <a:latin typeface="Heebo"/>
                        <a:ea typeface="Heebo"/>
                        <a:cs typeface="Heebo"/>
                        <a:sym typeface="Heeb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dirty="0">
                          <a:solidFill>
                            <a:schemeClr val="dk1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Submits food requests and manages homeless users</a:t>
                      </a:r>
                      <a:endParaRPr sz="1300" dirty="0">
                        <a:solidFill>
                          <a:schemeClr val="dk1"/>
                        </a:solidFill>
                        <a:latin typeface="Heebo"/>
                        <a:ea typeface="Heebo"/>
                        <a:cs typeface="Heebo"/>
                        <a:sym typeface="Heeb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35"/>
          <p:cNvSpPr txBox="1">
            <a:spLocks noGrp="1"/>
          </p:cNvSpPr>
          <p:nvPr>
            <p:ph type="title"/>
          </p:nvPr>
        </p:nvSpPr>
        <p:spPr>
          <a:xfrm>
            <a:off x="4811125" y="2214525"/>
            <a:ext cx="4551600" cy="125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Use-Cases</a:t>
            </a:r>
            <a:endParaRPr/>
          </a:p>
        </p:txBody>
      </p:sp>
      <p:sp>
        <p:nvSpPr>
          <p:cNvPr id="727" name="Google Shape;727;p35"/>
          <p:cNvSpPr txBox="1">
            <a:spLocks noGrp="1"/>
          </p:cNvSpPr>
          <p:nvPr>
            <p:ph type="title" idx="2"/>
          </p:nvPr>
        </p:nvSpPr>
        <p:spPr>
          <a:xfrm>
            <a:off x="4811137" y="1532113"/>
            <a:ext cx="1324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728" name="Google Shape;728;p35"/>
          <p:cNvGrpSpPr/>
          <p:nvPr/>
        </p:nvGrpSpPr>
        <p:grpSpPr>
          <a:xfrm>
            <a:off x="766638" y="1190625"/>
            <a:ext cx="3981707" cy="2762251"/>
            <a:chOff x="503475" y="1080254"/>
            <a:chExt cx="4299900" cy="2982992"/>
          </a:xfrm>
        </p:grpSpPr>
        <p:sp>
          <p:nvSpPr>
            <p:cNvPr id="729" name="Google Shape;729;p35"/>
            <p:cNvSpPr/>
            <p:nvPr/>
          </p:nvSpPr>
          <p:spPr>
            <a:xfrm>
              <a:off x="503475" y="3849046"/>
              <a:ext cx="4299900" cy="214200"/>
            </a:xfrm>
            <a:prstGeom prst="ellipse">
              <a:avLst/>
            </a:prstGeom>
            <a:solidFill>
              <a:srgbClr val="011627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5"/>
            <p:cNvSpPr/>
            <p:nvPr/>
          </p:nvSpPr>
          <p:spPr>
            <a:xfrm>
              <a:off x="1313025" y="3897646"/>
              <a:ext cx="1122600" cy="117000"/>
            </a:xfrm>
            <a:prstGeom prst="ellipse">
              <a:avLst/>
            </a:prstGeom>
            <a:solidFill>
              <a:srgbClr val="011627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5"/>
            <p:cNvSpPr/>
            <p:nvPr/>
          </p:nvSpPr>
          <p:spPr>
            <a:xfrm>
              <a:off x="2496850" y="3897646"/>
              <a:ext cx="1122600" cy="117000"/>
            </a:xfrm>
            <a:prstGeom prst="ellipse">
              <a:avLst/>
            </a:prstGeom>
            <a:solidFill>
              <a:srgbClr val="011627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32" name="Google Shape;732;p35"/>
            <p:cNvGrpSpPr/>
            <p:nvPr/>
          </p:nvGrpSpPr>
          <p:grpSpPr>
            <a:xfrm>
              <a:off x="849571" y="1253771"/>
              <a:ext cx="3520454" cy="2519075"/>
              <a:chOff x="672671" y="1476375"/>
              <a:chExt cx="3520454" cy="2519075"/>
            </a:xfrm>
          </p:grpSpPr>
          <p:sp>
            <p:nvSpPr>
              <p:cNvPr id="733" name="Google Shape;733;p35"/>
              <p:cNvSpPr/>
              <p:nvPr/>
            </p:nvSpPr>
            <p:spPr>
              <a:xfrm>
                <a:off x="672671" y="2204450"/>
                <a:ext cx="626700" cy="17910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734;p35"/>
              <p:cNvSpPr/>
              <p:nvPr/>
            </p:nvSpPr>
            <p:spPr>
              <a:xfrm>
                <a:off x="1299375" y="1532125"/>
                <a:ext cx="488100" cy="24633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35"/>
              <p:cNvSpPr/>
              <p:nvPr/>
            </p:nvSpPr>
            <p:spPr>
              <a:xfrm>
                <a:off x="2571347" y="3034400"/>
                <a:ext cx="749700" cy="9609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35"/>
              <p:cNvSpPr/>
              <p:nvPr/>
            </p:nvSpPr>
            <p:spPr>
              <a:xfrm>
                <a:off x="3321025" y="1476375"/>
                <a:ext cx="384000" cy="25188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Google Shape;737;p35"/>
              <p:cNvSpPr/>
              <p:nvPr/>
            </p:nvSpPr>
            <p:spPr>
              <a:xfrm>
                <a:off x="3705025" y="2037775"/>
                <a:ext cx="488100" cy="19575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8" name="Google Shape;738;p35"/>
            <p:cNvGrpSpPr/>
            <p:nvPr/>
          </p:nvGrpSpPr>
          <p:grpSpPr>
            <a:xfrm>
              <a:off x="2435619" y="1385714"/>
              <a:ext cx="1367492" cy="2608772"/>
              <a:chOff x="3167000" y="1252375"/>
              <a:chExt cx="315025" cy="600975"/>
            </a:xfrm>
          </p:grpSpPr>
          <p:sp>
            <p:nvSpPr>
              <p:cNvPr id="739" name="Google Shape;739;p35"/>
              <p:cNvSpPr/>
              <p:nvPr/>
            </p:nvSpPr>
            <p:spPr>
              <a:xfrm>
                <a:off x="3312200" y="1261750"/>
                <a:ext cx="46150" cy="120450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4818" extrusionOk="0">
                    <a:moveTo>
                      <a:pt x="971" y="0"/>
                    </a:moveTo>
                    <a:cubicBezTo>
                      <a:pt x="968" y="0"/>
                      <a:pt x="966" y="0"/>
                      <a:pt x="966" y="0"/>
                    </a:cubicBezTo>
                    <a:lnTo>
                      <a:pt x="464" y="571"/>
                    </a:lnTo>
                    <a:cubicBezTo>
                      <a:pt x="464" y="571"/>
                      <a:pt x="0" y="4133"/>
                      <a:pt x="256" y="4543"/>
                    </a:cubicBezTo>
                    <a:cubicBezTo>
                      <a:pt x="398" y="4768"/>
                      <a:pt x="848" y="4818"/>
                      <a:pt x="1219" y="4818"/>
                    </a:cubicBezTo>
                    <a:cubicBezTo>
                      <a:pt x="1515" y="4818"/>
                      <a:pt x="1761" y="4786"/>
                      <a:pt x="1761" y="4786"/>
                    </a:cubicBezTo>
                    <a:cubicBezTo>
                      <a:pt x="1761" y="4786"/>
                      <a:pt x="912" y="3622"/>
                      <a:pt x="1379" y="2650"/>
                    </a:cubicBezTo>
                    <a:cubicBezTo>
                      <a:pt x="1846" y="1675"/>
                      <a:pt x="1603" y="568"/>
                      <a:pt x="1508" y="278"/>
                    </a:cubicBezTo>
                    <a:cubicBezTo>
                      <a:pt x="1417" y="9"/>
                      <a:pt x="1020" y="0"/>
                      <a:pt x="971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35"/>
              <p:cNvSpPr/>
              <p:nvPr/>
            </p:nvSpPr>
            <p:spPr>
              <a:xfrm>
                <a:off x="3326875" y="1386075"/>
                <a:ext cx="136375" cy="159625"/>
              </a:xfrm>
              <a:custGeom>
                <a:avLst/>
                <a:gdLst/>
                <a:ahLst/>
                <a:cxnLst/>
                <a:rect l="l" t="t" r="r" b="b"/>
                <a:pathLst>
                  <a:path w="5455" h="6385" extrusionOk="0">
                    <a:moveTo>
                      <a:pt x="1300" y="1"/>
                    </a:moveTo>
                    <a:cubicBezTo>
                      <a:pt x="1019" y="1"/>
                      <a:pt x="699" y="56"/>
                      <a:pt x="697" y="56"/>
                    </a:cubicBezTo>
                    <a:lnTo>
                      <a:pt x="0" y="1021"/>
                    </a:lnTo>
                    <a:cubicBezTo>
                      <a:pt x="0" y="1021"/>
                      <a:pt x="1155" y="3927"/>
                      <a:pt x="1347" y="4173"/>
                    </a:cubicBezTo>
                    <a:cubicBezTo>
                      <a:pt x="1540" y="4416"/>
                      <a:pt x="5048" y="6384"/>
                      <a:pt x="5048" y="6384"/>
                    </a:cubicBezTo>
                    <a:lnTo>
                      <a:pt x="5455" y="5898"/>
                    </a:lnTo>
                    <a:cubicBezTo>
                      <a:pt x="5455" y="5898"/>
                      <a:pt x="2780" y="3797"/>
                      <a:pt x="2429" y="3315"/>
                    </a:cubicBezTo>
                    <a:cubicBezTo>
                      <a:pt x="2136" y="2107"/>
                      <a:pt x="1827" y="192"/>
                      <a:pt x="1675" y="75"/>
                    </a:cubicBezTo>
                    <a:cubicBezTo>
                      <a:pt x="1607" y="19"/>
                      <a:pt x="1459" y="1"/>
                      <a:pt x="1300" y="1"/>
                    </a:cubicBez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35"/>
              <p:cNvSpPr/>
              <p:nvPr/>
            </p:nvSpPr>
            <p:spPr>
              <a:xfrm>
                <a:off x="3326950" y="1607275"/>
                <a:ext cx="25" cy="100"/>
              </a:xfrm>
              <a:custGeom>
                <a:avLst/>
                <a:gdLst/>
                <a:ahLst/>
                <a:cxnLst/>
                <a:rect l="l" t="t" r="r" b="b"/>
                <a:pathLst>
                  <a:path w="1" h="4" extrusionOk="0">
                    <a:moveTo>
                      <a:pt x="0" y="0"/>
                    </a:moveTo>
                    <a:lnTo>
                      <a:pt x="0" y="3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35"/>
              <p:cNvSpPr/>
              <p:nvPr/>
            </p:nvSpPr>
            <p:spPr>
              <a:xfrm>
                <a:off x="3171250" y="1361825"/>
                <a:ext cx="250375" cy="484075"/>
              </a:xfrm>
              <a:custGeom>
                <a:avLst/>
                <a:gdLst/>
                <a:ahLst/>
                <a:cxnLst/>
                <a:rect l="l" t="t" r="r" b="b"/>
                <a:pathLst>
                  <a:path w="10015" h="19363" extrusionOk="0">
                    <a:moveTo>
                      <a:pt x="5623" y="1"/>
                    </a:moveTo>
                    <a:cubicBezTo>
                      <a:pt x="4112" y="310"/>
                      <a:pt x="2995" y="1587"/>
                      <a:pt x="2995" y="1587"/>
                    </a:cubicBezTo>
                    <a:cubicBezTo>
                      <a:pt x="2995" y="1587"/>
                      <a:pt x="4162" y="4771"/>
                      <a:pt x="4396" y="5398"/>
                    </a:cubicBezTo>
                    <a:cubicBezTo>
                      <a:pt x="4304" y="5903"/>
                      <a:pt x="3626" y="8250"/>
                      <a:pt x="3784" y="8922"/>
                    </a:cubicBezTo>
                    <a:lnTo>
                      <a:pt x="4364" y="12250"/>
                    </a:lnTo>
                    <a:lnTo>
                      <a:pt x="4597" y="13604"/>
                    </a:lnTo>
                    <a:cubicBezTo>
                      <a:pt x="4241" y="13881"/>
                      <a:pt x="3787" y="14238"/>
                      <a:pt x="3329" y="14598"/>
                    </a:cubicBezTo>
                    <a:cubicBezTo>
                      <a:pt x="3231" y="14673"/>
                      <a:pt x="3134" y="14752"/>
                      <a:pt x="3039" y="14828"/>
                    </a:cubicBezTo>
                    <a:cubicBezTo>
                      <a:pt x="2146" y="15528"/>
                      <a:pt x="1317" y="16188"/>
                      <a:pt x="1263" y="16232"/>
                    </a:cubicBezTo>
                    <a:cubicBezTo>
                      <a:pt x="1228" y="16254"/>
                      <a:pt x="1190" y="16282"/>
                      <a:pt x="1143" y="16314"/>
                    </a:cubicBezTo>
                    <a:lnTo>
                      <a:pt x="1130" y="16320"/>
                    </a:lnTo>
                    <a:cubicBezTo>
                      <a:pt x="932" y="16459"/>
                      <a:pt x="654" y="16645"/>
                      <a:pt x="496" y="16711"/>
                    </a:cubicBezTo>
                    <a:cubicBezTo>
                      <a:pt x="291" y="16803"/>
                      <a:pt x="1" y="16964"/>
                      <a:pt x="64" y="17260"/>
                    </a:cubicBezTo>
                    <a:cubicBezTo>
                      <a:pt x="64" y="17260"/>
                      <a:pt x="1402" y="19093"/>
                      <a:pt x="1512" y="19260"/>
                    </a:cubicBezTo>
                    <a:cubicBezTo>
                      <a:pt x="1556" y="19328"/>
                      <a:pt x="1607" y="19352"/>
                      <a:pt x="1656" y="19352"/>
                    </a:cubicBezTo>
                    <a:cubicBezTo>
                      <a:pt x="1768" y="19352"/>
                      <a:pt x="1871" y="19228"/>
                      <a:pt x="1869" y="19213"/>
                    </a:cubicBezTo>
                    <a:cubicBezTo>
                      <a:pt x="1869" y="19213"/>
                      <a:pt x="1796" y="18838"/>
                      <a:pt x="1730" y="18557"/>
                    </a:cubicBezTo>
                    <a:lnTo>
                      <a:pt x="1730" y="18550"/>
                    </a:lnTo>
                    <a:cubicBezTo>
                      <a:pt x="1585" y="17945"/>
                      <a:pt x="1405" y="17311"/>
                      <a:pt x="1433" y="17266"/>
                    </a:cubicBezTo>
                    <a:cubicBezTo>
                      <a:pt x="1436" y="17260"/>
                      <a:pt x="3560" y="15695"/>
                      <a:pt x="4367" y="15150"/>
                    </a:cubicBezTo>
                    <a:cubicBezTo>
                      <a:pt x="5254" y="14550"/>
                      <a:pt x="5894" y="14317"/>
                      <a:pt x="5989" y="13837"/>
                    </a:cubicBezTo>
                    <a:lnTo>
                      <a:pt x="6064" y="12607"/>
                    </a:lnTo>
                    <a:lnTo>
                      <a:pt x="6228" y="9834"/>
                    </a:lnTo>
                    <a:lnTo>
                      <a:pt x="6228" y="9834"/>
                    </a:lnTo>
                    <a:cubicBezTo>
                      <a:pt x="6220" y="9836"/>
                      <a:pt x="6212" y="9838"/>
                      <a:pt x="6212" y="9838"/>
                    </a:cubicBezTo>
                    <a:cubicBezTo>
                      <a:pt x="6211" y="9838"/>
                      <a:pt x="6216" y="9837"/>
                      <a:pt x="6228" y="9831"/>
                    </a:cubicBezTo>
                    <a:cubicBezTo>
                      <a:pt x="6241" y="9828"/>
                      <a:pt x="6244" y="9828"/>
                      <a:pt x="6247" y="9828"/>
                    </a:cubicBezTo>
                    <a:lnTo>
                      <a:pt x="6232" y="9834"/>
                    </a:lnTo>
                    <a:lnTo>
                      <a:pt x="7064" y="11730"/>
                    </a:lnTo>
                    <a:lnTo>
                      <a:pt x="7516" y="12755"/>
                    </a:lnTo>
                    <a:lnTo>
                      <a:pt x="7610" y="12973"/>
                    </a:lnTo>
                    <a:lnTo>
                      <a:pt x="7714" y="13219"/>
                    </a:lnTo>
                    <a:cubicBezTo>
                      <a:pt x="7711" y="13228"/>
                      <a:pt x="7711" y="13238"/>
                      <a:pt x="7711" y="13251"/>
                    </a:cubicBezTo>
                    <a:cubicBezTo>
                      <a:pt x="7705" y="13345"/>
                      <a:pt x="7692" y="13446"/>
                      <a:pt x="7680" y="13560"/>
                    </a:cubicBezTo>
                    <a:cubicBezTo>
                      <a:pt x="7635" y="14008"/>
                      <a:pt x="7582" y="14582"/>
                      <a:pt x="7522" y="15162"/>
                    </a:cubicBezTo>
                    <a:lnTo>
                      <a:pt x="7487" y="15528"/>
                    </a:lnTo>
                    <a:cubicBezTo>
                      <a:pt x="7377" y="16658"/>
                      <a:pt x="7273" y="17714"/>
                      <a:pt x="7269" y="17781"/>
                    </a:cubicBezTo>
                    <a:cubicBezTo>
                      <a:pt x="7266" y="17809"/>
                      <a:pt x="7257" y="17834"/>
                      <a:pt x="7254" y="17872"/>
                    </a:cubicBezTo>
                    <a:lnTo>
                      <a:pt x="7254" y="17879"/>
                    </a:lnTo>
                    <a:cubicBezTo>
                      <a:pt x="7216" y="18115"/>
                      <a:pt x="7146" y="18491"/>
                      <a:pt x="7083" y="18664"/>
                    </a:cubicBezTo>
                    <a:cubicBezTo>
                      <a:pt x="7004" y="18875"/>
                      <a:pt x="6922" y="19191"/>
                      <a:pt x="7181" y="19355"/>
                    </a:cubicBezTo>
                    <a:cubicBezTo>
                      <a:pt x="7181" y="19355"/>
                      <a:pt x="8197" y="19342"/>
                      <a:pt x="8971" y="19342"/>
                    </a:cubicBezTo>
                    <a:cubicBezTo>
                      <a:pt x="9397" y="19342"/>
                      <a:pt x="9749" y="19346"/>
                      <a:pt x="9818" y="19358"/>
                    </a:cubicBezTo>
                    <a:cubicBezTo>
                      <a:pt x="9837" y="19361"/>
                      <a:pt x="9851" y="19363"/>
                      <a:pt x="9863" y="19363"/>
                    </a:cubicBezTo>
                    <a:cubicBezTo>
                      <a:pt x="10014" y="19363"/>
                      <a:pt x="9603" y="19087"/>
                      <a:pt x="9377" y="18964"/>
                    </a:cubicBezTo>
                    <a:cubicBezTo>
                      <a:pt x="9377" y="18964"/>
                      <a:pt x="9423" y="18917"/>
                      <a:pt x="9420" y="18917"/>
                    </a:cubicBezTo>
                    <a:lnTo>
                      <a:pt x="9420" y="18917"/>
                    </a:lnTo>
                    <a:cubicBezTo>
                      <a:pt x="9418" y="18917"/>
                      <a:pt x="9406" y="18928"/>
                      <a:pt x="9371" y="18961"/>
                    </a:cubicBezTo>
                    <a:cubicBezTo>
                      <a:pt x="8841" y="18645"/>
                      <a:pt x="8061" y="18361"/>
                      <a:pt x="8052" y="18308"/>
                    </a:cubicBezTo>
                    <a:cubicBezTo>
                      <a:pt x="8052" y="18289"/>
                      <a:pt x="8121" y="17920"/>
                      <a:pt x="8229" y="17374"/>
                    </a:cubicBezTo>
                    <a:lnTo>
                      <a:pt x="8229" y="17371"/>
                    </a:lnTo>
                    <a:cubicBezTo>
                      <a:pt x="8361" y="16680"/>
                      <a:pt x="8547" y="15714"/>
                      <a:pt x="8699" y="14850"/>
                    </a:cubicBezTo>
                    <a:cubicBezTo>
                      <a:pt x="8875" y="13828"/>
                      <a:pt x="9008" y="13446"/>
                      <a:pt x="9024" y="12986"/>
                    </a:cubicBezTo>
                    <a:cubicBezTo>
                      <a:pt x="9024" y="12733"/>
                      <a:pt x="8973" y="12282"/>
                      <a:pt x="8891" y="11727"/>
                    </a:cubicBezTo>
                    <a:cubicBezTo>
                      <a:pt x="8541" y="9389"/>
                      <a:pt x="7610" y="5099"/>
                      <a:pt x="7610" y="5099"/>
                    </a:cubicBezTo>
                    <a:lnTo>
                      <a:pt x="7878" y="1042"/>
                    </a:lnTo>
                    <a:cubicBezTo>
                      <a:pt x="7878" y="1042"/>
                      <a:pt x="6982" y="130"/>
                      <a:pt x="5623" y="1"/>
                    </a:cubicBez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743;p35"/>
              <p:cNvSpPr/>
              <p:nvPr/>
            </p:nvSpPr>
            <p:spPr>
              <a:xfrm>
                <a:off x="3238300" y="1503400"/>
                <a:ext cx="167925" cy="261225"/>
              </a:xfrm>
              <a:custGeom>
                <a:avLst/>
                <a:gdLst/>
                <a:ahLst/>
                <a:cxnLst/>
                <a:rect l="l" t="t" r="r" b="b"/>
                <a:pathLst>
                  <a:path w="6717" h="10449" extrusionOk="0">
                    <a:moveTo>
                      <a:pt x="5206" y="0"/>
                    </a:moveTo>
                    <a:lnTo>
                      <a:pt x="5206" y="0"/>
                    </a:lnTo>
                    <a:lnTo>
                      <a:pt x="5206" y="0"/>
                    </a:lnTo>
                    <a:cubicBezTo>
                      <a:pt x="5206" y="0"/>
                      <a:pt x="5206" y="0"/>
                      <a:pt x="5206" y="0"/>
                    </a:cubicBezTo>
                    <a:close/>
                    <a:moveTo>
                      <a:pt x="5206" y="0"/>
                    </a:moveTo>
                    <a:cubicBezTo>
                      <a:pt x="5205" y="4"/>
                      <a:pt x="4493" y="342"/>
                      <a:pt x="3379" y="342"/>
                    </a:cubicBezTo>
                    <a:cubicBezTo>
                      <a:pt x="2875" y="342"/>
                      <a:pt x="2290" y="273"/>
                      <a:pt x="1650" y="73"/>
                    </a:cubicBezTo>
                    <a:cubicBezTo>
                      <a:pt x="1650" y="73"/>
                      <a:pt x="874" y="2366"/>
                      <a:pt x="937" y="3108"/>
                    </a:cubicBezTo>
                    <a:cubicBezTo>
                      <a:pt x="1001" y="3849"/>
                      <a:pt x="1698" y="7777"/>
                      <a:pt x="1698" y="7777"/>
                    </a:cubicBezTo>
                    <a:lnTo>
                      <a:pt x="1" y="8701"/>
                    </a:lnTo>
                    <a:lnTo>
                      <a:pt x="174" y="8906"/>
                    </a:lnTo>
                    <a:lnTo>
                      <a:pt x="1083" y="8906"/>
                    </a:lnTo>
                    <a:lnTo>
                      <a:pt x="505" y="9379"/>
                    </a:lnTo>
                    <a:lnTo>
                      <a:pt x="1351" y="10449"/>
                    </a:lnTo>
                    <a:lnTo>
                      <a:pt x="3408" y="8288"/>
                    </a:lnTo>
                    <a:lnTo>
                      <a:pt x="3546" y="4155"/>
                    </a:lnTo>
                    <a:lnTo>
                      <a:pt x="4953" y="7572"/>
                    </a:lnTo>
                    <a:lnTo>
                      <a:pt x="4297" y="9938"/>
                    </a:lnTo>
                    <a:lnTo>
                      <a:pt x="4837" y="9957"/>
                    </a:lnTo>
                    <a:lnTo>
                      <a:pt x="5259" y="9133"/>
                    </a:lnTo>
                    <a:lnTo>
                      <a:pt x="5408" y="10039"/>
                    </a:lnTo>
                    <a:lnTo>
                      <a:pt x="6717" y="10143"/>
                    </a:lnTo>
                    <a:lnTo>
                      <a:pt x="6575" y="7357"/>
                    </a:lnTo>
                    <a:lnTo>
                      <a:pt x="5206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35"/>
              <p:cNvSpPr/>
              <p:nvPr/>
            </p:nvSpPr>
            <p:spPr>
              <a:xfrm>
                <a:off x="3282475" y="1323975"/>
                <a:ext cx="49625" cy="64025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2561" extrusionOk="0">
                    <a:moveTo>
                      <a:pt x="208" y="0"/>
                    </a:moveTo>
                    <a:lnTo>
                      <a:pt x="130" y="852"/>
                    </a:lnTo>
                    <a:lnTo>
                      <a:pt x="70" y="1552"/>
                    </a:lnTo>
                    <a:lnTo>
                      <a:pt x="0" y="1988"/>
                    </a:lnTo>
                    <a:cubicBezTo>
                      <a:pt x="0" y="1988"/>
                      <a:pt x="256" y="2561"/>
                      <a:pt x="990" y="2561"/>
                    </a:cubicBezTo>
                    <a:cubicBezTo>
                      <a:pt x="1030" y="2561"/>
                      <a:pt x="1071" y="2559"/>
                      <a:pt x="1114" y="2556"/>
                    </a:cubicBezTo>
                    <a:cubicBezTo>
                      <a:pt x="1940" y="2483"/>
                      <a:pt x="1984" y="1944"/>
                      <a:pt x="1984" y="1944"/>
                    </a:cubicBezTo>
                    <a:lnTo>
                      <a:pt x="1385" y="578"/>
                    </a:lnTo>
                    <a:lnTo>
                      <a:pt x="1007" y="546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35"/>
              <p:cNvSpPr/>
              <p:nvPr/>
            </p:nvSpPr>
            <p:spPr>
              <a:xfrm>
                <a:off x="3250675" y="1368050"/>
                <a:ext cx="129700" cy="70375"/>
              </a:xfrm>
              <a:custGeom>
                <a:avLst/>
                <a:gdLst/>
                <a:ahLst/>
                <a:cxnLst/>
                <a:rect l="l" t="t" r="r" b="b"/>
                <a:pathLst>
                  <a:path w="5188" h="2815" extrusionOk="0">
                    <a:moveTo>
                      <a:pt x="3477" y="1"/>
                    </a:moveTo>
                    <a:cubicBezTo>
                      <a:pt x="3477" y="1"/>
                      <a:pt x="3433" y="600"/>
                      <a:pt x="2919" y="796"/>
                    </a:cubicBezTo>
                    <a:cubicBezTo>
                      <a:pt x="2871" y="814"/>
                      <a:pt x="2821" y="822"/>
                      <a:pt x="2769" y="822"/>
                    </a:cubicBezTo>
                    <a:cubicBezTo>
                      <a:pt x="2255" y="822"/>
                      <a:pt x="1569" y="39"/>
                      <a:pt x="1569" y="39"/>
                    </a:cubicBezTo>
                    <a:cubicBezTo>
                      <a:pt x="1569" y="39"/>
                      <a:pt x="916" y="405"/>
                      <a:pt x="420" y="720"/>
                    </a:cubicBezTo>
                    <a:cubicBezTo>
                      <a:pt x="1" y="991"/>
                      <a:pt x="1130" y="2815"/>
                      <a:pt x="1130" y="2815"/>
                    </a:cubicBezTo>
                    <a:lnTo>
                      <a:pt x="4670" y="2326"/>
                    </a:lnTo>
                    <a:lnTo>
                      <a:pt x="5187" y="1998"/>
                    </a:lnTo>
                    <a:cubicBezTo>
                      <a:pt x="5187" y="1998"/>
                      <a:pt x="4862" y="973"/>
                      <a:pt x="4771" y="796"/>
                    </a:cubicBezTo>
                    <a:cubicBezTo>
                      <a:pt x="4771" y="796"/>
                      <a:pt x="4212" y="291"/>
                      <a:pt x="3477" y="1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35"/>
              <p:cNvSpPr/>
              <p:nvPr/>
            </p:nvSpPr>
            <p:spPr>
              <a:xfrm>
                <a:off x="3285850" y="1323825"/>
                <a:ext cx="45075" cy="35025"/>
              </a:xfrm>
              <a:custGeom>
                <a:avLst/>
                <a:gdLst/>
                <a:ahLst/>
                <a:cxnLst/>
                <a:rect l="l" t="t" r="r" b="b"/>
                <a:pathLst>
                  <a:path w="1803" h="1401" extrusionOk="0">
                    <a:moveTo>
                      <a:pt x="80" y="0"/>
                    </a:moveTo>
                    <a:lnTo>
                      <a:pt x="1" y="852"/>
                    </a:lnTo>
                    <a:cubicBezTo>
                      <a:pt x="726" y="1290"/>
                      <a:pt x="1073" y="1341"/>
                      <a:pt x="1594" y="1401"/>
                    </a:cubicBezTo>
                    <a:lnTo>
                      <a:pt x="1802" y="877"/>
                    </a:lnTo>
                    <a:lnTo>
                      <a:pt x="1730" y="659"/>
                    </a:lnTo>
                    <a:lnTo>
                      <a:pt x="903" y="864"/>
                    </a:lnTo>
                    <a:lnTo>
                      <a:pt x="80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35"/>
              <p:cNvSpPr/>
              <p:nvPr/>
            </p:nvSpPr>
            <p:spPr>
              <a:xfrm>
                <a:off x="3269300" y="1258650"/>
                <a:ext cx="80350" cy="98025"/>
              </a:xfrm>
              <a:custGeom>
                <a:avLst/>
                <a:gdLst/>
                <a:ahLst/>
                <a:cxnLst/>
                <a:rect l="l" t="t" r="r" b="b"/>
                <a:pathLst>
                  <a:path w="3214" h="3921" extrusionOk="0">
                    <a:moveTo>
                      <a:pt x="1639" y="0"/>
                    </a:moveTo>
                    <a:cubicBezTo>
                      <a:pt x="1624" y="0"/>
                      <a:pt x="1609" y="0"/>
                      <a:pt x="1593" y="1"/>
                    </a:cubicBezTo>
                    <a:cubicBezTo>
                      <a:pt x="1593" y="1"/>
                      <a:pt x="1582" y="0"/>
                      <a:pt x="1562" y="0"/>
                    </a:cubicBezTo>
                    <a:cubicBezTo>
                      <a:pt x="1382" y="0"/>
                      <a:pt x="475" y="62"/>
                      <a:pt x="180" y="1276"/>
                    </a:cubicBezTo>
                    <a:cubicBezTo>
                      <a:pt x="180" y="1276"/>
                      <a:pt x="0" y="2143"/>
                      <a:pt x="477" y="2869"/>
                    </a:cubicBezTo>
                    <a:cubicBezTo>
                      <a:pt x="477" y="2869"/>
                      <a:pt x="1392" y="3781"/>
                      <a:pt x="2294" y="3916"/>
                    </a:cubicBezTo>
                    <a:cubicBezTo>
                      <a:pt x="2314" y="3919"/>
                      <a:pt x="2334" y="3920"/>
                      <a:pt x="2354" y="3920"/>
                    </a:cubicBezTo>
                    <a:cubicBezTo>
                      <a:pt x="2943" y="3920"/>
                      <a:pt x="3213" y="2799"/>
                      <a:pt x="3158" y="1736"/>
                    </a:cubicBezTo>
                    <a:cubicBezTo>
                      <a:pt x="3066" y="758"/>
                      <a:pt x="2324" y="0"/>
                      <a:pt x="1639" y="0"/>
                    </a:cubicBez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35"/>
              <p:cNvSpPr/>
              <p:nvPr/>
            </p:nvSpPr>
            <p:spPr>
              <a:xfrm>
                <a:off x="3322225" y="1308400"/>
                <a:ext cx="9875" cy="2102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841" extrusionOk="0">
                    <a:moveTo>
                      <a:pt x="198" y="1"/>
                    </a:moveTo>
                    <a:cubicBezTo>
                      <a:pt x="195" y="1"/>
                      <a:pt x="192" y="1"/>
                      <a:pt x="189" y="2"/>
                    </a:cubicBezTo>
                    <a:cubicBezTo>
                      <a:pt x="177" y="11"/>
                      <a:pt x="174" y="24"/>
                      <a:pt x="177" y="33"/>
                    </a:cubicBezTo>
                    <a:cubicBezTo>
                      <a:pt x="177" y="33"/>
                      <a:pt x="271" y="220"/>
                      <a:pt x="319" y="570"/>
                    </a:cubicBezTo>
                    <a:cubicBezTo>
                      <a:pt x="338" y="718"/>
                      <a:pt x="306" y="778"/>
                      <a:pt x="268" y="791"/>
                    </a:cubicBezTo>
                    <a:cubicBezTo>
                      <a:pt x="264" y="792"/>
                      <a:pt x="258" y="793"/>
                      <a:pt x="253" y="793"/>
                    </a:cubicBezTo>
                    <a:cubicBezTo>
                      <a:pt x="195" y="793"/>
                      <a:pt x="108" y="714"/>
                      <a:pt x="51" y="573"/>
                    </a:cubicBezTo>
                    <a:cubicBezTo>
                      <a:pt x="48" y="566"/>
                      <a:pt x="40" y="560"/>
                      <a:pt x="31" y="560"/>
                    </a:cubicBezTo>
                    <a:cubicBezTo>
                      <a:pt x="27" y="560"/>
                      <a:pt x="23" y="561"/>
                      <a:pt x="19" y="563"/>
                    </a:cubicBezTo>
                    <a:cubicBezTo>
                      <a:pt x="6" y="567"/>
                      <a:pt x="0" y="582"/>
                      <a:pt x="6" y="595"/>
                    </a:cubicBezTo>
                    <a:cubicBezTo>
                      <a:pt x="67" y="741"/>
                      <a:pt x="164" y="841"/>
                      <a:pt x="247" y="841"/>
                    </a:cubicBezTo>
                    <a:cubicBezTo>
                      <a:pt x="255" y="841"/>
                      <a:pt x="264" y="840"/>
                      <a:pt x="271" y="838"/>
                    </a:cubicBezTo>
                    <a:lnTo>
                      <a:pt x="281" y="838"/>
                    </a:lnTo>
                    <a:cubicBezTo>
                      <a:pt x="316" y="832"/>
                      <a:pt x="394" y="784"/>
                      <a:pt x="366" y="567"/>
                    </a:cubicBezTo>
                    <a:cubicBezTo>
                      <a:pt x="319" y="213"/>
                      <a:pt x="224" y="24"/>
                      <a:pt x="221" y="15"/>
                    </a:cubicBezTo>
                    <a:cubicBezTo>
                      <a:pt x="216" y="5"/>
                      <a:pt x="208" y="1"/>
                      <a:pt x="198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35"/>
              <p:cNvSpPr/>
              <p:nvPr/>
            </p:nvSpPr>
            <p:spPr>
              <a:xfrm>
                <a:off x="3332150" y="1304050"/>
                <a:ext cx="14700" cy="6775"/>
              </a:xfrm>
              <a:custGeom>
                <a:avLst/>
                <a:gdLst/>
                <a:ahLst/>
                <a:cxnLst/>
                <a:rect l="l" t="t" r="r" b="b"/>
                <a:pathLst>
                  <a:path w="588" h="271" extrusionOk="0">
                    <a:moveTo>
                      <a:pt x="256" y="0"/>
                    </a:moveTo>
                    <a:cubicBezTo>
                      <a:pt x="238" y="0"/>
                      <a:pt x="221" y="2"/>
                      <a:pt x="203" y="6"/>
                    </a:cubicBezTo>
                    <a:cubicBezTo>
                      <a:pt x="143" y="28"/>
                      <a:pt x="98" y="65"/>
                      <a:pt x="64" y="113"/>
                    </a:cubicBezTo>
                    <a:cubicBezTo>
                      <a:pt x="32" y="160"/>
                      <a:pt x="10" y="217"/>
                      <a:pt x="1" y="271"/>
                    </a:cubicBezTo>
                    <a:cubicBezTo>
                      <a:pt x="42" y="233"/>
                      <a:pt x="76" y="195"/>
                      <a:pt x="111" y="163"/>
                    </a:cubicBezTo>
                    <a:cubicBezTo>
                      <a:pt x="149" y="132"/>
                      <a:pt x="187" y="110"/>
                      <a:pt x="228" y="97"/>
                    </a:cubicBezTo>
                    <a:cubicBezTo>
                      <a:pt x="243" y="91"/>
                      <a:pt x="260" y="88"/>
                      <a:pt x="276" y="88"/>
                    </a:cubicBezTo>
                    <a:cubicBezTo>
                      <a:pt x="337" y="88"/>
                      <a:pt x="404" y="126"/>
                      <a:pt x="471" y="185"/>
                    </a:cubicBezTo>
                    <a:lnTo>
                      <a:pt x="587" y="47"/>
                    </a:lnTo>
                    <a:lnTo>
                      <a:pt x="449" y="122"/>
                    </a:lnTo>
                    <a:cubicBezTo>
                      <a:pt x="430" y="91"/>
                      <a:pt x="408" y="59"/>
                      <a:pt x="376" y="40"/>
                    </a:cubicBezTo>
                    <a:cubicBezTo>
                      <a:pt x="351" y="18"/>
                      <a:pt x="326" y="9"/>
                      <a:pt x="294" y="2"/>
                    </a:cubicBezTo>
                    <a:cubicBezTo>
                      <a:pt x="281" y="1"/>
                      <a:pt x="268" y="0"/>
                      <a:pt x="256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35"/>
              <p:cNvSpPr/>
              <p:nvPr/>
            </p:nvSpPr>
            <p:spPr>
              <a:xfrm>
                <a:off x="3301800" y="1307250"/>
                <a:ext cx="16650" cy="5950"/>
              </a:xfrm>
              <a:custGeom>
                <a:avLst/>
                <a:gdLst/>
                <a:ahLst/>
                <a:cxnLst/>
                <a:rect l="l" t="t" r="r" b="b"/>
                <a:pathLst>
                  <a:path w="666" h="238" extrusionOk="0">
                    <a:moveTo>
                      <a:pt x="401" y="1"/>
                    </a:moveTo>
                    <a:cubicBezTo>
                      <a:pt x="366" y="1"/>
                      <a:pt x="338" y="4"/>
                      <a:pt x="303" y="16"/>
                    </a:cubicBezTo>
                    <a:cubicBezTo>
                      <a:pt x="271" y="32"/>
                      <a:pt x="249" y="48"/>
                      <a:pt x="224" y="73"/>
                    </a:cubicBezTo>
                    <a:cubicBezTo>
                      <a:pt x="199" y="102"/>
                      <a:pt x="183" y="136"/>
                      <a:pt x="170" y="171"/>
                    </a:cubicBezTo>
                    <a:lnTo>
                      <a:pt x="0" y="133"/>
                    </a:lnTo>
                    <a:lnTo>
                      <a:pt x="158" y="237"/>
                    </a:lnTo>
                    <a:cubicBezTo>
                      <a:pt x="225" y="155"/>
                      <a:pt x="298" y="100"/>
                      <a:pt x="373" y="100"/>
                    </a:cubicBezTo>
                    <a:cubicBezTo>
                      <a:pt x="379" y="100"/>
                      <a:pt x="385" y="101"/>
                      <a:pt x="391" y="102"/>
                    </a:cubicBezTo>
                    <a:cubicBezTo>
                      <a:pt x="435" y="102"/>
                      <a:pt x="476" y="117"/>
                      <a:pt x="524" y="136"/>
                    </a:cubicBezTo>
                    <a:cubicBezTo>
                      <a:pt x="571" y="155"/>
                      <a:pt x="615" y="184"/>
                      <a:pt x="666" y="212"/>
                    </a:cubicBezTo>
                    <a:cubicBezTo>
                      <a:pt x="653" y="155"/>
                      <a:pt x="612" y="108"/>
                      <a:pt x="568" y="73"/>
                    </a:cubicBezTo>
                    <a:cubicBezTo>
                      <a:pt x="527" y="32"/>
                      <a:pt x="467" y="4"/>
                      <a:pt x="401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35"/>
              <p:cNvSpPr/>
              <p:nvPr/>
            </p:nvSpPr>
            <p:spPr>
              <a:xfrm>
                <a:off x="3257850" y="1408975"/>
                <a:ext cx="115975" cy="136400"/>
              </a:xfrm>
              <a:custGeom>
                <a:avLst/>
                <a:gdLst/>
                <a:ahLst/>
                <a:cxnLst/>
                <a:rect l="l" t="t" r="r" b="b"/>
                <a:pathLst>
                  <a:path w="4639" h="5456" extrusionOk="0">
                    <a:moveTo>
                      <a:pt x="2857" y="0"/>
                    </a:moveTo>
                    <a:cubicBezTo>
                      <a:pt x="2815" y="0"/>
                      <a:pt x="2776" y="3"/>
                      <a:pt x="2739" y="7"/>
                    </a:cubicBezTo>
                    <a:cubicBezTo>
                      <a:pt x="2212" y="74"/>
                      <a:pt x="559" y="695"/>
                      <a:pt x="559" y="695"/>
                    </a:cubicBezTo>
                    <a:lnTo>
                      <a:pt x="402" y="780"/>
                    </a:lnTo>
                    <a:lnTo>
                      <a:pt x="1" y="989"/>
                    </a:lnTo>
                    <a:cubicBezTo>
                      <a:pt x="1" y="989"/>
                      <a:pt x="635" y="2863"/>
                      <a:pt x="591" y="3500"/>
                    </a:cubicBezTo>
                    <a:cubicBezTo>
                      <a:pt x="562" y="3935"/>
                      <a:pt x="247" y="5263"/>
                      <a:pt x="247" y="5263"/>
                    </a:cubicBezTo>
                    <a:cubicBezTo>
                      <a:pt x="247" y="5263"/>
                      <a:pt x="1015" y="5456"/>
                      <a:pt x="1861" y="5456"/>
                    </a:cubicBezTo>
                    <a:cubicBezTo>
                      <a:pt x="2098" y="5456"/>
                      <a:pt x="2341" y="5441"/>
                      <a:pt x="2575" y="5402"/>
                    </a:cubicBezTo>
                    <a:cubicBezTo>
                      <a:pt x="3897" y="5330"/>
                      <a:pt x="4638" y="4872"/>
                      <a:pt x="4638" y="4872"/>
                    </a:cubicBezTo>
                    <a:lnTo>
                      <a:pt x="4219" y="3582"/>
                    </a:lnTo>
                    <a:lnTo>
                      <a:pt x="4137" y="3197"/>
                    </a:lnTo>
                    <a:lnTo>
                      <a:pt x="4405" y="408"/>
                    </a:lnTo>
                    <a:cubicBezTo>
                      <a:pt x="4405" y="408"/>
                      <a:pt x="3420" y="0"/>
                      <a:pt x="2857" y="0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35"/>
              <p:cNvSpPr/>
              <p:nvPr/>
            </p:nvSpPr>
            <p:spPr>
              <a:xfrm>
                <a:off x="3354475" y="1401825"/>
                <a:ext cx="13825" cy="40075"/>
              </a:xfrm>
              <a:custGeom>
                <a:avLst/>
                <a:gdLst/>
                <a:ahLst/>
                <a:cxnLst/>
                <a:rect l="l" t="t" r="r" b="b"/>
                <a:pathLst>
                  <a:path w="553" h="1603" extrusionOk="0">
                    <a:moveTo>
                      <a:pt x="0" y="0"/>
                    </a:moveTo>
                    <a:cubicBezTo>
                      <a:pt x="0" y="0"/>
                      <a:pt x="303" y="644"/>
                      <a:pt x="376" y="801"/>
                    </a:cubicBezTo>
                    <a:cubicBezTo>
                      <a:pt x="445" y="959"/>
                      <a:pt x="458" y="1603"/>
                      <a:pt x="458" y="1603"/>
                    </a:cubicBezTo>
                    <a:cubicBezTo>
                      <a:pt x="458" y="1603"/>
                      <a:pt x="480" y="1312"/>
                      <a:pt x="518" y="975"/>
                    </a:cubicBezTo>
                    <a:cubicBezTo>
                      <a:pt x="552" y="634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35"/>
              <p:cNvSpPr/>
              <p:nvPr/>
            </p:nvSpPr>
            <p:spPr>
              <a:xfrm>
                <a:off x="3276075" y="1275925"/>
                <a:ext cx="75175" cy="28800"/>
              </a:xfrm>
              <a:custGeom>
                <a:avLst/>
                <a:gdLst/>
                <a:ahLst/>
                <a:cxnLst/>
                <a:rect l="l" t="t" r="r" b="b"/>
                <a:pathLst>
                  <a:path w="3007" h="1152" extrusionOk="0">
                    <a:moveTo>
                      <a:pt x="1999" y="0"/>
                    </a:moveTo>
                    <a:cubicBezTo>
                      <a:pt x="1598" y="0"/>
                      <a:pt x="1194" y="153"/>
                      <a:pt x="975" y="414"/>
                    </a:cubicBezTo>
                    <a:cubicBezTo>
                      <a:pt x="598" y="860"/>
                      <a:pt x="32" y="866"/>
                      <a:pt x="2" y="866"/>
                    </a:cubicBezTo>
                    <a:cubicBezTo>
                      <a:pt x="1" y="866"/>
                      <a:pt x="1" y="866"/>
                      <a:pt x="1" y="866"/>
                    </a:cubicBezTo>
                    <a:lnTo>
                      <a:pt x="1" y="866"/>
                    </a:lnTo>
                    <a:cubicBezTo>
                      <a:pt x="306" y="1077"/>
                      <a:pt x="605" y="1152"/>
                      <a:pt x="876" y="1152"/>
                    </a:cubicBezTo>
                    <a:cubicBezTo>
                      <a:pt x="1539" y="1152"/>
                      <a:pt x="2032" y="702"/>
                      <a:pt x="2032" y="701"/>
                    </a:cubicBezTo>
                    <a:lnTo>
                      <a:pt x="2032" y="701"/>
                    </a:lnTo>
                    <a:lnTo>
                      <a:pt x="1818" y="1071"/>
                    </a:lnTo>
                    <a:cubicBezTo>
                      <a:pt x="1834" y="1071"/>
                      <a:pt x="1850" y="1072"/>
                      <a:pt x="1865" y="1072"/>
                    </a:cubicBezTo>
                    <a:cubicBezTo>
                      <a:pt x="2529" y="1072"/>
                      <a:pt x="3006" y="436"/>
                      <a:pt x="2830" y="285"/>
                    </a:cubicBezTo>
                    <a:cubicBezTo>
                      <a:pt x="2610" y="89"/>
                      <a:pt x="2305" y="0"/>
                      <a:pt x="1999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35"/>
              <p:cNvSpPr/>
              <p:nvPr/>
            </p:nvSpPr>
            <p:spPr>
              <a:xfrm>
                <a:off x="3315500" y="1330925"/>
                <a:ext cx="22825" cy="6475"/>
              </a:xfrm>
              <a:custGeom>
                <a:avLst/>
                <a:gdLst/>
                <a:ahLst/>
                <a:cxnLst/>
                <a:rect l="l" t="t" r="r" b="b"/>
                <a:pathLst>
                  <a:path w="913" h="259" extrusionOk="0">
                    <a:moveTo>
                      <a:pt x="890" y="1"/>
                    </a:moveTo>
                    <a:cubicBezTo>
                      <a:pt x="884" y="1"/>
                      <a:pt x="877" y="4"/>
                      <a:pt x="872" y="9"/>
                    </a:cubicBezTo>
                    <a:cubicBezTo>
                      <a:pt x="755" y="169"/>
                      <a:pt x="596" y="216"/>
                      <a:pt x="448" y="216"/>
                    </a:cubicBezTo>
                    <a:cubicBezTo>
                      <a:pt x="229" y="216"/>
                      <a:pt x="34" y="112"/>
                      <a:pt x="33" y="110"/>
                    </a:cubicBezTo>
                    <a:cubicBezTo>
                      <a:pt x="29" y="110"/>
                      <a:pt x="26" y="109"/>
                      <a:pt x="24" y="109"/>
                    </a:cubicBezTo>
                    <a:cubicBezTo>
                      <a:pt x="15" y="109"/>
                      <a:pt x="9" y="113"/>
                      <a:pt x="4" y="120"/>
                    </a:cubicBezTo>
                    <a:cubicBezTo>
                      <a:pt x="1" y="132"/>
                      <a:pt x="4" y="142"/>
                      <a:pt x="14" y="148"/>
                    </a:cubicBezTo>
                    <a:cubicBezTo>
                      <a:pt x="17" y="151"/>
                      <a:pt x="219" y="259"/>
                      <a:pt x="446" y="259"/>
                    </a:cubicBezTo>
                    <a:cubicBezTo>
                      <a:pt x="604" y="259"/>
                      <a:pt x="777" y="205"/>
                      <a:pt x="903" y="32"/>
                    </a:cubicBezTo>
                    <a:cubicBezTo>
                      <a:pt x="913" y="25"/>
                      <a:pt x="906" y="13"/>
                      <a:pt x="900" y="6"/>
                    </a:cubicBezTo>
                    <a:cubicBezTo>
                      <a:pt x="897" y="2"/>
                      <a:pt x="894" y="1"/>
                      <a:pt x="890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35"/>
              <p:cNvSpPr/>
              <p:nvPr/>
            </p:nvSpPr>
            <p:spPr>
              <a:xfrm>
                <a:off x="3426400" y="1456550"/>
                <a:ext cx="50825" cy="58350"/>
              </a:xfrm>
              <a:custGeom>
                <a:avLst/>
                <a:gdLst/>
                <a:ahLst/>
                <a:cxnLst/>
                <a:rect l="l" t="t" r="r" b="b"/>
                <a:pathLst>
                  <a:path w="2033" h="2334" extrusionOk="0">
                    <a:moveTo>
                      <a:pt x="953" y="0"/>
                    </a:moveTo>
                    <a:lnTo>
                      <a:pt x="890" y="133"/>
                    </a:lnTo>
                    <a:lnTo>
                      <a:pt x="1133" y="344"/>
                    </a:lnTo>
                    <a:lnTo>
                      <a:pt x="613" y="865"/>
                    </a:lnTo>
                    <a:cubicBezTo>
                      <a:pt x="546" y="982"/>
                      <a:pt x="1" y="2294"/>
                      <a:pt x="1" y="2294"/>
                    </a:cubicBezTo>
                    <a:cubicBezTo>
                      <a:pt x="1" y="2294"/>
                      <a:pt x="84" y="2333"/>
                      <a:pt x="212" y="2333"/>
                    </a:cubicBezTo>
                    <a:cubicBezTo>
                      <a:pt x="372" y="2333"/>
                      <a:pt x="602" y="2272"/>
                      <a:pt x="827" y="1994"/>
                    </a:cubicBezTo>
                    <a:cubicBezTo>
                      <a:pt x="827" y="1994"/>
                      <a:pt x="631" y="1549"/>
                      <a:pt x="843" y="1313"/>
                    </a:cubicBezTo>
                    <a:cubicBezTo>
                      <a:pt x="1237" y="685"/>
                      <a:pt x="1856" y="874"/>
                      <a:pt x="2032" y="455"/>
                    </a:cubicBezTo>
                    <a:cubicBezTo>
                      <a:pt x="2032" y="455"/>
                      <a:pt x="1594" y="124"/>
                      <a:pt x="1395" y="79"/>
                    </a:cubicBezTo>
                    <a:cubicBezTo>
                      <a:pt x="1193" y="38"/>
                      <a:pt x="953" y="0"/>
                      <a:pt x="953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35"/>
              <p:cNvSpPr/>
              <p:nvPr/>
            </p:nvSpPr>
            <p:spPr>
              <a:xfrm>
                <a:off x="3311400" y="1454900"/>
                <a:ext cx="54775" cy="62950"/>
              </a:xfrm>
              <a:custGeom>
                <a:avLst/>
                <a:gdLst/>
                <a:ahLst/>
                <a:cxnLst/>
                <a:rect l="l" t="t" r="r" b="b"/>
                <a:pathLst>
                  <a:path w="2191" h="2518" extrusionOk="0">
                    <a:moveTo>
                      <a:pt x="777" y="0"/>
                    </a:moveTo>
                    <a:cubicBezTo>
                      <a:pt x="777" y="0"/>
                      <a:pt x="320" y="306"/>
                      <a:pt x="215" y="483"/>
                    </a:cubicBezTo>
                    <a:cubicBezTo>
                      <a:pt x="115" y="663"/>
                      <a:pt x="1" y="877"/>
                      <a:pt x="1" y="877"/>
                    </a:cubicBezTo>
                    <a:lnTo>
                      <a:pt x="105" y="981"/>
                    </a:lnTo>
                    <a:lnTo>
                      <a:pt x="386" y="820"/>
                    </a:lnTo>
                    <a:lnTo>
                      <a:pt x="708" y="1477"/>
                    </a:lnTo>
                    <a:cubicBezTo>
                      <a:pt x="799" y="1581"/>
                      <a:pt x="1869" y="2518"/>
                      <a:pt x="1869" y="2518"/>
                    </a:cubicBezTo>
                    <a:cubicBezTo>
                      <a:pt x="1869" y="2518"/>
                      <a:pt x="2190" y="2183"/>
                      <a:pt x="1850" y="1644"/>
                    </a:cubicBezTo>
                    <a:cubicBezTo>
                      <a:pt x="1850" y="1644"/>
                      <a:pt x="1826" y="1646"/>
                      <a:pt x="1789" y="1646"/>
                    </a:cubicBezTo>
                    <a:cubicBezTo>
                      <a:pt x="1653" y="1646"/>
                      <a:pt x="1330" y="1623"/>
                      <a:pt x="1209" y="1410"/>
                    </a:cubicBezTo>
                    <a:cubicBezTo>
                      <a:pt x="742" y="827"/>
                      <a:pt x="1121" y="306"/>
                      <a:pt x="777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35"/>
              <p:cNvSpPr/>
              <p:nvPr/>
            </p:nvSpPr>
            <p:spPr>
              <a:xfrm>
                <a:off x="3330575" y="1465850"/>
                <a:ext cx="102150" cy="24675"/>
              </a:xfrm>
              <a:custGeom>
                <a:avLst/>
                <a:gdLst/>
                <a:ahLst/>
                <a:cxnLst/>
                <a:rect l="l" t="t" r="r" b="b"/>
                <a:pathLst>
                  <a:path w="4086" h="987" extrusionOk="0">
                    <a:moveTo>
                      <a:pt x="2203" y="1"/>
                    </a:moveTo>
                    <a:cubicBezTo>
                      <a:pt x="1333" y="1"/>
                      <a:pt x="353" y="211"/>
                      <a:pt x="250" y="364"/>
                    </a:cubicBezTo>
                    <a:cubicBezTo>
                      <a:pt x="136" y="531"/>
                      <a:pt x="1" y="890"/>
                      <a:pt x="1020" y="979"/>
                    </a:cubicBezTo>
                    <a:cubicBezTo>
                      <a:pt x="1076" y="984"/>
                      <a:pt x="1135" y="986"/>
                      <a:pt x="1196" y="986"/>
                    </a:cubicBezTo>
                    <a:cubicBezTo>
                      <a:pt x="2242" y="986"/>
                      <a:pt x="3912" y="285"/>
                      <a:pt x="3912" y="285"/>
                    </a:cubicBezTo>
                    <a:lnTo>
                      <a:pt x="4086" y="155"/>
                    </a:lnTo>
                    <a:cubicBezTo>
                      <a:pt x="4086" y="155"/>
                      <a:pt x="3370" y="54"/>
                      <a:pt x="2452" y="7"/>
                    </a:cubicBezTo>
                    <a:cubicBezTo>
                      <a:pt x="2371" y="3"/>
                      <a:pt x="2287" y="1"/>
                      <a:pt x="2203" y="1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35"/>
              <p:cNvSpPr/>
              <p:nvPr/>
            </p:nvSpPr>
            <p:spPr>
              <a:xfrm>
                <a:off x="3351075" y="1469025"/>
                <a:ext cx="93250" cy="24375"/>
              </a:xfrm>
              <a:custGeom>
                <a:avLst/>
                <a:gdLst/>
                <a:ahLst/>
                <a:cxnLst/>
                <a:rect l="l" t="t" r="r" b="b"/>
                <a:pathLst>
                  <a:path w="3730" h="975" extrusionOk="0">
                    <a:moveTo>
                      <a:pt x="3044" y="1"/>
                    </a:moveTo>
                    <a:cubicBezTo>
                      <a:pt x="2374" y="1"/>
                      <a:pt x="422" y="237"/>
                      <a:pt x="231" y="375"/>
                    </a:cubicBezTo>
                    <a:cubicBezTo>
                      <a:pt x="1" y="543"/>
                      <a:pt x="64" y="871"/>
                      <a:pt x="313" y="890"/>
                    </a:cubicBezTo>
                    <a:cubicBezTo>
                      <a:pt x="497" y="901"/>
                      <a:pt x="2019" y="974"/>
                      <a:pt x="2902" y="974"/>
                    </a:cubicBezTo>
                    <a:cubicBezTo>
                      <a:pt x="3218" y="974"/>
                      <a:pt x="3451" y="965"/>
                      <a:pt x="3512" y="940"/>
                    </a:cubicBezTo>
                    <a:cubicBezTo>
                      <a:pt x="3730" y="833"/>
                      <a:pt x="3638" y="517"/>
                      <a:pt x="3433" y="517"/>
                    </a:cubicBezTo>
                    <a:lnTo>
                      <a:pt x="3272" y="498"/>
                    </a:lnTo>
                    <a:cubicBezTo>
                      <a:pt x="3203" y="492"/>
                      <a:pt x="3149" y="483"/>
                      <a:pt x="3149" y="483"/>
                    </a:cubicBezTo>
                    <a:cubicBezTo>
                      <a:pt x="3149" y="483"/>
                      <a:pt x="3196" y="413"/>
                      <a:pt x="3234" y="322"/>
                    </a:cubicBezTo>
                    <a:cubicBezTo>
                      <a:pt x="3282" y="218"/>
                      <a:pt x="3320" y="98"/>
                      <a:pt x="3266" y="28"/>
                    </a:cubicBezTo>
                    <a:cubicBezTo>
                      <a:pt x="3251" y="9"/>
                      <a:pt x="3170" y="1"/>
                      <a:pt x="3044" y="1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35"/>
              <p:cNvSpPr/>
              <p:nvPr/>
            </p:nvSpPr>
            <p:spPr>
              <a:xfrm>
                <a:off x="3368200" y="1477050"/>
                <a:ext cx="64775" cy="8450"/>
              </a:xfrm>
              <a:custGeom>
                <a:avLst/>
                <a:gdLst/>
                <a:ahLst/>
                <a:cxnLst/>
                <a:rect l="l" t="t" r="r" b="b"/>
                <a:pathLst>
                  <a:path w="2591" h="338" extrusionOk="0">
                    <a:moveTo>
                      <a:pt x="2556" y="1"/>
                    </a:moveTo>
                    <a:lnTo>
                      <a:pt x="2556" y="1"/>
                    </a:lnTo>
                    <a:cubicBezTo>
                      <a:pt x="2555" y="1"/>
                      <a:pt x="0" y="51"/>
                      <a:pt x="3" y="285"/>
                    </a:cubicBezTo>
                    <a:cubicBezTo>
                      <a:pt x="7" y="323"/>
                      <a:pt x="149" y="337"/>
                      <a:pt x="363" y="337"/>
                    </a:cubicBezTo>
                    <a:cubicBezTo>
                      <a:pt x="1074" y="337"/>
                      <a:pt x="2590" y="177"/>
                      <a:pt x="2590" y="177"/>
                    </a:cubicBezTo>
                    <a:cubicBezTo>
                      <a:pt x="2518" y="171"/>
                      <a:pt x="2467" y="162"/>
                      <a:pt x="2467" y="162"/>
                    </a:cubicBezTo>
                    <a:cubicBezTo>
                      <a:pt x="2467" y="162"/>
                      <a:pt x="2515" y="92"/>
                      <a:pt x="2556" y="1"/>
                    </a:cubicBez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35"/>
              <p:cNvSpPr/>
              <p:nvPr/>
            </p:nvSpPr>
            <p:spPr>
              <a:xfrm>
                <a:off x="3367400" y="1479175"/>
                <a:ext cx="102175" cy="96175"/>
              </a:xfrm>
              <a:custGeom>
                <a:avLst/>
                <a:gdLst/>
                <a:ahLst/>
                <a:cxnLst/>
                <a:rect l="l" t="t" r="r" b="b"/>
                <a:pathLst>
                  <a:path w="4087" h="3847" extrusionOk="0">
                    <a:moveTo>
                      <a:pt x="4058" y="1"/>
                    </a:moveTo>
                    <a:lnTo>
                      <a:pt x="1" y="285"/>
                    </a:lnTo>
                    <a:lnTo>
                      <a:pt x="244" y="3847"/>
                    </a:lnTo>
                    <a:lnTo>
                      <a:pt x="4086" y="3326"/>
                    </a:lnTo>
                    <a:lnTo>
                      <a:pt x="4058" y="1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35"/>
              <p:cNvSpPr/>
              <p:nvPr/>
            </p:nvSpPr>
            <p:spPr>
              <a:xfrm>
                <a:off x="3395575" y="1503475"/>
                <a:ext cx="51675" cy="13050"/>
              </a:xfrm>
              <a:custGeom>
                <a:avLst/>
                <a:gdLst/>
                <a:ahLst/>
                <a:cxnLst/>
                <a:rect l="l" t="t" r="r" b="b"/>
                <a:pathLst>
                  <a:path w="2067" h="522" extrusionOk="0">
                    <a:moveTo>
                      <a:pt x="2047" y="1"/>
                    </a:moveTo>
                    <a:lnTo>
                      <a:pt x="0" y="155"/>
                    </a:lnTo>
                    <a:lnTo>
                      <a:pt x="16" y="521"/>
                    </a:lnTo>
                    <a:lnTo>
                      <a:pt x="2066" y="363"/>
                    </a:lnTo>
                    <a:lnTo>
                      <a:pt x="2047" y="1"/>
                    </a:ln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35"/>
              <p:cNvSpPr/>
              <p:nvPr/>
            </p:nvSpPr>
            <p:spPr>
              <a:xfrm>
                <a:off x="3319050" y="1486275"/>
                <a:ext cx="54450" cy="89075"/>
              </a:xfrm>
              <a:custGeom>
                <a:avLst/>
                <a:gdLst/>
                <a:ahLst/>
                <a:cxnLst/>
                <a:rect l="l" t="t" r="r" b="b"/>
                <a:pathLst>
                  <a:path w="2178" h="3563" extrusionOk="0">
                    <a:moveTo>
                      <a:pt x="1935" y="1"/>
                    </a:moveTo>
                    <a:lnTo>
                      <a:pt x="1" y="99"/>
                    </a:lnTo>
                    <a:lnTo>
                      <a:pt x="77" y="1241"/>
                    </a:lnTo>
                    <a:lnTo>
                      <a:pt x="137" y="1714"/>
                    </a:lnTo>
                    <a:lnTo>
                      <a:pt x="297" y="3563"/>
                    </a:lnTo>
                    <a:lnTo>
                      <a:pt x="2178" y="3563"/>
                    </a:lnTo>
                    <a:lnTo>
                      <a:pt x="2045" y="1584"/>
                    </a:lnTo>
                    <a:lnTo>
                      <a:pt x="2014" y="1105"/>
                    </a:lnTo>
                    <a:lnTo>
                      <a:pt x="1935" y="1"/>
                    </a:ln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35"/>
              <p:cNvSpPr/>
              <p:nvPr/>
            </p:nvSpPr>
            <p:spPr>
              <a:xfrm>
                <a:off x="3367400" y="1479350"/>
                <a:ext cx="114625" cy="24150"/>
              </a:xfrm>
              <a:custGeom>
                <a:avLst/>
                <a:gdLst/>
                <a:ahLst/>
                <a:cxnLst/>
                <a:rect l="l" t="t" r="r" b="b"/>
                <a:pathLst>
                  <a:path w="4585" h="966" extrusionOk="0">
                    <a:moveTo>
                      <a:pt x="4105" y="0"/>
                    </a:moveTo>
                    <a:lnTo>
                      <a:pt x="1" y="284"/>
                    </a:lnTo>
                    <a:lnTo>
                      <a:pt x="490" y="966"/>
                    </a:lnTo>
                    <a:lnTo>
                      <a:pt x="4585" y="685"/>
                    </a:lnTo>
                    <a:lnTo>
                      <a:pt x="410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35"/>
              <p:cNvSpPr/>
              <p:nvPr/>
            </p:nvSpPr>
            <p:spPr>
              <a:xfrm>
                <a:off x="3308325" y="1486275"/>
                <a:ext cx="59100" cy="20450"/>
              </a:xfrm>
              <a:custGeom>
                <a:avLst/>
                <a:gdLst/>
                <a:ahLst/>
                <a:cxnLst/>
                <a:rect l="l" t="t" r="r" b="b"/>
                <a:pathLst>
                  <a:path w="2364" h="818" extrusionOk="0">
                    <a:moveTo>
                      <a:pt x="2364" y="1"/>
                    </a:moveTo>
                    <a:lnTo>
                      <a:pt x="430" y="99"/>
                    </a:lnTo>
                    <a:lnTo>
                      <a:pt x="1" y="818"/>
                    </a:lnTo>
                    <a:lnTo>
                      <a:pt x="1973" y="748"/>
                    </a:lnTo>
                    <a:lnTo>
                      <a:pt x="236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35"/>
              <p:cNvSpPr/>
              <p:nvPr/>
            </p:nvSpPr>
            <p:spPr>
              <a:xfrm>
                <a:off x="3426800" y="1526425"/>
                <a:ext cx="29750" cy="14350"/>
              </a:xfrm>
              <a:custGeom>
                <a:avLst/>
                <a:gdLst/>
                <a:ahLst/>
                <a:cxnLst/>
                <a:rect l="l" t="t" r="r" b="b"/>
                <a:pathLst>
                  <a:path w="1190" h="574" extrusionOk="0">
                    <a:moveTo>
                      <a:pt x="1089" y="1"/>
                    </a:moveTo>
                    <a:lnTo>
                      <a:pt x="120" y="48"/>
                    </a:lnTo>
                    <a:lnTo>
                      <a:pt x="0" y="461"/>
                    </a:lnTo>
                    <a:cubicBezTo>
                      <a:pt x="0" y="461"/>
                      <a:pt x="283" y="573"/>
                      <a:pt x="605" y="573"/>
                    </a:cubicBezTo>
                    <a:cubicBezTo>
                      <a:pt x="804" y="573"/>
                      <a:pt x="1018" y="530"/>
                      <a:pt x="1190" y="392"/>
                    </a:cubicBezTo>
                    <a:lnTo>
                      <a:pt x="108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35"/>
              <p:cNvSpPr/>
              <p:nvPr/>
            </p:nvSpPr>
            <p:spPr>
              <a:xfrm>
                <a:off x="3420100" y="1479200"/>
                <a:ext cx="38275" cy="52500"/>
              </a:xfrm>
              <a:custGeom>
                <a:avLst/>
                <a:gdLst/>
                <a:ahLst/>
                <a:cxnLst/>
                <a:rect l="l" t="t" r="r" b="b"/>
                <a:pathLst>
                  <a:path w="1531" h="2100" extrusionOk="0">
                    <a:moveTo>
                      <a:pt x="731" y="0"/>
                    </a:moveTo>
                    <a:cubicBezTo>
                      <a:pt x="401" y="0"/>
                      <a:pt x="0" y="120"/>
                      <a:pt x="0" y="120"/>
                    </a:cubicBezTo>
                    <a:cubicBezTo>
                      <a:pt x="0" y="120"/>
                      <a:pt x="294" y="1088"/>
                      <a:pt x="196" y="1574"/>
                    </a:cubicBezTo>
                    <a:cubicBezTo>
                      <a:pt x="95" y="2060"/>
                      <a:pt x="363" y="2095"/>
                      <a:pt x="486" y="2095"/>
                    </a:cubicBezTo>
                    <a:cubicBezTo>
                      <a:pt x="525" y="2095"/>
                      <a:pt x="624" y="2099"/>
                      <a:pt x="744" y="2099"/>
                    </a:cubicBezTo>
                    <a:cubicBezTo>
                      <a:pt x="1005" y="2099"/>
                      <a:pt x="1365" y="2077"/>
                      <a:pt x="1432" y="1937"/>
                    </a:cubicBezTo>
                    <a:cubicBezTo>
                      <a:pt x="1530" y="1732"/>
                      <a:pt x="1338" y="296"/>
                      <a:pt x="1082" y="88"/>
                    </a:cubicBezTo>
                    <a:cubicBezTo>
                      <a:pt x="1005" y="23"/>
                      <a:pt x="874" y="0"/>
                      <a:pt x="731" y="0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35"/>
              <p:cNvSpPr/>
              <p:nvPr/>
            </p:nvSpPr>
            <p:spPr>
              <a:xfrm>
                <a:off x="3329000" y="1528475"/>
                <a:ext cx="28250" cy="13700"/>
              </a:xfrm>
              <a:custGeom>
                <a:avLst/>
                <a:gdLst/>
                <a:ahLst/>
                <a:cxnLst/>
                <a:rect l="l" t="t" r="r" b="b"/>
                <a:pathLst>
                  <a:path w="1130" h="548" extrusionOk="0">
                    <a:moveTo>
                      <a:pt x="95" y="1"/>
                    </a:moveTo>
                    <a:lnTo>
                      <a:pt x="0" y="373"/>
                    </a:lnTo>
                    <a:cubicBezTo>
                      <a:pt x="163" y="506"/>
                      <a:pt x="368" y="547"/>
                      <a:pt x="558" y="547"/>
                    </a:cubicBezTo>
                    <a:cubicBezTo>
                      <a:pt x="862" y="547"/>
                      <a:pt x="1130" y="442"/>
                      <a:pt x="1130" y="442"/>
                    </a:cubicBezTo>
                    <a:lnTo>
                      <a:pt x="1019" y="48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35"/>
              <p:cNvSpPr/>
              <p:nvPr/>
            </p:nvSpPr>
            <p:spPr>
              <a:xfrm>
                <a:off x="3327275" y="1483650"/>
                <a:ext cx="36300" cy="49950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98" extrusionOk="0">
                    <a:moveTo>
                      <a:pt x="760" y="1"/>
                    </a:moveTo>
                    <a:cubicBezTo>
                      <a:pt x="623" y="1"/>
                      <a:pt x="498" y="22"/>
                      <a:pt x="423" y="84"/>
                    </a:cubicBezTo>
                    <a:cubicBezTo>
                      <a:pt x="177" y="282"/>
                      <a:pt x="0" y="1645"/>
                      <a:pt x="92" y="1841"/>
                    </a:cubicBezTo>
                    <a:cubicBezTo>
                      <a:pt x="156" y="1976"/>
                      <a:pt x="492" y="1997"/>
                      <a:pt x="738" y="1997"/>
                    </a:cubicBezTo>
                    <a:cubicBezTo>
                      <a:pt x="856" y="1997"/>
                      <a:pt x="953" y="1992"/>
                      <a:pt x="991" y="1992"/>
                    </a:cubicBezTo>
                    <a:cubicBezTo>
                      <a:pt x="1104" y="1992"/>
                      <a:pt x="1357" y="1958"/>
                      <a:pt x="1265" y="1494"/>
                    </a:cubicBezTo>
                    <a:cubicBezTo>
                      <a:pt x="1174" y="1033"/>
                      <a:pt x="1451" y="112"/>
                      <a:pt x="1451" y="112"/>
                    </a:cubicBezTo>
                    <a:cubicBezTo>
                      <a:pt x="1451" y="112"/>
                      <a:pt x="1073" y="1"/>
                      <a:pt x="760" y="1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35"/>
              <p:cNvSpPr/>
              <p:nvPr/>
            </p:nvSpPr>
            <p:spPr>
              <a:xfrm>
                <a:off x="3235450" y="1390200"/>
                <a:ext cx="115900" cy="188700"/>
              </a:xfrm>
              <a:custGeom>
                <a:avLst/>
                <a:gdLst/>
                <a:ahLst/>
                <a:cxnLst/>
                <a:rect l="l" t="t" r="r" b="b"/>
                <a:pathLst>
                  <a:path w="4636" h="7548" extrusionOk="0">
                    <a:moveTo>
                      <a:pt x="908" y="1"/>
                    </a:moveTo>
                    <a:cubicBezTo>
                      <a:pt x="905" y="1"/>
                      <a:pt x="903" y="1"/>
                      <a:pt x="900" y="1"/>
                    </a:cubicBezTo>
                    <a:cubicBezTo>
                      <a:pt x="1" y="506"/>
                      <a:pt x="124" y="1377"/>
                      <a:pt x="124" y="1377"/>
                    </a:cubicBezTo>
                    <a:cubicBezTo>
                      <a:pt x="124" y="1377"/>
                      <a:pt x="903" y="4614"/>
                      <a:pt x="1067" y="4882"/>
                    </a:cubicBezTo>
                    <a:cubicBezTo>
                      <a:pt x="1228" y="5147"/>
                      <a:pt x="4194" y="7547"/>
                      <a:pt x="4194" y="7547"/>
                    </a:cubicBezTo>
                    <a:lnTo>
                      <a:pt x="4635" y="7040"/>
                    </a:lnTo>
                    <a:cubicBezTo>
                      <a:pt x="4635" y="7040"/>
                      <a:pt x="2462" y="4850"/>
                      <a:pt x="2175" y="4330"/>
                    </a:cubicBezTo>
                    <a:cubicBezTo>
                      <a:pt x="2033" y="3093"/>
                      <a:pt x="1626" y="1257"/>
                      <a:pt x="1493" y="1121"/>
                    </a:cubicBezTo>
                    <a:cubicBezTo>
                      <a:pt x="1325" y="944"/>
                      <a:pt x="1066" y="1"/>
                      <a:pt x="908" y="1"/>
                    </a:cubicBez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35"/>
              <p:cNvSpPr/>
              <p:nvPr/>
            </p:nvSpPr>
            <p:spPr>
              <a:xfrm>
                <a:off x="3233875" y="1386050"/>
                <a:ext cx="46475" cy="53650"/>
              </a:xfrm>
              <a:custGeom>
                <a:avLst/>
                <a:gdLst/>
                <a:ahLst/>
                <a:cxnLst/>
                <a:rect l="l" t="t" r="r" b="b"/>
                <a:pathLst>
                  <a:path w="1859" h="2146" extrusionOk="0">
                    <a:moveTo>
                      <a:pt x="1152" y="0"/>
                    </a:moveTo>
                    <a:cubicBezTo>
                      <a:pt x="1152" y="0"/>
                      <a:pt x="364" y="410"/>
                      <a:pt x="184" y="808"/>
                    </a:cubicBezTo>
                    <a:cubicBezTo>
                      <a:pt x="1" y="1202"/>
                      <a:pt x="89" y="2095"/>
                      <a:pt x="89" y="2095"/>
                    </a:cubicBezTo>
                    <a:lnTo>
                      <a:pt x="1859" y="2145"/>
                    </a:lnTo>
                    <a:cubicBezTo>
                      <a:pt x="1856" y="2142"/>
                      <a:pt x="1638" y="312"/>
                      <a:pt x="1152" y="0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35"/>
              <p:cNvSpPr/>
              <p:nvPr/>
            </p:nvSpPr>
            <p:spPr>
              <a:xfrm>
                <a:off x="3236100" y="1438400"/>
                <a:ext cx="44975" cy="8700"/>
              </a:xfrm>
              <a:custGeom>
                <a:avLst/>
                <a:gdLst/>
                <a:ahLst/>
                <a:cxnLst/>
                <a:rect l="l" t="t" r="r" b="b"/>
                <a:pathLst>
                  <a:path w="1799" h="348" extrusionOk="0">
                    <a:moveTo>
                      <a:pt x="0" y="1"/>
                    </a:moveTo>
                    <a:lnTo>
                      <a:pt x="0" y="348"/>
                    </a:lnTo>
                    <a:lnTo>
                      <a:pt x="1798" y="348"/>
                    </a:lnTo>
                    <a:lnTo>
                      <a:pt x="1767" y="4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35"/>
              <p:cNvSpPr/>
              <p:nvPr/>
            </p:nvSpPr>
            <p:spPr>
              <a:xfrm>
                <a:off x="3366775" y="1417975"/>
                <a:ext cx="16425" cy="14950"/>
              </a:xfrm>
              <a:custGeom>
                <a:avLst/>
                <a:gdLst/>
                <a:ahLst/>
                <a:cxnLst/>
                <a:rect l="l" t="t" r="r" b="b"/>
                <a:pathLst>
                  <a:path w="657" h="598" extrusionOk="0">
                    <a:moveTo>
                      <a:pt x="549" y="1"/>
                    </a:moveTo>
                    <a:lnTo>
                      <a:pt x="26" y="329"/>
                    </a:lnTo>
                    <a:lnTo>
                      <a:pt x="1" y="597"/>
                    </a:lnTo>
                    <a:lnTo>
                      <a:pt x="657" y="316"/>
                    </a:lnTo>
                    <a:lnTo>
                      <a:pt x="54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35"/>
              <p:cNvSpPr/>
              <p:nvPr/>
            </p:nvSpPr>
            <p:spPr>
              <a:xfrm>
                <a:off x="3335225" y="1562975"/>
                <a:ext cx="46650" cy="27925"/>
              </a:xfrm>
              <a:custGeom>
                <a:avLst/>
                <a:gdLst/>
                <a:ahLst/>
                <a:cxnLst/>
                <a:rect l="l" t="t" r="r" b="b"/>
                <a:pathLst>
                  <a:path w="1866" h="1117" extrusionOk="0">
                    <a:moveTo>
                      <a:pt x="802" y="1"/>
                    </a:moveTo>
                    <a:cubicBezTo>
                      <a:pt x="665" y="1"/>
                      <a:pt x="534" y="24"/>
                      <a:pt x="534" y="24"/>
                    </a:cubicBezTo>
                    <a:cubicBezTo>
                      <a:pt x="534" y="24"/>
                      <a:pt x="1" y="223"/>
                      <a:pt x="124" y="520"/>
                    </a:cubicBezTo>
                    <a:cubicBezTo>
                      <a:pt x="250" y="813"/>
                      <a:pt x="386" y="905"/>
                      <a:pt x="720" y="1047"/>
                    </a:cubicBezTo>
                    <a:cubicBezTo>
                      <a:pt x="845" y="1100"/>
                      <a:pt x="930" y="1117"/>
                      <a:pt x="987" y="1117"/>
                    </a:cubicBezTo>
                    <a:cubicBezTo>
                      <a:pt x="1084" y="1117"/>
                      <a:pt x="1103" y="1068"/>
                      <a:pt x="1105" y="1056"/>
                    </a:cubicBezTo>
                    <a:cubicBezTo>
                      <a:pt x="1107" y="1041"/>
                      <a:pt x="1020" y="1010"/>
                      <a:pt x="966" y="993"/>
                    </a:cubicBezTo>
                    <a:lnTo>
                      <a:pt x="966" y="993"/>
                    </a:lnTo>
                    <a:cubicBezTo>
                      <a:pt x="992" y="999"/>
                      <a:pt x="1034" y="1008"/>
                      <a:pt x="1102" y="1018"/>
                    </a:cubicBezTo>
                    <a:cubicBezTo>
                      <a:pt x="1123" y="1022"/>
                      <a:pt x="1143" y="1023"/>
                      <a:pt x="1163" y="1023"/>
                    </a:cubicBezTo>
                    <a:cubicBezTo>
                      <a:pt x="1289" y="1023"/>
                      <a:pt x="1369" y="958"/>
                      <a:pt x="1341" y="914"/>
                    </a:cubicBezTo>
                    <a:cubicBezTo>
                      <a:pt x="1310" y="889"/>
                      <a:pt x="1075" y="852"/>
                      <a:pt x="1067" y="851"/>
                    </a:cubicBezTo>
                    <a:lnTo>
                      <a:pt x="1067" y="851"/>
                    </a:lnTo>
                    <a:cubicBezTo>
                      <a:pt x="1073" y="852"/>
                      <a:pt x="1216" y="874"/>
                      <a:pt x="1333" y="874"/>
                    </a:cubicBezTo>
                    <a:cubicBezTo>
                      <a:pt x="1360" y="874"/>
                      <a:pt x="1385" y="873"/>
                      <a:pt x="1408" y="870"/>
                    </a:cubicBezTo>
                    <a:cubicBezTo>
                      <a:pt x="1562" y="851"/>
                      <a:pt x="1641" y="756"/>
                      <a:pt x="1622" y="725"/>
                    </a:cubicBezTo>
                    <a:cubicBezTo>
                      <a:pt x="1619" y="701"/>
                      <a:pt x="1578" y="695"/>
                      <a:pt x="1535" y="695"/>
                    </a:cubicBezTo>
                    <a:cubicBezTo>
                      <a:pt x="1504" y="695"/>
                      <a:pt x="1472" y="698"/>
                      <a:pt x="1452" y="700"/>
                    </a:cubicBezTo>
                    <a:cubicBezTo>
                      <a:pt x="1405" y="700"/>
                      <a:pt x="1234" y="703"/>
                      <a:pt x="1234" y="703"/>
                    </a:cubicBezTo>
                    <a:cubicBezTo>
                      <a:pt x="1865" y="681"/>
                      <a:pt x="1818" y="504"/>
                      <a:pt x="1796" y="460"/>
                    </a:cubicBezTo>
                    <a:lnTo>
                      <a:pt x="1796" y="460"/>
                    </a:lnTo>
                    <a:cubicBezTo>
                      <a:pt x="1796" y="460"/>
                      <a:pt x="1371" y="492"/>
                      <a:pt x="1251" y="492"/>
                    </a:cubicBezTo>
                    <a:cubicBezTo>
                      <a:pt x="1241" y="492"/>
                      <a:pt x="1233" y="492"/>
                      <a:pt x="1228" y="491"/>
                    </a:cubicBezTo>
                    <a:cubicBezTo>
                      <a:pt x="1181" y="488"/>
                      <a:pt x="1001" y="419"/>
                      <a:pt x="922" y="356"/>
                    </a:cubicBezTo>
                    <a:cubicBezTo>
                      <a:pt x="884" y="324"/>
                      <a:pt x="916" y="267"/>
                      <a:pt x="916" y="267"/>
                    </a:cubicBezTo>
                    <a:lnTo>
                      <a:pt x="916" y="267"/>
                    </a:lnTo>
                    <a:cubicBezTo>
                      <a:pt x="1079" y="312"/>
                      <a:pt x="1192" y="329"/>
                      <a:pt x="1267" y="329"/>
                    </a:cubicBezTo>
                    <a:cubicBezTo>
                      <a:pt x="1356" y="329"/>
                      <a:pt x="1392" y="305"/>
                      <a:pt x="1395" y="274"/>
                    </a:cubicBezTo>
                    <a:cubicBezTo>
                      <a:pt x="1401" y="188"/>
                      <a:pt x="1136" y="62"/>
                      <a:pt x="1035" y="40"/>
                    </a:cubicBezTo>
                    <a:cubicBezTo>
                      <a:pt x="976" y="10"/>
                      <a:pt x="888" y="1"/>
                      <a:pt x="802" y="1"/>
                    </a:cubicBez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35"/>
              <p:cNvSpPr/>
              <p:nvPr/>
            </p:nvSpPr>
            <p:spPr>
              <a:xfrm>
                <a:off x="3244600" y="1252375"/>
                <a:ext cx="109900" cy="138425"/>
              </a:xfrm>
              <a:custGeom>
                <a:avLst/>
                <a:gdLst/>
                <a:ahLst/>
                <a:cxnLst/>
                <a:rect l="l" t="t" r="r" b="b"/>
                <a:pathLst>
                  <a:path w="4396" h="5537" extrusionOk="0">
                    <a:moveTo>
                      <a:pt x="2606" y="1"/>
                    </a:moveTo>
                    <a:cubicBezTo>
                      <a:pt x="2576" y="1"/>
                      <a:pt x="2545" y="2"/>
                      <a:pt x="2515" y="3"/>
                    </a:cubicBezTo>
                    <a:cubicBezTo>
                      <a:pt x="2515" y="3"/>
                      <a:pt x="2506" y="2"/>
                      <a:pt x="2488" y="2"/>
                    </a:cubicBezTo>
                    <a:cubicBezTo>
                      <a:pt x="2316" y="2"/>
                      <a:pt x="1380" y="59"/>
                      <a:pt x="726" y="1259"/>
                    </a:cubicBezTo>
                    <a:cubicBezTo>
                      <a:pt x="1" y="2587"/>
                      <a:pt x="843" y="4924"/>
                      <a:pt x="370" y="5505"/>
                    </a:cubicBezTo>
                    <a:cubicBezTo>
                      <a:pt x="370" y="5505"/>
                      <a:pt x="538" y="5537"/>
                      <a:pt x="773" y="5537"/>
                    </a:cubicBezTo>
                    <a:cubicBezTo>
                      <a:pt x="1235" y="5537"/>
                      <a:pt x="1955" y="5414"/>
                      <a:pt x="2174" y="4685"/>
                    </a:cubicBezTo>
                    <a:cubicBezTo>
                      <a:pt x="2357" y="3991"/>
                      <a:pt x="1641" y="2965"/>
                      <a:pt x="1805" y="2196"/>
                    </a:cubicBezTo>
                    <a:cubicBezTo>
                      <a:pt x="1952" y="1498"/>
                      <a:pt x="2341" y="1467"/>
                      <a:pt x="2410" y="1467"/>
                    </a:cubicBezTo>
                    <a:cubicBezTo>
                      <a:pt x="2417" y="1467"/>
                      <a:pt x="2421" y="1467"/>
                      <a:pt x="2421" y="1467"/>
                    </a:cubicBezTo>
                    <a:lnTo>
                      <a:pt x="3673" y="1293"/>
                    </a:lnTo>
                    <a:lnTo>
                      <a:pt x="3938" y="1546"/>
                    </a:lnTo>
                    <a:cubicBezTo>
                      <a:pt x="3938" y="1546"/>
                      <a:pt x="4395" y="1366"/>
                      <a:pt x="3951" y="691"/>
                    </a:cubicBezTo>
                    <a:cubicBezTo>
                      <a:pt x="3629" y="200"/>
                      <a:pt x="3106" y="1"/>
                      <a:pt x="2606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35"/>
              <p:cNvSpPr/>
              <p:nvPr/>
            </p:nvSpPr>
            <p:spPr>
              <a:xfrm>
                <a:off x="3273625" y="1306475"/>
                <a:ext cx="16275" cy="5925"/>
              </a:xfrm>
              <a:custGeom>
                <a:avLst/>
                <a:gdLst/>
                <a:ahLst/>
                <a:cxnLst/>
                <a:rect l="l" t="t" r="r" b="b"/>
                <a:pathLst>
                  <a:path w="651" h="237" extrusionOk="0">
                    <a:moveTo>
                      <a:pt x="32" y="0"/>
                    </a:moveTo>
                    <a:lnTo>
                      <a:pt x="1" y="192"/>
                    </a:lnTo>
                    <a:lnTo>
                      <a:pt x="648" y="237"/>
                    </a:lnTo>
                    <a:lnTo>
                      <a:pt x="651" y="114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35"/>
              <p:cNvSpPr/>
              <p:nvPr/>
            </p:nvSpPr>
            <p:spPr>
              <a:xfrm>
                <a:off x="3274575" y="1298725"/>
                <a:ext cx="16425" cy="8150"/>
              </a:xfrm>
              <a:custGeom>
                <a:avLst/>
                <a:gdLst/>
                <a:ahLst/>
                <a:cxnLst/>
                <a:rect l="l" t="t" r="r" b="b"/>
                <a:pathLst>
                  <a:path w="657" h="326" extrusionOk="0">
                    <a:moveTo>
                      <a:pt x="61" y="1"/>
                    </a:moveTo>
                    <a:lnTo>
                      <a:pt x="1" y="184"/>
                    </a:lnTo>
                    <a:lnTo>
                      <a:pt x="632" y="326"/>
                    </a:lnTo>
                    <a:lnTo>
                      <a:pt x="657" y="209"/>
                    </a:lnTo>
                    <a:lnTo>
                      <a:pt x="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Google Shape;777;p35"/>
              <p:cNvSpPr/>
              <p:nvPr/>
            </p:nvSpPr>
            <p:spPr>
              <a:xfrm>
                <a:off x="3343975" y="1818550"/>
                <a:ext cx="7930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172" h="1143" extrusionOk="0">
                    <a:moveTo>
                      <a:pt x="1193" y="1"/>
                    </a:moveTo>
                    <a:cubicBezTo>
                      <a:pt x="1193" y="1"/>
                      <a:pt x="1055" y="278"/>
                      <a:pt x="796" y="376"/>
                    </a:cubicBezTo>
                    <a:cubicBezTo>
                      <a:pt x="675" y="433"/>
                      <a:pt x="528" y="449"/>
                      <a:pt x="402" y="449"/>
                    </a:cubicBezTo>
                    <a:cubicBezTo>
                      <a:pt x="252" y="449"/>
                      <a:pt x="133" y="427"/>
                      <a:pt x="133" y="427"/>
                    </a:cubicBezTo>
                    <a:lnTo>
                      <a:pt x="1" y="1143"/>
                    </a:lnTo>
                    <a:lnTo>
                      <a:pt x="3077" y="1143"/>
                    </a:lnTo>
                    <a:cubicBezTo>
                      <a:pt x="3171" y="818"/>
                      <a:pt x="2660" y="644"/>
                      <a:pt x="2203" y="446"/>
                    </a:cubicBezTo>
                    <a:lnTo>
                      <a:pt x="2200" y="446"/>
                    </a:lnTo>
                    <a:cubicBezTo>
                      <a:pt x="1698" y="234"/>
                      <a:pt x="1193" y="1"/>
                      <a:pt x="1193" y="1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35"/>
              <p:cNvSpPr/>
              <p:nvPr/>
            </p:nvSpPr>
            <p:spPr>
              <a:xfrm>
                <a:off x="3391225" y="1829600"/>
                <a:ext cx="32050" cy="17525"/>
              </a:xfrm>
              <a:custGeom>
                <a:avLst/>
                <a:gdLst/>
                <a:ahLst/>
                <a:cxnLst/>
                <a:rect l="l" t="t" r="r" b="b"/>
                <a:pathLst>
                  <a:path w="1282" h="701" extrusionOk="0">
                    <a:moveTo>
                      <a:pt x="310" y="0"/>
                    </a:moveTo>
                    <a:cubicBezTo>
                      <a:pt x="67" y="269"/>
                      <a:pt x="1" y="660"/>
                      <a:pt x="1" y="660"/>
                    </a:cubicBezTo>
                    <a:lnTo>
                      <a:pt x="51" y="701"/>
                    </a:lnTo>
                    <a:lnTo>
                      <a:pt x="1187" y="701"/>
                    </a:lnTo>
                    <a:cubicBezTo>
                      <a:pt x="1281" y="376"/>
                      <a:pt x="770" y="202"/>
                      <a:pt x="313" y="0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35"/>
              <p:cNvSpPr/>
              <p:nvPr/>
            </p:nvSpPr>
            <p:spPr>
              <a:xfrm>
                <a:off x="3343975" y="1829200"/>
                <a:ext cx="14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598" h="717" extrusionOk="0">
                    <a:moveTo>
                      <a:pt x="133" y="1"/>
                    </a:moveTo>
                    <a:lnTo>
                      <a:pt x="1" y="717"/>
                    </a:lnTo>
                    <a:lnTo>
                      <a:pt x="597" y="717"/>
                    </a:lnTo>
                    <a:cubicBezTo>
                      <a:pt x="575" y="338"/>
                      <a:pt x="301" y="108"/>
                      <a:pt x="133" y="1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35"/>
              <p:cNvSpPr/>
              <p:nvPr/>
            </p:nvSpPr>
            <p:spPr>
              <a:xfrm>
                <a:off x="3343975" y="1846000"/>
                <a:ext cx="77175" cy="7350"/>
              </a:xfrm>
              <a:custGeom>
                <a:avLst/>
                <a:gdLst/>
                <a:ahLst/>
                <a:cxnLst/>
                <a:rect l="l" t="t" r="r" b="b"/>
                <a:pathLst>
                  <a:path w="3087" h="294" extrusionOk="0">
                    <a:moveTo>
                      <a:pt x="1" y="1"/>
                    </a:moveTo>
                    <a:lnTo>
                      <a:pt x="1" y="294"/>
                    </a:lnTo>
                    <a:lnTo>
                      <a:pt x="3086" y="294"/>
                    </a:lnTo>
                    <a:lnTo>
                      <a:pt x="308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35"/>
              <p:cNvSpPr/>
              <p:nvPr/>
            </p:nvSpPr>
            <p:spPr>
              <a:xfrm>
                <a:off x="3172200" y="1774950"/>
                <a:ext cx="50200" cy="71550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2862" extrusionOk="0">
                    <a:moveTo>
                      <a:pt x="673" y="0"/>
                    </a:moveTo>
                    <a:lnTo>
                      <a:pt x="1" y="284"/>
                    </a:lnTo>
                    <a:lnTo>
                      <a:pt x="1679" y="2861"/>
                    </a:lnTo>
                    <a:cubicBezTo>
                      <a:pt x="2007" y="2757"/>
                      <a:pt x="1872" y="2234"/>
                      <a:pt x="1780" y="1745"/>
                    </a:cubicBezTo>
                    <a:lnTo>
                      <a:pt x="1780" y="1742"/>
                    </a:lnTo>
                    <a:cubicBezTo>
                      <a:pt x="1685" y="1208"/>
                      <a:pt x="1603" y="656"/>
                      <a:pt x="1603" y="656"/>
                    </a:cubicBezTo>
                    <a:cubicBezTo>
                      <a:pt x="1603" y="656"/>
                      <a:pt x="1574" y="660"/>
                      <a:pt x="1526" y="660"/>
                    </a:cubicBezTo>
                    <a:cubicBezTo>
                      <a:pt x="1421" y="660"/>
                      <a:pt x="1229" y="642"/>
                      <a:pt x="1077" y="527"/>
                    </a:cubicBezTo>
                    <a:cubicBezTo>
                      <a:pt x="827" y="376"/>
                      <a:pt x="673" y="0"/>
                      <a:pt x="673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35"/>
              <p:cNvSpPr/>
              <p:nvPr/>
            </p:nvSpPr>
            <p:spPr>
              <a:xfrm>
                <a:off x="3198700" y="1818175"/>
                <a:ext cx="23700" cy="28325"/>
              </a:xfrm>
              <a:custGeom>
                <a:avLst/>
                <a:gdLst/>
                <a:ahLst/>
                <a:cxnLst/>
                <a:rect l="l" t="t" r="r" b="b"/>
                <a:pathLst>
                  <a:path w="948" h="1133" extrusionOk="0">
                    <a:moveTo>
                      <a:pt x="559" y="0"/>
                    </a:moveTo>
                    <a:cubicBezTo>
                      <a:pt x="265" y="0"/>
                      <a:pt x="4" y="113"/>
                      <a:pt x="4" y="113"/>
                    </a:cubicBezTo>
                    <a:lnTo>
                      <a:pt x="1" y="180"/>
                    </a:lnTo>
                    <a:lnTo>
                      <a:pt x="619" y="1132"/>
                    </a:lnTo>
                    <a:cubicBezTo>
                      <a:pt x="947" y="1028"/>
                      <a:pt x="812" y="505"/>
                      <a:pt x="720" y="16"/>
                    </a:cubicBezTo>
                    <a:lnTo>
                      <a:pt x="720" y="13"/>
                    </a:lnTo>
                    <a:cubicBezTo>
                      <a:pt x="666" y="4"/>
                      <a:pt x="612" y="0"/>
                      <a:pt x="559" y="0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783;p35"/>
              <p:cNvSpPr/>
              <p:nvPr/>
            </p:nvSpPr>
            <p:spPr>
              <a:xfrm>
                <a:off x="3172300" y="1774950"/>
                <a:ext cx="16900" cy="19575"/>
              </a:xfrm>
              <a:custGeom>
                <a:avLst/>
                <a:gdLst/>
                <a:ahLst/>
                <a:cxnLst/>
                <a:rect l="l" t="t" r="r" b="b"/>
                <a:pathLst>
                  <a:path w="676" h="783" extrusionOk="0">
                    <a:moveTo>
                      <a:pt x="675" y="0"/>
                    </a:moveTo>
                    <a:lnTo>
                      <a:pt x="0" y="284"/>
                    </a:lnTo>
                    <a:lnTo>
                      <a:pt x="322" y="783"/>
                    </a:lnTo>
                    <a:cubicBezTo>
                      <a:pt x="628" y="552"/>
                      <a:pt x="669" y="199"/>
                      <a:pt x="675" y="0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35"/>
              <p:cNvSpPr/>
              <p:nvPr/>
            </p:nvSpPr>
            <p:spPr>
              <a:xfrm>
                <a:off x="3167000" y="1781475"/>
                <a:ext cx="48300" cy="68575"/>
              </a:xfrm>
              <a:custGeom>
                <a:avLst/>
                <a:gdLst/>
                <a:ahLst/>
                <a:cxnLst/>
                <a:rect l="l" t="t" r="r" b="b"/>
                <a:pathLst>
                  <a:path w="1932" h="2743" extrusionOk="0">
                    <a:moveTo>
                      <a:pt x="247" y="1"/>
                    </a:moveTo>
                    <a:lnTo>
                      <a:pt x="1" y="159"/>
                    </a:lnTo>
                    <a:lnTo>
                      <a:pt x="1685" y="2742"/>
                    </a:lnTo>
                    <a:lnTo>
                      <a:pt x="1931" y="2582"/>
                    </a:lnTo>
                    <a:lnTo>
                      <a:pt x="24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35"/>
              <p:cNvSpPr/>
              <p:nvPr/>
            </p:nvSpPr>
            <p:spPr>
              <a:xfrm>
                <a:off x="3325850" y="1443625"/>
                <a:ext cx="95850" cy="33550"/>
              </a:xfrm>
              <a:custGeom>
                <a:avLst/>
                <a:gdLst/>
                <a:ahLst/>
                <a:cxnLst/>
                <a:rect l="l" t="t" r="r" b="b"/>
                <a:pathLst>
                  <a:path w="3834" h="1342" extrusionOk="0">
                    <a:moveTo>
                      <a:pt x="3833" y="0"/>
                    </a:moveTo>
                    <a:cubicBezTo>
                      <a:pt x="3833" y="0"/>
                      <a:pt x="3108" y="16"/>
                      <a:pt x="2199" y="123"/>
                    </a:cubicBezTo>
                    <a:cubicBezTo>
                      <a:pt x="1287" y="227"/>
                      <a:pt x="171" y="653"/>
                      <a:pt x="89" y="836"/>
                    </a:cubicBezTo>
                    <a:cubicBezTo>
                      <a:pt x="8" y="1005"/>
                      <a:pt x="1" y="1342"/>
                      <a:pt x="767" y="1342"/>
                    </a:cubicBezTo>
                    <a:cubicBezTo>
                      <a:pt x="844" y="1342"/>
                      <a:pt x="927" y="1339"/>
                      <a:pt x="1019" y="1331"/>
                    </a:cubicBezTo>
                    <a:cubicBezTo>
                      <a:pt x="2035" y="1259"/>
                      <a:pt x="3685" y="158"/>
                      <a:pt x="3685" y="158"/>
                    </a:cubicBezTo>
                    <a:lnTo>
                      <a:pt x="3833" y="0"/>
                    </a:ln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35"/>
              <p:cNvSpPr/>
              <p:nvPr/>
            </p:nvSpPr>
            <p:spPr>
              <a:xfrm>
                <a:off x="3343375" y="1443275"/>
                <a:ext cx="92800" cy="33675"/>
              </a:xfrm>
              <a:custGeom>
                <a:avLst/>
                <a:gdLst/>
                <a:ahLst/>
                <a:cxnLst/>
                <a:rect l="l" t="t" r="r" b="b"/>
                <a:pathLst>
                  <a:path w="3712" h="1347" extrusionOk="0">
                    <a:moveTo>
                      <a:pt x="3078" y="1"/>
                    </a:moveTo>
                    <a:cubicBezTo>
                      <a:pt x="2683" y="1"/>
                      <a:pt x="384" y="668"/>
                      <a:pt x="195" y="853"/>
                    </a:cubicBezTo>
                    <a:cubicBezTo>
                      <a:pt x="0" y="1048"/>
                      <a:pt x="105" y="1347"/>
                      <a:pt x="338" y="1347"/>
                    </a:cubicBezTo>
                    <a:cubicBezTo>
                      <a:pt x="346" y="1347"/>
                      <a:pt x="354" y="1346"/>
                      <a:pt x="362" y="1345"/>
                    </a:cubicBezTo>
                    <a:cubicBezTo>
                      <a:pt x="608" y="1326"/>
                      <a:pt x="3315" y="1008"/>
                      <a:pt x="3523" y="872"/>
                    </a:cubicBezTo>
                    <a:cubicBezTo>
                      <a:pt x="3711" y="741"/>
                      <a:pt x="3595" y="469"/>
                      <a:pt x="3411" y="469"/>
                    </a:cubicBezTo>
                    <a:cubicBezTo>
                      <a:pt x="3400" y="469"/>
                      <a:pt x="3389" y="470"/>
                      <a:pt x="3378" y="472"/>
                    </a:cubicBezTo>
                    <a:lnTo>
                      <a:pt x="3217" y="475"/>
                    </a:lnTo>
                    <a:cubicBezTo>
                      <a:pt x="3148" y="478"/>
                      <a:pt x="3094" y="478"/>
                      <a:pt x="3094" y="478"/>
                    </a:cubicBezTo>
                    <a:cubicBezTo>
                      <a:pt x="3094" y="478"/>
                      <a:pt x="3129" y="399"/>
                      <a:pt x="3154" y="304"/>
                    </a:cubicBezTo>
                    <a:cubicBezTo>
                      <a:pt x="3180" y="194"/>
                      <a:pt x="3192" y="65"/>
                      <a:pt x="3132" y="11"/>
                    </a:cubicBezTo>
                    <a:cubicBezTo>
                      <a:pt x="3125" y="4"/>
                      <a:pt x="3106" y="1"/>
                      <a:pt x="3078" y="1"/>
                    </a:cubicBez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35"/>
              <p:cNvSpPr/>
              <p:nvPr/>
            </p:nvSpPr>
            <p:spPr>
              <a:xfrm>
                <a:off x="3358975" y="1450950"/>
                <a:ext cx="64775" cy="18025"/>
              </a:xfrm>
              <a:custGeom>
                <a:avLst/>
                <a:gdLst/>
                <a:ahLst/>
                <a:cxnLst/>
                <a:rect l="l" t="t" r="r" b="b"/>
                <a:pathLst>
                  <a:path w="2591" h="721" extrusionOk="0">
                    <a:moveTo>
                      <a:pt x="2524" y="0"/>
                    </a:moveTo>
                    <a:cubicBezTo>
                      <a:pt x="2524" y="1"/>
                      <a:pt x="0" y="496"/>
                      <a:pt x="57" y="701"/>
                    </a:cubicBezTo>
                    <a:cubicBezTo>
                      <a:pt x="58" y="714"/>
                      <a:pt x="81" y="720"/>
                      <a:pt x="123" y="720"/>
                    </a:cubicBezTo>
                    <a:cubicBezTo>
                      <a:pt x="521" y="720"/>
                      <a:pt x="2590" y="168"/>
                      <a:pt x="2590" y="168"/>
                    </a:cubicBezTo>
                    <a:lnTo>
                      <a:pt x="2590" y="168"/>
                    </a:lnTo>
                    <a:cubicBezTo>
                      <a:pt x="2524" y="171"/>
                      <a:pt x="2464" y="174"/>
                      <a:pt x="2464" y="174"/>
                    </a:cubicBezTo>
                    <a:cubicBezTo>
                      <a:pt x="2464" y="174"/>
                      <a:pt x="2502" y="95"/>
                      <a:pt x="2524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35"/>
              <p:cNvSpPr/>
              <p:nvPr/>
            </p:nvSpPr>
            <p:spPr>
              <a:xfrm>
                <a:off x="3337900" y="1430725"/>
                <a:ext cx="86400" cy="25150"/>
              </a:xfrm>
              <a:custGeom>
                <a:avLst/>
                <a:gdLst/>
                <a:ahLst/>
                <a:cxnLst/>
                <a:rect l="l" t="t" r="r" b="b"/>
                <a:pathLst>
                  <a:path w="3456" h="1006" extrusionOk="0">
                    <a:moveTo>
                      <a:pt x="2742" y="0"/>
                    </a:moveTo>
                    <a:cubicBezTo>
                      <a:pt x="2527" y="0"/>
                      <a:pt x="2277" y="4"/>
                      <a:pt x="2007" y="14"/>
                    </a:cubicBezTo>
                    <a:cubicBezTo>
                      <a:pt x="1200" y="46"/>
                      <a:pt x="193" y="346"/>
                      <a:pt x="108" y="503"/>
                    </a:cubicBezTo>
                    <a:cubicBezTo>
                      <a:pt x="20" y="661"/>
                      <a:pt x="1" y="1005"/>
                      <a:pt x="900" y="1005"/>
                    </a:cubicBezTo>
                    <a:cubicBezTo>
                      <a:pt x="1799" y="1005"/>
                      <a:pt x="3313" y="147"/>
                      <a:pt x="3313" y="147"/>
                    </a:cubicBezTo>
                    <a:lnTo>
                      <a:pt x="3455" y="14"/>
                    </a:lnTo>
                    <a:cubicBezTo>
                      <a:pt x="3455" y="14"/>
                      <a:pt x="3171" y="0"/>
                      <a:pt x="2742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35"/>
              <p:cNvSpPr/>
              <p:nvPr/>
            </p:nvSpPr>
            <p:spPr>
              <a:xfrm>
                <a:off x="3353800" y="1430825"/>
                <a:ext cx="8207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3283" h="1005" extrusionOk="0">
                    <a:moveTo>
                      <a:pt x="2742" y="1"/>
                    </a:moveTo>
                    <a:cubicBezTo>
                      <a:pt x="2319" y="1"/>
                      <a:pt x="357" y="413"/>
                      <a:pt x="185" y="563"/>
                    </a:cubicBezTo>
                    <a:cubicBezTo>
                      <a:pt x="0" y="726"/>
                      <a:pt x="80" y="1004"/>
                      <a:pt x="295" y="1004"/>
                    </a:cubicBezTo>
                    <a:cubicBezTo>
                      <a:pt x="296" y="1004"/>
                      <a:pt x="298" y="1004"/>
                      <a:pt x="299" y="1004"/>
                    </a:cubicBezTo>
                    <a:cubicBezTo>
                      <a:pt x="516" y="1001"/>
                      <a:pt x="2914" y="897"/>
                      <a:pt x="3106" y="796"/>
                    </a:cubicBezTo>
                    <a:cubicBezTo>
                      <a:pt x="3282" y="687"/>
                      <a:pt x="3193" y="435"/>
                      <a:pt x="3026" y="435"/>
                    </a:cubicBezTo>
                    <a:cubicBezTo>
                      <a:pt x="3019" y="435"/>
                      <a:pt x="3013" y="436"/>
                      <a:pt x="3005" y="436"/>
                    </a:cubicBezTo>
                    <a:lnTo>
                      <a:pt x="2864" y="430"/>
                    </a:lnTo>
                    <a:cubicBezTo>
                      <a:pt x="2800" y="430"/>
                      <a:pt x="2753" y="424"/>
                      <a:pt x="2753" y="424"/>
                    </a:cubicBezTo>
                    <a:cubicBezTo>
                      <a:pt x="2753" y="424"/>
                      <a:pt x="2788" y="358"/>
                      <a:pt x="2816" y="275"/>
                    </a:cubicBezTo>
                    <a:cubicBezTo>
                      <a:pt x="2848" y="181"/>
                      <a:pt x="2867" y="70"/>
                      <a:pt x="2819" y="14"/>
                    </a:cubicBezTo>
                    <a:cubicBezTo>
                      <a:pt x="2811" y="5"/>
                      <a:pt x="2784" y="1"/>
                      <a:pt x="2742" y="1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Google Shape;790;p35"/>
              <p:cNvSpPr/>
              <p:nvPr/>
            </p:nvSpPr>
            <p:spPr>
              <a:xfrm>
                <a:off x="3368675" y="1437625"/>
                <a:ext cx="56725" cy="12525"/>
              </a:xfrm>
              <a:custGeom>
                <a:avLst/>
                <a:gdLst/>
                <a:ahLst/>
                <a:cxnLst/>
                <a:rect l="l" t="t" r="r" b="b"/>
                <a:pathLst>
                  <a:path w="2269" h="501" extrusionOk="0">
                    <a:moveTo>
                      <a:pt x="2221" y="0"/>
                    </a:moveTo>
                    <a:cubicBezTo>
                      <a:pt x="2221" y="0"/>
                      <a:pt x="0" y="284"/>
                      <a:pt x="3" y="451"/>
                    </a:cubicBezTo>
                    <a:cubicBezTo>
                      <a:pt x="11" y="486"/>
                      <a:pt x="80" y="500"/>
                      <a:pt x="191" y="500"/>
                    </a:cubicBezTo>
                    <a:cubicBezTo>
                      <a:pt x="734" y="500"/>
                      <a:pt x="2269" y="152"/>
                      <a:pt x="2269" y="152"/>
                    </a:cubicBezTo>
                    <a:cubicBezTo>
                      <a:pt x="2209" y="149"/>
                      <a:pt x="2158" y="149"/>
                      <a:pt x="2158" y="149"/>
                    </a:cubicBezTo>
                    <a:cubicBezTo>
                      <a:pt x="2158" y="149"/>
                      <a:pt x="2193" y="82"/>
                      <a:pt x="2221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1" name="Google Shape;791;p35"/>
            <p:cNvGrpSpPr/>
            <p:nvPr/>
          </p:nvGrpSpPr>
          <p:grpSpPr>
            <a:xfrm>
              <a:off x="1536984" y="1080254"/>
              <a:ext cx="926082" cy="2885948"/>
              <a:chOff x="4972600" y="2060300"/>
              <a:chExt cx="193575" cy="603250"/>
            </a:xfrm>
          </p:grpSpPr>
          <p:sp>
            <p:nvSpPr>
              <p:cNvPr id="792" name="Google Shape;792;p35"/>
              <p:cNvSpPr/>
              <p:nvPr/>
            </p:nvSpPr>
            <p:spPr>
              <a:xfrm>
                <a:off x="4972600" y="2611500"/>
                <a:ext cx="50675" cy="52050"/>
              </a:xfrm>
              <a:custGeom>
                <a:avLst/>
                <a:gdLst/>
                <a:ahLst/>
                <a:cxnLst/>
                <a:rect l="l" t="t" r="r" b="b"/>
                <a:pathLst>
                  <a:path w="2027" h="2082" extrusionOk="0">
                    <a:moveTo>
                      <a:pt x="537" y="0"/>
                    </a:moveTo>
                    <a:cubicBezTo>
                      <a:pt x="537" y="0"/>
                      <a:pt x="190" y="1193"/>
                      <a:pt x="95" y="1414"/>
                    </a:cubicBezTo>
                    <a:cubicBezTo>
                      <a:pt x="1" y="1635"/>
                      <a:pt x="10" y="1934"/>
                      <a:pt x="159" y="2023"/>
                    </a:cubicBezTo>
                    <a:cubicBezTo>
                      <a:pt x="238" y="2067"/>
                      <a:pt x="593" y="2081"/>
                      <a:pt x="940" y="2081"/>
                    </a:cubicBezTo>
                    <a:cubicBezTo>
                      <a:pt x="1257" y="2081"/>
                      <a:pt x="1566" y="2069"/>
                      <a:pt x="1648" y="2057"/>
                    </a:cubicBezTo>
                    <a:cubicBezTo>
                      <a:pt x="1818" y="2038"/>
                      <a:pt x="2026" y="2023"/>
                      <a:pt x="1973" y="1688"/>
                    </a:cubicBezTo>
                    <a:cubicBezTo>
                      <a:pt x="1922" y="1351"/>
                      <a:pt x="1884" y="142"/>
                      <a:pt x="1872" y="82"/>
                    </a:cubicBezTo>
                    <a:cubicBezTo>
                      <a:pt x="1859" y="19"/>
                      <a:pt x="537" y="0"/>
                      <a:pt x="537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35"/>
              <p:cNvSpPr/>
              <p:nvPr/>
            </p:nvSpPr>
            <p:spPr>
              <a:xfrm>
                <a:off x="5058575" y="2612525"/>
                <a:ext cx="31100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001" extrusionOk="0">
                    <a:moveTo>
                      <a:pt x="0" y="0"/>
                    </a:moveTo>
                    <a:lnTo>
                      <a:pt x="0" y="1000"/>
                    </a:lnTo>
                    <a:lnTo>
                      <a:pt x="1243" y="1000"/>
                    </a:lnTo>
                    <a:lnTo>
                      <a:pt x="1174" y="0"/>
                    </a:lnTo>
                    <a:close/>
                  </a:path>
                </a:pathLst>
              </a:custGeom>
              <a:solidFill>
                <a:srgbClr val="CC7B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35"/>
              <p:cNvSpPr/>
              <p:nvPr/>
            </p:nvSpPr>
            <p:spPr>
              <a:xfrm>
                <a:off x="5055250" y="2619150"/>
                <a:ext cx="90650" cy="39800"/>
              </a:xfrm>
              <a:custGeom>
                <a:avLst/>
                <a:gdLst/>
                <a:ahLst/>
                <a:cxnLst/>
                <a:rect l="l" t="t" r="r" b="b"/>
                <a:pathLst>
                  <a:path w="3626" h="1592" extrusionOk="0">
                    <a:moveTo>
                      <a:pt x="1361" y="0"/>
                    </a:moveTo>
                    <a:cubicBezTo>
                      <a:pt x="1301" y="0"/>
                      <a:pt x="1223" y="9"/>
                      <a:pt x="1121" y="35"/>
                    </a:cubicBezTo>
                    <a:cubicBezTo>
                      <a:pt x="818" y="114"/>
                      <a:pt x="818" y="411"/>
                      <a:pt x="645" y="480"/>
                    </a:cubicBezTo>
                    <a:cubicBezTo>
                      <a:pt x="612" y="494"/>
                      <a:pt x="571" y="499"/>
                      <a:pt x="525" y="499"/>
                    </a:cubicBezTo>
                    <a:cubicBezTo>
                      <a:pt x="329" y="499"/>
                      <a:pt x="51" y="398"/>
                      <a:pt x="51" y="398"/>
                    </a:cubicBezTo>
                    <a:cubicBezTo>
                      <a:pt x="51" y="398"/>
                      <a:pt x="23" y="717"/>
                      <a:pt x="14" y="966"/>
                    </a:cubicBezTo>
                    <a:cubicBezTo>
                      <a:pt x="7" y="1007"/>
                      <a:pt x="7" y="1041"/>
                      <a:pt x="7" y="1076"/>
                    </a:cubicBezTo>
                    <a:cubicBezTo>
                      <a:pt x="1" y="1325"/>
                      <a:pt x="165" y="1429"/>
                      <a:pt x="320" y="1496"/>
                    </a:cubicBezTo>
                    <a:cubicBezTo>
                      <a:pt x="474" y="1562"/>
                      <a:pt x="3165" y="1587"/>
                      <a:pt x="3279" y="1590"/>
                    </a:cubicBezTo>
                    <a:cubicBezTo>
                      <a:pt x="3291" y="1591"/>
                      <a:pt x="3305" y="1591"/>
                      <a:pt x="3320" y="1591"/>
                    </a:cubicBezTo>
                    <a:cubicBezTo>
                      <a:pt x="3392" y="1591"/>
                      <a:pt x="3487" y="1579"/>
                      <a:pt x="3547" y="1493"/>
                    </a:cubicBezTo>
                    <a:cubicBezTo>
                      <a:pt x="3578" y="1445"/>
                      <a:pt x="3601" y="1382"/>
                      <a:pt x="3604" y="1291"/>
                    </a:cubicBezTo>
                    <a:cubicBezTo>
                      <a:pt x="3626" y="982"/>
                      <a:pt x="3083" y="802"/>
                      <a:pt x="2588" y="590"/>
                    </a:cubicBezTo>
                    <a:cubicBezTo>
                      <a:pt x="2089" y="382"/>
                      <a:pt x="1522" y="35"/>
                      <a:pt x="1522" y="35"/>
                    </a:cubicBezTo>
                    <a:cubicBezTo>
                      <a:pt x="1522" y="35"/>
                      <a:pt x="1479" y="0"/>
                      <a:pt x="1361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35"/>
              <p:cNvSpPr/>
              <p:nvPr/>
            </p:nvSpPr>
            <p:spPr>
              <a:xfrm>
                <a:off x="5055250" y="2643275"/>
                <a:ext cx="88675" cy="15675"/>
              </a:xfrm>
              <a:custGeom>
                <a:avLst/>
                <a:gdLst/>
                <a:ahLst/>
                <a:cxnLst/>
                <a:rect l="l" t="t" r="r" b="b"/>
                <a:pathLst>
                  <a:path w="3547" h="627" extrusionOk="0">
                    <a:moveTo>
                      <a:pt x="14" y="1"/>
                    </a:moveTo>
                    <a:cubicBezTo>
                      <a:pt x="7" y="42"/>
                      <a:pt x="7" y="76"/>
                      <a:pt x="7" y="111"/>
                    </a:cubicBezTo>
                    <a:cubicBezTo>
                      <a:pt x="1" y="360"/>
                      <a:pt x="165" y="464"/>
                      <a:pt x="320" y="531"/>
                    </a:cubicBezTo>
                    <a:cubicBezTo>
                      <a:pt x="474" y="597"/>
                      <a:pt x="3165" y="622"/>
                      <a:pt x="3279" y="625"/>
                    </a:cubicBezTo>
                    <a:cubicBezTo>
                      <a:pt x="3291" y="626"/>
                      <a:pt x="3305" y="626"/>
                      <a:pt x="3320" y="626"/>
                    </a:cubicBezTo>
                    <a:cubicBezTo>
                      <a:pt x="3392" y="626"/>
                      <a:pt x="3487" y="614"/>
                      <a:pt x="3547" y="528"/>
                    </a:cubicBezTo>
                    <a:cubicBezTo>
                      <a:pt x="2910" y="512"/>
                      <a:pt x="604" y="455"/>
                      <a:pt x="465" y="278"/>
                    </a:cubicBezTo>
                    <a:cubicBezTo>
                      <a:pt x="348" y="133"/>
                      <a:pt x="143" y="42"/>
                      <a:pt x="14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35"/>
              <p:cNvSpPr/>
              <p:nvPr/>
            </p:nvSpPr>
            <p:spPr>
              <a:xfrm>
                <a:off x="4981925" y="2322450"/>
                <a:ext cx="127375" cy="297200"/>
              </a:xfrm>
              <a:custGeom>
                <a:avLst/>
                <a:gdLst/>
                <a:ahLst/>
                <a:cxnLst/>
                <a:rect l="l" t="t" r="r" b="b"/>
                <a:pathLst>
                  <a:path w="5095" h="11888" extrusionOk="0">
                    <a:moveTo>
                      <a:pt x="4628" y="0"/>
                    </a:moveTo>
                    <a:lnTo>
                      <a:pt x="4628" y="0"/>
                    </a:lnTo>
                    <a:cubicBezTo>
                      <a:pt x="4628" y="0"/>
                      <a:pt x="4628" y="0"/>
                      <a:pt x="4628" y="0"/>
                    </a:cubicBezTo>
                    <a:lnTo>
                      <a:pt x="4628" y="0"/>
                    </a:lnTo>
                    <a:cubicBezTo>
                      <a:pt x="4628" y="0"/>
                      <a:pt x="4628" y="0"/>
                      <a:pt x="4628" y="0"/>
                    </a:cubicBezTo>
                    <a:close/>
                    <a:moveTo>
                      <a:pt x="4628" y="0"/>
                    </a:moveTo>
                    <a:cubicBezTo>
                      <a:pt x="4626" y="5"/>
                      <a:pt x="3973" y="240"/>
                      <a:pt x="2751" y="240"/>
                    </a:cubicBezTo>
                    <a:cubicBezTo>
                      <a:pt x="2139" y="240"/>
                      <a:pt x="1383" y="181"/>
                      <a:pt x="495" y="3"/>
                    </a:cubicBezTo>
                    <a:lnTo>
                      <a:pt x="495" y="3"/>
                    </a:lnTo>
                    <a:cubicBezTo>
                      <a:pt x="495" y="4"/>
                      <a:pt x="618" y="1855"/>
                      <a:pt x="606" y="2436"/>
                    </a:cubicBezTo>
                    <a:cubicBezTo>
                      <a:pt x="599" y="3013"/>
                      <a:pt x="0" y="11127"/>
                      <a:pt x="47" y="11433"/>
                    </a:cubicBezTo>
                    <a:cubicBezTo>
                      <a:pt x="86" y="11685"/>
                      <a:pt x="495" y="11751"/>
                      <a:pt x="934" y="11751"/>
                    </a:cubicBezTo>
                    <a:cubicBezTo>
                      <a:pt x="1032" y="11751"/>
                      <a:pt x="1133" y="11747"/>
                      <a:pt x="1230" y="11742"/>
                    </a:cubicBezTo>
                    <a:cubicBezTo>
                      <a:pt x="1764" y="11714"/>
                      <a:pt x="1669" y="11484"/>
                      <a:pt x="1669" y="11427"/>
                    </a:cubicBezTo>
                    <a:cubicBezTo>
                      <a:pt x="1669" y="11373"/>
                      <a:pt x="3082" y="4113"/>
                      <a:pt x="3082" y="4111"/>
                    </a:cubicBezTo>
                    <a:lnTo>
                      <a:pt x="3082" y="4111"/>
                    </a:lnTo>
                    <a:cubicBezTo>
                      <a:pt x="3082" y="4112"/>
                      <a:pt x="2842" y="6089"/>
                      <a:pt x="2842" y="6792"/>
                    </a:cubicBezTo>
                    <a:cubicBezTo>
                      <a:pt x="2842" y="7502"/>
                      <a:pt x="2824" y="11304"/>
                      <a:pt x="2836" y="11676"/>
                    </a:cubicBezTo>
                    <a:cubicBezTo>
                      <a:pt x="2839" y="11831"/>
                      <a:pt x="3122" y="11888"/>
                      <a:pt x="3456" y="11888"/>
                    </a:cubicBezTo>
                    <a:cubicBezTo>
                      <a:pt x="3932" y="11888"/>
                      <a:pt x="4514" y="11772"/>
                      <a:pt x="4540" y="11657"/>
                    </a:cubicBezTo>
                    <a:cubicBezTo>
                      <a:pt x="4587" y="11458"/>
                      <a:pt x="4723" y="8490"/>
                      <a:pt x="4751" y="7890"/>
                    </a:cubicBezTo>
                    <a:cubicBezTo>
                      <a:pt x="4779" y="7294"/>
                      <a:pt x="5095" y="1142"/>
                      <a:pt x="4628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35"/>
              <p:cNvSpPr/>
              <p:nvPr/>
            </p:nvSpPr>
            <p:spPr>
              <a:xfrm>
                <a:off x="4982000" y="2594050"/>
                <a:ext cx="44500" cy="8875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5" extrusionOk="0">
                    <a:moveTo>
                      <a:pt x="41" y="1"/>
                    </a:moveTo>
                    <a:cubicBezTo>
                      <a:pt x="30" y="1"/>
                      <a:pt x="19" y="7"/>
                      <a:pt x="13" y="17"/>
                    </a:cubicBezTo>
                    <a:cubicBezTo>
                      <a:pt x="0" y="33"/>
                      <a:pt x="10" y="55"/>
                      <a:pt x="22" y="64"/>
                    </a:cubicBezTo>
                    <a:cubicBezTo>
                      <a:pt x="29" y="71"/>
                      <a:pt x="496" y="355"/>
                      <a:pt x="1060" y="355"/>
                    </a:cubicBezTo>
                    <a:cubicBezTo>
                      <a:pt x="1284" y="355"/>
                      <a:pt x="1527" y="310"/>
                      <a:pt x="1754" y="184"/>
                    </a:cubicBezTo>
                    <a:cubicBezTo>
                      <a:pt x="1773" y="175"/>
                      <a:pt x="1779" y="153"/>
                      <a:pt x="1770" y="137"/>
                    </a:cubicBezTo>
                    <a:cubicBezTo>
                      <a:pt x="1766" y="124"/>
                      <a:pt x="1752" y="118"/>
                      <a:pt x="1739" y="118"/>
                    </a:cubicBezTo>
                    <a:cubicBezTo>
                      <a:pt x="1733" y="118"/>
                      <a:pt x="1727" y="119"/>
                      <a:pt x="1723" y="121"/>
                    </a:cubicBezTo>
                    <a:cubicBezTo>
                      <a:pt x="1502" y="241"/>
                      <a:pt x="1273" y="284"/>
                      <a:pt x="1058" y="284"/>
                    </a:cubicBezTo>
                    <a:cubicBezTo>
                      <a:pt x="516" y="284"/>
                      <a:pt x="65" y="10"/>
                      <a:pt x="60" y="8"/>
                    </a:cubicBezTo>
                    <a:cubicBezTo>
                      <a:pt x="54" y="3"/>
                      <a:pt x="48" y="1"/>
                      <a:pt x="41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35"/>
              <p:cNvSpPr/>
              <p:nvPr/>
            </p:nvSpPr>
            <p:spPr>
              <a:xfrm>
                <a:off x="5051725" y="2597550"/>
                <a:ext cx="46075" cy="8300"/>
              </a:xfrm>
              <a:custGeom>
                <a:avLst/>
                <a:gdLst/>
                <a:ahLst/>
                <a:cxnLst/>
                <a:rect l="l" t="t" r="r" b="b"/>
                <a:pathLst>
                  <a:path w="1843" h="332" extrusionOk="0">
                    <a:moveTo>
                      <a:pt x="1800" y="0"/>
                    </a:moveTo>
                    <a:cubicBezTo>
                      <a:pt x="1790" y="0"/>
                      <a:pt x="1780" y="4"/>
                      <a:pt x="1773" y="13"/>
                    </a:cubicBezTo>
                    <a:cubicBezTo>
                      <a:pt x="1596" y="207"/>
                      <a:pt x="1224" y="260"/>
                      <a:pt x="870" y="260"/>
                    </a:cubicBezTo>
                    <a:cubicBezTo>
                      <a:pt x="449" y="260"/>
                      <a:pt x="54" y="185"/>
                      <a:pt x="47" y="183"/>
                    </a:cubicBezTo>
                    <a:cubicBezTo>
                      <a:pt x="44" y="182"/>
                      <a:pt x="41" y="181"/>
                      <a:pt x="37" y="181"/>
                    </a:cubicBezTo>
                    <a:cubicBezTo>
                      <a:pt x="21" y="181"/>
                      <a:pt x="6" y="193"/>
                      <a:pt x="3" y="211"/>
                    </a:cubicBezTo>
                    <a:cubicBezTo>
                      <a:pt x="0" y="230"/>
                      <a:pt x="13" y="249"/>
                      <a:pt x="32" y="252"/>
                    </a:cubicBezTo>
                    <a:cubicBezTo>
                      <a:pt x="63" y="256"/>
                      <a:pt x="448" y="331"/>
                      <a:pt x="868" y="331"/>
                    </a:cubicBezTo>
                    <a:cubicBezTo>
                      <a:pt x="1237" y="331"/>
                      <a:pt x="1631" y="278"/>
                      <a:pt x="1830" y="60"/>
                    </a:cubicBezTo>
                    <a:cubicBezTo>
                      <a:pt x="1842" y="44"/>
                      <a:pt x="1842" y="22"/>
                      <a:pt x="1827" y="9"/>
                    </a:cubicBezTo>
                    <a:cubicBezTo>
                      <a:pt x="1819" y="4"/>
                      <a:pt x="1810" y="0"/>
                      <a:pt x="1800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799;p35"/>
              <p:cNvSpPr/>
              <p:nvPr/>
            </p:nvSpPr>
            <p:spPr>
              <a:xfrm>
                <a:off x="5016075" y="2131025"/>
                <a:ext cx="59800" cy="62875"/>
              </a:xfrm>
              <a:custGeom>
                <a:avLst/>
                <a:gdLst/>
                <a:ahLst/>
                <a:cxnLst/>
                <a:rect l="l" t="t" r="r" b="b"/>
                <a:pathLst>
                  <a:path w="2392" h="2515" extrusionOk="0">
                    <a:moveTo>
                      <a:pt x="558" y="1"/>
                    </a:moveTo>
                    <a:cubicBezTo>
                      <a:pt x="558" y="1"/>
                      <a:pt x="574" y="294"/>
                      <a:pt x="540" y="629"/>
                    </a:cubicBezTo>
                    <a:cubicBezTo>
                      <a:pt x="489" y="1073"/>
                      <a:pt x="360" y="1600"/>
                      <a:pt x="0" y="1641"/>
                    </a:cubicBezTo>
                    <a:cubicBezTo>
                      <a:pt x="0" y="1641"/>
                      <a:pt x="364" y="2514"/>
                      <a:pt x="1212" y="2514"/>
                    </a:cubicBezTo>
                    <a:cubicBezTo>
                      <a:pt x="1274" y="2514"/>
                      <a:pt x="1339" y="2509"/>
                      <a:pt x="1407" y="2499"/>
                    </a:cubicBezTo>
                    <a:cubicBezTo>
                      <a:pt x="2391" y="2348"/>
                      <a:pt x="1678" y="1490"/>
                      <a:pt x="1678" y="1490"/>
                    </a:cubicBezTo>
                    <a:lnTo>
                      <a:pt x="1678" y="1436"/>
                    </a:lnTo>
                    <a:cubicBezTo>
                      <a:pt x="1678" y="1332"/>
                      <a:pt x="1691" y="1089"/>
                      <a:pt x="1732" y="916"/>
                    </a:cubicBezTo>
                    <a:cubicBezTo>
                      <a:pt x="1789" y="692"/>
                      <a:pt x="559" y="1"/>
                      <a:pt x="558" y="1"/>
                    </a:cubicBezTo>
                    <a:close/>
                  </a:path>
                </a:pathLst>
              </a:custGeom>
              <a:solidFill>
                <a:srgbClr val="CC7B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35"/>
              <p:cNvSpPr/>
              <p:nvPr/>
            </p:nvSpPr>
            <p:spPr>
              <a:xfrm>
                <a:off x="5029400" y="2131025"/>
                <a:ext cx="31325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253" h="1433" extrusionOk="0">
                    <a:moveTo>
                      <a:pt x="22" y="1"/>
                    </a:moveTo>
                    <a:cubicBezTo>
                      <a:pt x="22" y="1"/>
                      <a:pt x="38" y="294"/>
                      <a:pt x="0" y="629"/>
                    </a:cubicBezTo>
                    <a:cubicBezTo>
                      <a:pt x="316" y="931"/>
                      <a:pt x="764" y="1310"/>
                      <a:pt x="1142" y="1433"/>
                    </a:cubicBezTo>
                    <a:cubicBezTo>
                      <a:pt x="1142" y="1326"/>
                      <a:pt x="1152" y="1086"/>
                      <a:pt x="1196" y="912"/>
                    </a:cubicBezTo>
                    <a:cubicBezTo>
                      <a:pt x="1253" y="692"/>
                      <a:pt x="22" y="1"/>
                      <a:pt x="22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35"/>
              <p:cNvSpPr/>
              <p:nvPr/>
            </p:nvSpPr>
            <p:spPr>
              <a:xfrm>
                <a:off x="5014725" y="2074000"/>
                <a:ext cx="69500" cy="87425"/>
              </a:xfrm>
              <a:custGeom>
                <a:avLst/>
                <a:gdLst/>
                <a:ahLst/>
                <a:cxnLst/>
                <a:rect l="l" t="t" r="r" b="b"/>
                <a:pathLst>
                  <a:path w="2780" h="3497" extrusionOk="0">
                    <a:moveTo>
                      <a:pt x="1405" y="0"/>
                    </a:moveTo>
                    <a:cubicBezTo>
                      <a:pt x="1222" y="0"/>
                      <a:pt x="1036" y="33"/>
                      <a:pt x="855" y="114"/>
                    </a:cubicBezTo>
                    <a:cubicBezTo>
                      <a:pt x="0" y="499"/>
                      <a:pt x="202" y="1392"/>
                      <a:pt x="202" y="1392"/>
                    </a:cubicBezTo>
                    <a:cubicBezTo>
                      <a:pt x="202" y="1392"/>
                      <a:pt x="792" y="3481"/>
                      <a:pt x="1786" y="3496"/>
                    </a:cubicBezTo>
                    <a:cubicBezTo>
                      <a:pt x="1789" y="3496"/>
                      <a:pt x="1791" y="3496"/>
                      <a:pt x="1794" y="3496"/>
                    </a:cubicBezTo>
                    <a:cubicBezTo>
                      <a:pt x="2780" y="3496"/>
                      <a:pt x="2736" y="607"/>
                      <a:pt x="2736" y="607"/>
                    </a:cubicBezTo>
                    <a:cubicBezTo>
                      <a:pt x="2703" y="455"/>
                      <a:pt x="2082" y="0"/>
                      <a:pt x="1405" y="0"/>
                    </a:cubicBezTo>
                    <a:close/>
                  </a:path>
                </a:pathLst>
              </a:custGeom>
              <a:solidFill>
                <a:srgbClr val="CC7B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Google Shape;802;p35"/>
              <p:cNvSpPr/>
              <p:nvPr/>
            </p:nvSpPr>
            <p:spPr>
              <a:xfrm>
                <a:off x="5003200" y="2060300"/>
                <a:ext cx="97825" cy="68700"/>
              </a:xfrm>
              <a:custGeom>
                <a:avLst/>
                <a:gdLst/>
                <a:ahLst/>
                <a:cxnLst/>
                <a:rect l="l" t="t" r="r" b="b"/>
                <a:pathLst>
                  <a:path w="3913" h="2748" extrusionOk="0">
                    <a:moveTo>
                      <a:pt x="1693" y="1"/>
                    </a:moveTo>
                    <a:cubicBezTo>
                      <a:pt x="1184" y="1"/>
                      <a:pt x="793" y="193"/>
                      <a:pt x="600" y="1047"/>
                    </a:cubicBezTo>
                    <a:cubicBezTo>
                      <a:pt x="600" y="1047"/>
                      <a:pt x="1" y="1672"/>
                      <a:pt x="726" y="2748"/>
                    </a:cubicBezTo>
                    <a:lnTo>
                      <a:pt x="1055" y="2694"/>
                    </a:lnTo>
                    <a:cubicBezTo>
                      <a:pt x="1055" y="2694"/>
                      <a:pt x="954" y="2022"/>
                      <a:pt x="1304" y="2022"/>
                    </a:cubicBezTo>
                    <a:cubicBezTo>
                      <a:pt x="1657" y="2022"/>
                      <a:pt x="1884" y="1716"/>
                      <a:pt x="2010" y="1546"/>
                    </a:cubicBezTo>
                    <a:cubicBezTo>
                      <a:pt x="2028" y="1523"/>
                      <a:pt x="2050" y="1513"/>
                      <a:pt x="2078" y="1513"/>
                    </a:cubicBezTo>
                    <a:cubicBezTo>
                      <a:pt x="2251" y="1513"/>
                      <a:pt x="2607" y="1915"/>
                      <a:pt x="2872" y="1915"/>
                    </a:cubicBezTo>
                    <a:cubicBezTo>
                      <a:pt x="3175" y="1915"/>
                      <a:pt x="3140" y="2293"/>
                      <a:pt x="3140" y="2293"/>
                    </a:cubicBezTo>
                    <a:cubicBezTo>
                      <a:pt x="3140" y="2293"/>
                      <a:pt x="3913" y="1978"/>
                      <a:pt x="3578" y="1218"/>
                    </a:cubicBezTo>
                    <a:cubicBezTo>
                      <a:pt x="3578" y="1218"/>
                      <a:pt x="3802" y="205"/>
                      <a:pt x="2780" y="114"/>
                    </a:cubicBezTo>
                    <a:cubicBezTo>
                      <a:pt x="2384" y="78"/>
                      <a:pt x="2015" y="1"/>
                      <a:pt x="1693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803;p35"/>
              <p:cNvSpPr/>
              <p:nvPr/>
            </p:nvSpPr>
            <p:spPr>
              <a:xfrm>
                <a:off x="5012375" y="2116125"/>
                <a:ext cx="19650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786" h="798" extrusionOk="0">
                    <a:moveTo>
                      <a:pt x="371" y="1"/>
                    </a:moveTo>
                    <a:cubicBezTo>
                      <a:pt x="325" y="1"/>
                      <a:pt x="278" y="18"/>
                      <a:pt x="233" y="60"/>
                    </a:cubicBezTo>
                    <a:cubicBezTo>
                      <a:pt x="0" y="279"/>
                      <a:pt x="288" y="798"/>
                      <a:pt x="684" y="798"/>
                    </a:cubicBezTo>
                    <a:cubicBezTo>
                      <a:pt x="717" y="798"/>
                      <a:pt x="751" y="794"/>
                      <a:pt x="785" y="786"/>
                    </a:cubicBezTo>
                    <a:lnTo>
                      <a:pt x="785" y="370"/>
                    </a:lnTo>
                    <a:cubicBezTo>
                      <a:pt x="785" y="370"/>
                      <a:pt x="583" y="1"/>
                      <a:pt x="371" y="1"/>
                    </a:cubicBezTo>
                    <a:close/>
                  </a:path>
                </a:pathLst>
              </a:custGeom>
              <a:solidFill>
                <a:srgbClr val="CC7B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35"/>
              <p:cNvSpPr/>
              <p:nvPr/>
            </p:nvSpPr>
            <p:spPr>
              <a:xfrm>
                <a:off x="5060475" y="2123775"/>
                <a:ext cx="7750" cy="1635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654" extrusionOk="0">
                    <a:moveTo>
                      <a:pt x="221" y="1"/>
                    </a:moveTo>
                    <a:cubicBezTo>
                      <a:pt x="202" y="4"/>
                      <a:pt x="186" y="19"/>
                      <a:pt x="189" y="38"/>
                    </a:cubicBezTo>
                    <a:cubicBezTo>
                      <a:pt x="218" y="266"/>
                      <a:pt x="224" y="531"/>
                      <a:pt x="202" y="568"/>
                    </a:cubicBezTo>
                    <a:cubicBezTo>
                      <a:pt x="192" y="578"/>
                      <a:pt x="176" y="582"/>
                      <a:pt x="157" y="582"/>
                    </a:cubicBezTo>
                    <a:cubicBezTo>
                      <a:pt x="122" y="582"/>
                      <a:pt x="80" y="569"/>
                      <a:pt x="57" y="559"/>
                    </a:cubicBezTo>
                    <a:cubicBezTo>
                      <a:pt x="52" y="557"/>
                      <a:pt x="46" y="557"/>
                      <a:pt x="42" y="557"/>
                    </a:cubicBezTo>
                    <a:cubicBezTo>
                      <a:pt x="26" y="557"/>
                      <a:pt x="14" y="564"/>
                      <a:pt x="10" y="581"/>
                    </a:cubicBezTo>
                    <a:cubicBezTo>
                      <a:pt x="0" y="600"/>
                      <a:pt x="10" y="619"/>
                      <a:pt x="29" y="628"/>
                    </a:cubicBezTo>
                    <a:cubicBezTo>
                      <a:pt x="35" y="631"/>
                      <a:pt x="95" y="654"/>
                      <a:pt x="155" y="654"/>
                    </a:cubicBezTo>
                    <a:cubicBezTo>
                      <a:pt x="189" y="654"/>
                      <a:pt x="224" y="647"/>
                      <a:pt x="249" y="619"/>
                    </a:cubicBezTo>
                    <a:cubicBezTo>
                      <a:pt x="309" y="559"/>
                      <a:pt x="281" y="225"/>
                      <a:pt x="262" y="32"/>
                    </a:cubicBezTo>
                    <a:cubicBezTo>
                      <a:pt x="256" y="10"/>
                      <a:pt x="240" y="1"/>
                      <a:pt x="221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35"/>
              <p:cNvSpPr/>
              <p:nvPr/>
            </p:nvSpPr>
            <p:spPr>
              <a:xfrm>
                <a:off x="5047300" y="2111750"/>
                <a:ext cx="12325" cy="5425"/>
              </a:xfrm>
              <a:custGeom>
                <a:avLst/>
                <a:gdLst/>
                <a:ahLst/>
                <a:cxnLst/>
                <a:rect l="l" t="t" r="r" b="b"/>
                <a:pathLst>
                  <a:path w="493" h="217" extrusionOk="0">
                    <a:moveTo>
                      <a:pt x="331" y="1"/>
                    </a:moveTo>
                    <a:cubicBezTo>
                      <a:pt x="92" y="1"/>
                      <a:pt x="0" y="170"/>
                      <a:pt x="0" y="172"/>
                    </a:cubicBezTo>
                    <a:lnTo>
                      <a:pt x="82" y="217"/>
                    </a:lnTo>
                    <a:cubicBezTo>
                      <a:pt x="85" y="211"/>
                      <a:pt x="148" y="95"/>
                      <a:pt x="327" y="95"/>
                    </a:cubicBezTo>
                    <a:cubicBezTo>
                      <a:pt x="368" y="95"/>
                      <a:pt x="414" y="101"/>
                      <a:pt x="467" y="116"/>
                    </a:cubicBezTo>
                    <a:lnTo>
                      <a:pt x="492" y="24"/>
                    </a:lnTo>
                    <a:cubicBezTo>
                      <a:pt x="432" y="8"/>
                      <a:pt x="378" y="1"/>
                      <a:pt x="331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35"/>
              <p:cNvSpPr/>
              <p:nvPr/>
            </p:nvSpPr>
            <p:spPr>
              <a:xfrm>
                <a:off x="5068975" y="2112325"/>
                <a:ext cx="12350" cy="5475"/>
              </a:xfrm>
              <a:custGeom>
                <a:avLst/>
                <a:gdLst/>
                <a:ahLst/>
                <a:cxnLst/>
                <a:rect l="l" t="t" r="r" b="b"/>
                <a:pathLst>
                  <a:path w="494" h="219" extrusionOk="0">
                    <a:moveTo>
                      <a:pt x="158" y="0"/>
                    </a:moveTo>
                    <a:cubicBezTo>
                      <a:pt x="112" y="0"/>
                      <a:pt x="59" y="7"/>
                      <a:pt x="1" y="23"/>
                    </a:cubicBezTo>
                    <a:lnTo>
                      <a:pt x="23" y="115"/>
                    </a:lnTo>
                    <a:cubicBezTo>
                      <a:pt x="75" y="100"/>
                      <a:pt x="120" y="94"/>
                      <a:pt x="160" y="94"/>
                    </a:cubicBezTo>
                    <a:cubicBezTo>
                      <a:pt x="337" y="94"/>
                      <a:pt x="402" y="211"/>
                      <a:pt x="405" y="219"/>
                    </a:cubicBezTo>
                    <a:lnTo>
                      <a:pt x="493" y="175"/>
                    </a:lnTo>
                    <a:cubicBezTo>
                      <a:pt x="488" y="175"/>
                      <a:pt x="396" y="0"/>
                      <a:pt x="158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35"/>
              <p:cNvSpPr/>
              <p:nvPr/>
            </p:nvSpPr>
            <p:spPr>
              <a:xfrm>
                <a:off x="5053675" y="2120775"/>
                <a:ext cx="3750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150" h="222" extrusionOk="0">
                    <a:moveTo>
                      <a:pt x="73" y="1"/>
                    </a:moveTo>
                    <a:cubicBezTo>
                      <a:pt x="32" y="1"/>
                      <a:pt x="1" y="51"/>
                      <a:pt x="1" y="111"/>
                    </a:cubicBezTo>
                    <a:cubicBezTo>
                      <a:pt x="1" y="174"/>
                      <a:pt x="32" y="221"/>
                      <a:pt x="73" y="221"/>
                    </a:cubicBezTo>
                    <a:cubicBezTo>
                      <a:pt x="118" y="221"/>
                      <a:pt x="149" y="174"/>
                      <a:pt x="149" y="111"/>
                    </a:cubicBezTo>
                    <a:cubicBezTo>
                      <a:pt x="149" y="51"/>
                      <a:pt x="118" y="1"/>
                      <a:pt x="73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35"/>
              <p:cNvSpPr/>
              <p:nvPr/>
            </p:nvSpPr>
            <p:spPr>
              <a:xfrm>
                <a:off x="5071900" y="2121575"/>
                <a:ext cx="3725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149" h="222" extrusionOk="0">
                    <a:moveTo>
                      <a:pt x="76" y="0"/>
                    </a:moveTo>
                    <a:cubicBezTo>
                      <a:pt x="35" y="0"/>
                      <a:pt x="1" y="51"/>
                      <a:pt x="1" y="111"/>
                    </a:cubicBezTo>
                    <a:cubicBezTo>
                      <a:pt x="1" y="174"/>
                      <a:pt x="35" y="221"/>
                      <a:pt x="76" y="221"/>
                    </a:cubicBezTo>
                    <a:cubicBezTo>
                      <a:pt x="117" y="221"/>
                      <a:pt x="149" y="174"/>
                      <a:pt x="149" y="111"/>
                    </a:cubicBezTo>
                    <a:cubicBezTo>
                      <a:pt x="149" y="51"/>
                      <a:pt x="117" y="0"/>
                      <a:pt x="76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35"/>
              <p:cNvSpPr/>
              <p:nvPr/>
            </p:nvSpPr>
            <p:spPr>
              <a:xfrm>
                <a:off x="5055725" y="2146125"/>
                <a:ext cx="10600" cy="2925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17" extrusionOk="0">
                    <a:moveTo>
                      <a:pt x="84" y="0"/>
                    </a:moveTo>
                    <a:cubicBezTo>
                      <a:pt x="54" y="0"/>
                      <a:pt x="38" y="2"/>
                      <a:pt x="36" y="2"/>
                    </a:cubicBezTo>
                    <a:cubicBezTo>
                      <a:pt x="17" y="6"/>
                      <a:pt x="1" y="21"/>
                      <a:pt x="4" y="40"/>
                    </a:cubicBezTo>
                    <a:cubicBezTo>
                      <a:pt x="10" y="58"/>
                      <a:pt x="23" y="72"/>
                      <a:pt x="40" y="72"/>
                    </a:cubicBezTo>
                    <a:cubicBezTo>
                      <a:pt x="42" y="72"/>
                      <a:pt x="43" y="72"/>
                      <a:pt x="45" y="72"/>
                    </a:cubicBezTo>
                    <a:cubicBezTo>
                      <a:pt x="46" y="72"/>
                      <a:pt x="56" y="71"/>
                      <a:pt x="76" y="71"/>
                    </a:cubicBezTo>
                    <a:cubicBezTo>
                      <a:pt x="122" y="71"/>
                      <a:pt x="218" y="77"/>
                      <a:pt x="373" y="116"/>
                    </a:cubicBezTo>
                    <a:lnTo>
                      <a:pt x="379" y="116"/>
                    </a:lnTo>
                    <a:cubicBezTo>
                      <a:pt x="395" y="116"/>
                      <a:pt x="411" y="103"/>
                      <a:pt x="414" y="88"/>
                    </a:cubicBezTo>
                    <a:cubicBezTo>
                      <a:pt x="424" y="69"/>
                      <a:pt x="411" y="50"/>
                      <a:pt x="392" y="43"/>
                    </a:cubicBezTo>
                    <a:cubicBezTo>
                      <a:pt x="240" y="7"/>
                      <a:pt x="139" y="0"/>
                      <a:pt x="84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35"/>
              <p:cNvSpPr/>
              <p:nvPr/>
            </p:nvSpPr>
            <p:spPr>
              <a:xfrm>
                <a:off x="4984750" y="2168025"/>
                <a:ext cx="126925" cy="176075"/>
              </a:xfrm>
              <a:custGeom>
                <a:avLst/>
                <a:gdLst/>
                <a:ahLst/>
                <a:cxnLst/>
                <a:rect l="l" t="t" r="r" b="b"/>
                <a:pathLst>
                  <a:path w="5077" h="7043" extrusionOk="0">
                    <a:moveTo>
                      <a:pt x="2922" y="0"/>
                    </a:moveTo>
                    <a:cubicBezTo>
                      <a:pt x="2922" y="0"/>
                      <a:pt x="3348" y="754"/>
                      <a:pt x="2632" y="754"/>
                    </a:cubicBezTo>
                    <a:cubicBezTo>
                      <a:pt x="1912" y="754"/>
                      <a:pt x="1496" y="26"/>
                      <a:pt x="1496" y="26"/>
                    </a:cubicBezTo>
                    <a:cubicBezTo>
                      <a:pt x="1496" y="26"/>
                      <a:pt x="1414" y="73"/>
                      <a:pt x="1240" y="111"/>
                    </a:cubicBezTo>
                    <a:cubicBezTo>
                      <a:pt x="1181" y="127"/>
                      <a:pt x="1105" y="139"/>
                      <a:pt x="1023" y="145"/>
                    </a:cubicBezTo>
                    <a:cubicBezTo>
                      <a:pt x="704" y="183"/>
                      <a:pt x="92" y="963"/>
                      <a:pt x="92" y="963"/>
                    </a:cubicBezTo>
                    <a:cubicBezTo>
                      <a:pt x="92" y="963"/>
                      <a:pt x="445" y="4105"/>
                      <a:pt x="461" y="4887"/>
                    </a:cubicBezTo>
                    <a:cubicBezTo>
                      <a:pt x="477" y="5666"/>
                      <a:pt x="1" y="6117"/>
                      <a:pt x="379" y="6509"/>
                    </a:cubicBezTo>
                    <a:cubicBezTo>
                      <a:pt x="655" y="6796"/>
                      <a:pt x="1982" y="7042"/>
                      <a:pt x="3060" y="7042"/>
                    </a:cubicBezTo>
                    <a:cubicBezTo>
                      <a:pt x="3464" y="7042"/>
                      <a:pt x="3832" y="7008"/>
                      <a:pt x="4099" y="6928"/>
                    </a:cubicBezTo>
                    <a:cubicBezTo>
                      <a:pt x="5077" y="6638"/>
                      <a:pt x="4417" y="5111"/>
                      <a:pt x="4310" y="4357"/>
                    </a:cubicBezTo>
                    <a:cubicBezTo>
                      <a:pt x="4263" y="4042"/>
                      <a:pt x="4256" y="3534"/>
                      <a:pt x="4253" y="3013"/>
                    </a:cubicBezTo>
                    <a:cubicBezTo>
                      <a:pt x="4247" y="2275"/>
                      <a:pt x="4256" y="1524"/>
                      <a:pt x="4181" y="1310"/>
                    </a:cubicBezTo>
                    <a:cubicBezTo>
                      <a:pt x="4080" y="1013"/>
                      <a:pt x="3799" y="414"/>
                      <a:pt x="3300" y="136"/>
                    </a:cubicBezTo>
                    <a:cubicBezTo>
                      <a:pt x="3253" y="111"/>
                      <a:pt x="3206" y="89"/>
                      <a:pt x="3155" y="67"/>
                    </a:cubicBezTo>
                    <a:cubicBezTo>
                      <a:pt x="3080" y="35"/>
                      <a:pt x="3001" y="16"/>
                      <a:pt x="2922" y="0"/>
                    </a:cubicBez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35"/>
              <p:cNvSpPr/>
              <p:nvPr/>
            </p:nvSpPr>
            <p:spPr>
              <a:xfrm>
                <a:off x="5015675" y="2168025"/>
                <a:ext cx="53650" cy="24650"/>
              </a:xfrm>
              <a:custGeom>
                <a:avLst/>
                <a:gdLst/>
                <a:ahLst/>
                <a:cxnLst/>
                <a:rect l="l" t="t" r="r" b="b"/>
                <a:pathLst>
                  <a:path w="2146" h="986" extrusionOk="0">
                    <a:moveTo>
                      <a:pt x="1685" y="0"/>
                    </a:moveTo>
                    <a:cubicBezTo>
                      <a:pt x="1685" y="0"/>
                      <a:pt x="2111" y="754"/>
                      <a:pt x="1395" y="754"/>
                    </a:cubicBezTo>
                    <a:cubicBezTo>
                      <a:pt x="675" y="754"/>
                      <a:pt x="259" y="26"/>
                      <a:pt x="259" y="26"/>
                    </a:cubicBezTo>
                    <a:cubicBezTo>
                      <a:pt x="259" y="26"/>
                      <a:pt x="174" y="73"/>
                      <a:pt x="0" y="111"/>
                    </a:cubicBezTo>
                    <a:cubicBezTo>
                      <a:pt x="208" y="406"/>
                      <a:pt x="714" y="985"/>
                      <a:pt x="1434" y="985"/>
                    </a:cubicBezTo>
                    <a:cubicBezTo>
                      <a:pt x="1514" y="985"/>
                      <a:pt x="1597" y="978"/>
                      <a:pt x="1682" y="963"/>
                    </a:cubicBezTo>
                    <a:cubicBezTo>
                      <a:pt x="1975" y="912"/>
                      <a:pt x="2101" y="767"/>
                      <a:pt x="2127" y="578"/>
                    </a:cubicBezTo>
                    <a:cubicBezTo>
                      <a:pt x="2146" y="445"/>
                      <a:pt x="2120" y="294"/>
                      <a:pt x="2063" y="136"/>
                    </a:cubicBezTo>
                    <a:cubicBezTo>
                      <a:pt x="2060" y="127"/>
                      <a:pt x="2057" y="114"/>
                      <a:pt x="2051" y="108"/>
                    </a:cubicBezTo>
                    <a:cubicBezTo>
                      <a:pt x="1978" y="82"/>
                      <a:pt x="1922" y="67"/>
                      <a:pt x="1918" y="67"/>
                    </a:cubicBezTo>
                    <a:cubicBezTo>
                      <a:pt x="1843" y="35"/>
                      <a:pt x="1764" y="16"/>
                      <a:pt x="1685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35"/>
              <p:cNvSpPr/>
              <p:nvPr/>
            </p:nvSpPr>
            <p:spPr>
              <a:xfrm>
                <a:off x="5063625" y="2169675"/>
                <a:ext cx="41350" cy="7407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2963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48" y="45"/>
                      <a:pt x="123" y="237"/>
                      <a:pt x="209" y="512"/>
                    </a:cubicBezTo>
                    <a:cubicBezTo>
                      <a:pt x="486" y="1363"/>
                      <a:pt x="884" y="2963"/>
                      <a:pt x="884" y="2963"/>
                    </a:cubicBezTo>
                    <a:lnTo>
                      <a:pt x="1092" y="2947"/>
                    </a:lnTo>
                    <a:lnTo>
                      <a:pt x="1653" y="2909"/>
                    </a:lnTo>
                    <a:cubicBezTo>
                      <a:pt x="1543" y="2237"/>
                      <a:pt x="1262" y="1089"/>
                      <a:pt x="1026" y="644"/>
                    </a:cubicBezTo>
                    <a:cubicBezTo>
                      <a:pt x="855" y="313"/>
                      <a:pt x="369" y="120"/>
                      <a:pt x="133" y="42"/>
                    </a:cubicBezTo>
                    <a:cubicBezTo>
                      <a:pt x="60" y="16"/>
                      <a:pt x="4" y="1"/>
                      <a:pt x="0" y="1"/>
                    </a:cubicBez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35"/>
              <p:cNvSpPr/>
              <p:nvPr/>
            </p:nvSpPr>
            <p:spPr>
              <a:xfrm>
                <a:off x="5100375" y="2190575"/>
                <a:ext cx="23600" cy="33300"/>
              </a:xfrm>
              <a:custGeom>
                <a:avLst/>
                <a:gdLst/>
                <a:ahLst/>
                <a:cxnLst/>
                <a:rect l="l" t="t" r="r" b="b"/>
                <a:pathLst>
                  <a:path w="944" h="1332" extrusionOk="0">
                    <a:moveTo>
                      <a:pt x="770" y="1"/>
                    </a:moveTo>
                    <a:cubicBezTo>
                      <a:pt x="493" y="243"/>
                      <a:pt x="0" y="1332"/>
                      <a:pt x="0" y="1332"/>
                    </a:cubicBezTo>
                    <a:lnTo>
                      <a:pt x="149" y="1332"/>
                    </a:lnTo>
                    <a:cubicBezTo>
                      <a:pt x="149" y="1332"/>
                      <a:pt x="723" y="1007"/>
                      <a:pt x="833" y="609"/>
                    </a:cubicBezTo>
                    <a:cubicBezTo>
                      <a:pt x="944" y="212"/>
                      <a:pt x="770" y="1"/>
                      <a:pt x="770" y="1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35"/>
              <p:cNvSpPr/>
              <p:nvPr/>
            </p:nvSpPr>
            <p:spPr>
              <a:xfrm>
                <a:off x="5076150" y="2193250"/>
                <a:ext cx="22750" cy="30725"/>
              </a:xfrm>
              <a:custGeom>
                <a:avLst/>
                <a:gdLst/>
                <a:ahLst/>
                <a:cxnLst/>
                <a:rect l="l" t="t" r="r" b="b"/>
                <a:pathLst>
                  <a:path w="910" h="1229" extrusionOk="0">
                    <a:moveTo>
                      <a:pt x="174" y="1"/>
                    </a:moveTo>
                    <a:cubicBezTo>
                      <a:pt x="174" y="1"/>
                      <a:pt x="1" y="253"/>
                      <a:pt x="174" y="537"/>
                    </a:cubicBezTo>
                    <a:cubicBezTo>
                      <a:pt x="348" y="821"/>
                      <a:pt x="790" y="1228"/>
                      <a:pt x="790" y="1228"/>
                    </a:cubicBezTo>
                    <a:lnTo>
                      <a:pt x="910" y="1228"/>
                    </a:lnTo>
                    <a:lnTo>
                      <a:pt x="910" y="1225"/>
                    </a:lnTo>
                    <a:cubicBezTo>
                      <a:pt x="910" y="1225"/>
                      <a:pt x="809" y="209"/>
                      <a:pt x="174" y="1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815;p35"/>
              <p:cNvSpPr/>
              <p:nvPr/>
            </p:nvSpPr>
            <p:spPr>
              <a:xfrm>
                <a:off x="5030175" y="2221700"/>
                <a:ext cx="136000" cy="133450"/>
              </a:xfrm>
              <a:custGeom>
                <a:avLst/>
                <a:gdLst/>
                <a:ahLst/>
                <a:cxnLst/>
                <a:rect l="l" t="t" r="r" b="b"/>
                <a:pathLst>
                  <a:path w="5440" h="5338" extrusionOk="0">
                    <a:moveTo>
                      <a:pt x="2492" y="0"/>
                    </a:moveTo>
                    <a:cubicBezTo>
                      <a:pt x="832" y="0"/>
                      <a:pt x="553" y="876"/>
                      <a:pt x="401" y="1380"/>
                    </a:cubicBezTo>
                    <a:cubicBezTo>
                      <a:pt x="237" y="1910"/>
                      <a:pt x="1" y="4494"/>
                      <a:pt x="1206" y="5049"/>
                    </a:cubicBezTo>
                    <a:cubicBezTo>
                      <a:pt x="1687" y="5271"/>
                      <a:pt x="2272" y="5338"/>
                      <a:pt x="2802" y="5338"/>
                    </a:cubicBezTo>
                    <a:cubicBezTo>
                      <a:pt x="3597" y="5338"/>
                      <a:pt x="4266" y="5188"/>
                      <a:pt x="4266" y="5188"/>
                    </a:cubicBezTo>
                    <a:cubicBezTo>
                      <a:pt x="5440" y="4418"/>
                      <a:pt x="5228" y="2349"/>
                      <a:pt x="5077" y="1699"/>
                    </a:cubicBezTo>
                    <a:cubicBezTo>
                      <a:pt x="4922" y="1040"/>
                      <a:pt x="4780" y="134"/>
                      <a:pt x="2824" y="11"/>
                    </a:cubicBezTo>
                    <a:cubicBezTo>
                      <a:pt x="2708" y="4"/>
                      <a:pt x="2597" y="0"/>
                      <a:pt x="2492" y="0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35"/>
              <p:cNvSpPr/>
              <p:nvPr/>
            </p:nvSpPr>
            <p:spPr>
              <a:xfrm>
                <a:off x="5071125" y="2267300"/>
                <a:ext cx="73525" cy="67225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2689" extrusionOk="0">
                    <a:moveTo>
                      <a:pt x="2750" y="1"/>
                    </a:moveTo>
                    <a:cubicBezTo>
                      <a:pt x="2748" y="1"/>
                      <a:pt x="2746" y="1"/>
                      <a:pt x="2745" y="1"/>
                    </a:cubicBezTo>
                    <a:cubicBezTo>
                      <a:pt x="2726" y="4"/>
                      <a:pt x="2710" y="20"/>
                      <a:pt x="2713" y="39"/>
                    </a:cubicBezTo>
                    <a:cubicBezTo>
                      <a:pt x="2716" y="48"/>
                      <a:pt x="2868" y="1149"/>
                      <a:pt x="2193" y="1900"/>
                    </a:cubicBezTo>
                    <a:cubicBezTo>
                      <a:pt x="1764" y="2379"/>
                      <a:pt x="1100" y="2620"/>
                      <a:pt x="217" y="2620"/>
                    </a:cubicBezTo>
                    <a:cubicBezTo>
                      <a:pt x="157" y="2620"/>
                      <a:pt x="96" y="2619"/>
                      <a:pt x="35" y="2616"/>
                    </a:cubicBezTo>
                    <a:cubicBezTo>
                      <a:pt x="16" y="2616"/>
                      <a:pt x="0" y="2632"/>
                      <a:pt x="0" y="2651"/>
                    </a:cubicBezTo>
                    <a:cubicBezTo>
                      <a:pt x="0" y="2670"/>
                      <a:pt x="16" y="2686"/>
                      <a:pt x="35" y="2686"/>
                    </a:cubicBezTo>
                    <a:cubicBezTo>
                      <a:pt x="101" y="2689"/>
                      <a:pt x="161" y="2689"/>
                      <a:pt x="224" y="2689"/>
                    </a:cubicBezTo>
                    <a:cubicBezTo>
                      <a:pt x="1129" y="2689"/>
                      <a:pt x="1811" y="2440"/>
                      <a:pt x="2243" y="1954"/>
                    </a:cubicBezTo>
                    <a:cubicBezTo>
                      <a:pt x="2940" y="1172"/>
                      <a:pt x="2783" y="45"/>
                      <a:pt x="2783" y="33"/>
                    </a:cubicBezTo>
                    <a:cubicBezTo>
                      <a:pt x="2780" y="15"/>
                      <a:pt x="2766" y="1"/>
                      <a:pt x="2750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35"/>
              <p:cNvSpPr/>
              <p:nvPr/>
            </p:nvSpPr>
            <p:spPr>
              <a:xfrm>
                <a:off x="4992175" y="2257850"/>
                <a:ext cx="101675" cy="118200"/>
              </a:xfrm>
              <a:custGeom>
                <a:avLst/>
                <a:gdLst/>
                <a:ahLst/>
                <a:cxnLst/>
                <a:rect l="l" t="t" r="r" b="b"/>
                <a:pathLst>
                  <a:path w="4067" h="4728" extrusionOk="0">
                    <a:moveTo>
                      <a:pt x="1171" y="1"/>
                    </a:moveTo>
                    <a:lnTo>
                      <a:pt x="0" y="502"/>
                    </a:lnTo>
                    <a:cubicBezTo>
                      <a:pt x="0" y="502"/>
                      <a:pt x="1584" y="3868"/>
                      <a:pt x="2057" y="4345"/>
                    </a:cubicBezTo>
                    <a:cubicBezTo>
                      <a:pt x="2330" y="4621"/>
                      <a:pt x="2726" y="4728"/>
                      <a:pt x="3075" y="4728"/>
                    </a:cubicBezTo>
                    <a:cubicBezTo>
                      <a:pt x="3330" y="4728"/>
                      <a:pt x="3560" y="4671"/>
                      <a:pt x="3698" y="4581"/>
                    </a:cubicBezTo>
                    <a:cubicBezTo>
                      <a:pt x="4026" y="4373"/>
                      <a:pt x="4067" y="3884"/>
                      <a:pt x="4067" y="3884"/>
                    </a:cubicBezTo>
                    <a:cubicBezTo>
                      <a:pt x="4067" y="3884"/>
                      <a:pt x="2906" y="3461"/>
                      <a:pt x="2638" y="3455"/>
                    </a:cubicBezTo>
                    <a:cubicBezTo>
                      <a:pt x="2373" y="3442"/>
                      <a:pt x="1171" y="1"/>
                      <a:pt x="1171" y="1"/>
                    </a:cubicBezTo>
                    <a:close/>
                  </a:path>
                </a:pathLst>
              </a:custGeom>
              <a:solidFill>
                <a:srgbClr val="CC7B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Google Shape;818;p35"/>
              <p:cNvSpPr/>
              <p:nvPr/>
            </p:nvSpPr>
            <p:spPr>
              <a:xfrm>
                <a:off x="4979075" y="2192150"/>
                <a:ext cx="49075" cy="86625"/>
              </a:xfrm>
              <a:custGeom>
                <a:avLst/>
                <a:gdLst/>
                <a:ahLst/>
                <a:cxnLst/>
                <a:rect l="l" t="t" r="r" b="b"/>
                <a:pathLst>
                  <a:path w="1963" h="3465" extrusionOk="0">
                    <a:moveTo>
                      <a:pt x="319" y="1"/>
                    </a:moveTo>
                    <a:cubicBezTo>
                      <a:pt x="319" y="1"/>
                      <a:pt x="16" y="408"/>
                      <a:pt x="7" y="1162"/>
                    </a:cubicBezTo>
                    <a:cubicBezTo>
                      <a:pt x="1" y="1916"/>
                      <a:pt x="146" y="2789"/>
                      <a:pt x="319" y="3465"/>
                    </a:cubicBezTo>
                    <a:cubicBezTo>
                      <a:pt x="319" y="3465"/>
                      <a:pt x="1546" y="3436"/>
                      <a:pt x="1963" y="2755"/>
                    </a:cubicBezTo>
                    <a:cubicBezTo>
                      <a:pt x="1963" y="2755"/>
                      <a:pt x="1543" y="1591"/>
                      <a:pt x="1534" y="1143"/>
                    </a:cubicBezTo>
                    <a:cubicBezTo>
                      <a:pt x="1524" y="695"/>
                      <a:pt x="1067" y="190"/>
                      <a:pt x="319" y="1"/>
                    </a:cubicBez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35"/>
              <p:cNvSpPr/>
              <p:nvPr/>
            </p:nvSpPr>
            <p:spPr>
              <a:xfrm>
                <a:off x="5001150" y="2188825"/>
                <a:ext cx="28900" cy="83325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3333" extrusionOk="0">
                    <a:moveTo>
                      <a:pt x="36" y="0"/>
                    </a:moveTo>
                    <a:cubicBezTo>
                      <a:pt x="27" y="0"/>
                      <a:pt x="18" y="3"/>
                      <a:pt x="10" y="7"/>
                    </a:cubicBezTo>
                    <a:cubicBezTo>
                      <a:pt x="1" y="23"/>
                      <a:pt x="1" y="45"/>
                      <a:pt x="10" y="61"/>
                    </a:cubicBezTo>
                    <a:cubicBezTo>
                      <a:pt x="20" y="67"/>
                      <a:pt x="764" y="853"/>
                      <a:pt x="1048" y="2828"/>
                    </a:cubicBezTo>
                    <a:cubicBezTo>
                      <a:pt x="1048" y="2831"/>
                      <a:pt x="1067" y="3017"/>
                      <a:pt x="512" y="3266"/>
                    </a:cubicBezTo>
                    <a:cubicBezTo>
                      <a:pt x="493" y="3273"/>
                      <a:pt x="484" y="3292"/>
                      <a:pt x="493" y="3314"/>
                    </a:cubicBezTo>
                    <a:cubicBezTo>
                      <a:pt x="496" y="3326"/>
                      <a:pt x="512" y="3333"/>
                      <a:pt x="525" y="3333"/>
                    </a:cubicBezTo>
                    <a:cubicBezTo>
                      <a:pt x="528" y="3333"/>
                      <a:pt x="531" y="3333"/>
                      <a:pt x="543" y="3329"/>
                    </a:cubicBezTo>
                    <a:cubicBezTo>
                      <a:pt x="1155" y="3055"/>
                      <a:pt x="1124" y="2837"/>
                      <a:pt x="1121" y="2815"/>
                    </a:cubicBezTo>
                    <a:cubicBezTo>
                      <a:pt x="831" y="812"/>
                      <a:pt x="95" y="39"/>
                      <a:pt x="64" y="7"/>
                    </a:cubicBezTo>
                    <a:cubicBezTo>
                      <a:pt x="54" y="3"/>
                      <a:pt x="45" y="0"/>
                      <a:pt x="36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20" name="Google Shape;820;p35"/>
            <p:cNvSpPr/>
            <p:nvPr/>
          </p:nvSpPr>
          <p:spPr>
            <a:xfrm flipH="1">
              <a:off x="3803108" y="3499974"/>
              <a:ext cx="720919" cy="418611"/>
            </a:xfrm>
            <a:custGeom>
              <a:avLst/>
              <a:gdLst/>
              <a:ahLst/>
              <a:cxnLst/>
              <a:rect l="l" t="t" r="r" b="b"/>
              <a:pathLst>
                <a:path w="8740" h="5075" extrusionOk="0">
                  <a:moveTo>
                    <a:pt x="3537" y="0"/>
                  </a:moveTo>
                  <a:cubicBezTo>
                    <a:pt x="3524" y="0"/>
                    <a:pt x="3512" y="2"/>
                    <a:pt x="3499" y="5"/>
                  </a:cubicBezTo>
                  <a:cubicBezTo>
                    <a:pt x="3253" y="75"/>
                    <a:pt x="3216" y="860"/>
                    <a:pt x="3389" y="2352"/>
                  </a:cubicBezTo>
                  <a:cubicBezTo>
                    <a:pt x="3226" y="2109"/>
                    <a:pt x="2535" y="1093"/>
                    <a:pt x="2140" y="1093"/>
                  </a:cubicBezTo>
                  <a:cubicBezTo>
                    <a:pt x="2114" y="1093"/>
                    <a:pt x="2090" y="1097"/>
                    <a:pt x="2067" y="1106"/>
                  </a:cubicBezTo>
                  <a:cubicBezTo>
                    <a:pt x="1597" y="1289"/>
                    <a:pt x="2039" y="3356"/>
                    <a:pt x="2067" y="3491"/>
                  </a:cubicBezTo>
                  <a:cubicBezTo>
                    <a:pt x="1687" y="3290"/>
                    <a:pt x="1317" y="3208"/>
                    <a:pt x="1004" y="3208"/>
                  </a:cubicBezTo>
                  <a:cubicBezTo>
                    <a:pt x="578" y="3208"/>
                    <a:pt x="257" y="3360"/>
                    <a:pt x="159" y="3567"/>
                  </a:cubicBezTo>
                  <a:cubicBezTo>
                    <a:pt x="1" y="3892"/>
                    <a:pt x="320" y="4630"/>
                    <a:pt x="1039" y="5069"/>
                  </a:cubicBezTo>
                  <a:cubicBezTo>
                    <a:pt x="1489" y="5073"/>
                    <a:pt x="1938" y="5075"/>
                    <a:pt x="2388" y="5075"/>
                  </a:cubicBezTo>
                  <a:cubicBezTo>
                    <a:pt x="3896" y="5075"/>
                    <a:pt x="5404" y="5056"/>
                    <a:pt x="6915" y="5056"/>
                  </a:cubicBezTo>
                  <a:cubicBezTo>
                    <a:pt x="7256" y="5056"/>
                    <a:pt x="7597" y="5057"/>
                    <a:pt x="7938" y="5059"/>
                  </a:cubicBezTo>
                  <a:cubicBezTo>
                    <a:pt x="8531" y="3759"/>
                    <a:pt x="8739" y="3050"/>
                    <a:pt x="8563" y="2936"/>
                  </a:cubicBezTo>
                  <a:cubicBezTo>
                    <a:pt x="8546" y="2925"/>
                    <a:pt x="8525" y="2919"/>
                    <a:pt x="8501" y="2919"/>
                  </a:cubicBezTo>
                  <a:cubicBezTo>
                    <a:pt x="8328" y="2919"/>
                    <a:pt x="7970" y="3208"/>
                    <a:pt x="7427" y="3778"/>
                  </a:cubicBezTo>
                  <a:cubicBezTo>
                    <a:pt x="7320" y="3176"/>
                    <a:pt x="6951" y="1176"/>
                    <a:pt x="6472" y="1176"/>
                  </a:cubicBezTo>
                  <a:cubicBezTo>
                    <a:pt x="6472" y="1176"/>
                    <a:pt x="6472" y="1176"/>
                    <a:pt x="6471" y="1176"/>
                  </a:cubicBezTo>
                  <a:cubicBezTo>
                    <a:pt x="6090" y="1179"/>
                    <a:pt x="5802" y="2472"/>
                    <a:pt x="5664" y="3195"/>
                  </a:cubicBezTo>
                  <a:cubicBezTo>
                    <a:pt x="5389" y="1217"/>
                    <a:pt x="5105" y="226"/>
                    <a:pt x="4821" y="226"/>
                  </a:cubicBezTo>
                  <a:cubicBezTo>
                    <a:pt x="4673" y="226"/>
                    <a:pt x="4525" y="482"/>
                    <a:pt x="4380" y="996"/>
                  </a:cubicBezTo>
                  <a:cubicBezTo>
                    <a:pt x="4000" y="328"/>
                    <a:pt x="3719" y="0"/>
                    <a:pt x="3537" y="0"/>
                  </a:cubicBezTo>
                  <a:close/>
                </a:path>
              </a:pathLst>
            </a:custGeom>
            <a:solidFill>
              <a:srgbClr val="1A75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21" name="Google Shape;821;p35"/>
            <p:cNvGrpSpPr/>
            <p:nvPr/>
          </p:nvGrpSpPr>
          <p:grpSpPr>
            <a:xfrm>
              <a:off x="3552650" y="3464992"/>
              <a:ext cx="488023" cy="488585"/>
              <a:chOff x="4683550" y="1106675"/>
              <a:chExt cx="195475" cy="195700"/>
            </a:xfrm>
          </p:grpSpPr>
          <p:sp>
            <p:nvSpPr>
              <p:cNvPr id="822" name="Google Shape;822;p35"/>
              <p:cNvSpPr/>
              <p:nvPr/>
            </p:nvSpPr>
            <p:spPr>
              <a:xfrm>
                <a:off x="4683550" y="1106675"/>
                <a:ext cx="195475" cy="195700"/>
              </a:xfrm>
              <a:custGeom>
                <a:avLst/>
                <a:gdLst/>
                <a:ahLst/>
                <a:cxnLst/>
                <a:rect l="l" t="t" r="r" b="b"/>
                <a:pathLst>
                  <a:path w="7819" h="7828" extrusionOk="0">
                    <a:moveTo>
                      <a:pt x="5916" y="1"/>
                    </a:moveTo>
                    <a:cubicBezTo>
                      <a:pt x="5679" y="1"/>
                      <a:pt x="5479" y="217"/>
                      <a:pt x="5342" y="421"/>
                    </a:cubicBezTo>
                    <a:cubicBezTo>
                      <a:pt x="4774" y="1269"/>
                      <a:pt x="4427" y="2250"/>
                      <a:pt x="4212" y="3250"/>
                    </a:cubicBezTo>
                    <a:cubicBezTo>
                      <a:pt x="4001" y="4247"/>
                      <a:pt x="3909" y="5285"/>
                      <a:pt x="3827" y="6301"/>
                    </a:cubicBezTo>
                    <a:cubicBezTo>
                      <a:pt x="3862" y="5541"/>
                      <a:pt x="3670" y="4774"/>
                      <a:pt x="3279" y="4121"/>
                    </a:cubicBezTo>
                    <a:cubicBezTo>
                      <a:pt x="3190" y="3976"/>
                      <a:pt x="3092" y="3828"/>
                      <a:pt x="2954" y="3727"/>
                    </a:cubicBezTo>
                    <a:cubicBezTo>
                      <a:pt x="2847" y="3645"/>
                      <a:pt x="2712" y="3592"/>
                      <a:pt x="2580" y="3592"/>
                    </a:cubicBezTo>
                    <a:cubicBezTo>
                      <a:pt x="2544" y="3592"/>
                      <a:pt x="2509" y="3596"/>
                      <a:pt x="2474" y="3604"/>
                    </a:cubicBezTo>
                    <a:cubicBezTo>
                      <a:pt x="2304" y="3648"/>
                      <a:pt x="2171" y="3790"/>
                      <a:pt x="2096" y="3951"/>
                    </a:cubicBezTo>
                    <a:cubicBezTo>
                      <a:pt x="2020" y="4112"/>
                      <a:pt x="2001" y="4295"/>
                      <a:pt x="1988" y="4471"/>
                    </a:cubicBezTo>
                    <a:cubicBezTo>
                      <a:pt x="1935" y="5323"/>
                      <a:pt x="2067" y="6244"/>
                      <a:pt x="2354" y="7052"/>
                    </a:cubicBezTo>
                    <a:cubicBezTo>
                      <a:pt x="1988" y="6541"/>
                      <a:pt x="1493" y="6131"/>
                      <a:pt x="928" y="5869"/>
                    </a:cubicBezTo>
                    <a:cubicBezTo>
                      <a:pt x="793" y="5806"/>
                      <a:pt x="651" y="5746"/>
                      <a:pt x="502" y="5746"/>
                    </a:cubicBezTo>
                    <a:cubicBezTo>
                      <a:pt x="351" y="5746"/>
                      <a:pt x="193" y="5809"/>
                      <a:pt x="121" y="5935"/>
                    </a:cubicBezTo>
                    <a:cubicBezTo>
                      <a:pt x="1" y="6131"/>
                      <a:pt x="111" y="6383"/>
                      <a:pt x="231" y="6579"/>
                    </a:cubicBezTo>
                    <a:cubicBezTo>
                      <a:pt x="506" y="7030"/>
                      <a:pt x="875" y="7456"/>
                      <a:pt x="1253" y="7828"/>
                    </a:cubicBezTo>
                    <a:cubicBezTo>
                      <a:pt x="2919" y="7825"/>
                      <a:pt x="4585" y="7815"/>
                      <a:pt x="6253" y="7809"/>
                    </a:cubicBezTo>
                    <a:cubicBezTo>
                      <a:pt x="6973" y="7134"/>
                      <a:pt x="7459" y="6083"/>
                      <a:pt x="7717" y="5134"/>
                    </a:cubicBezTo>
                    <a:cubicBezTo>
                      <a:pt x="7787" y="4885"/>
                      <a:pt x="7818" y="4585"/>
                      <a:pt x="7635" y="4408"/>
                    </a:cubicBezTo>
                    <a:cubicBezTo>
                      <a:pt x="7547" y="4323"/>
                      <a:pt x="7435" y="4290"/>
                      <a:pt x="7315" y="4290"/>
                    </a:cubicBezTo>
                    <a:cubicBezTo>
                      <a:pt x="7150" y="4290"/>
                      <a:pt x="6970" y="4352"/>
                      <a:pt x="6818" y="4427"/>
                    </a:cubicBezTo>
                    <a:cubicBezTo>
                      <a:pt x="6152" y="4768"/>
                      <a:pt x="5597" y="5244"/>
                      <a:pt x="5219" y="5891"/>
                    </a:cubicBezTo>
                    <a:cubicBezTo>
                      <a:pt x="5856" y="4295"/>
                      <a:pt x="6247" y="2597"/>
                      <a:pt x="6370" y="884"/>
                    </a:cubicBezTo>
                    <a:cubicBezTo>
                      <a:pt x="6383" y="705"/>
                      <a:pt x="6389" y="528"/>
                      <a:pt x="6339" y="364"/>
                    </a:cubicBezTo>
                    <a:cubicBezTo>
                      <a:pt x="6288" y="197"/>
                      <a:pt x="6156" y="42"/>
                      <a:pt x="5988" y="7"/>
                    </a:cubicBezTo>
                    <a:cubicBezTo>
                      <a:pt x="5964" y="3"/>
                      <a:pt x="5940" y="1"/>
                      <a:pt x="5916" y="1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35"/>
              <p:cNvSpPr/>
              <p:nvPr/>
            </p:nvSpPr>
            <p:spPr>
              <a:xfrm>
                <a:off x="4792625" y="1137300"/>
                <a:ext cx="33325" cy="143725"/>
              </a:xfrm>
              <a:custGeom>
                <a:avLst/>
                <a:gdLst/>
                <a:ahLst/>
                <a:cxnLst/>
                <a:rect l="l" t="t" r="r" b="b"/>
                <a:pathLst>
                  <a:path w="1333" h="5749" extrusionOk="0">
                    <a:moveTo>
                      <a:pt x="1263" y="0"/>
                    </a:moveTo>
                    <a:cubicBezTo>
                      <a:pt x="1250" y="29"/>
                      <a:pt x="300" y="2710"/>
                      <a:pt x="1" y="5739"/>
                    </a:cubicBezTo>
                    <a:lnTo>
                      <a:pt x="76" y="5748"/>
                    </a:lnTo>
                    <a:cubicBezTo>
                      <a:pt x="376" y="2726"/>
                      <a:pt x="1323" y="57"/>
                      <a:pt x="1332" y="29"/>
                    </a:cubicBezTo>
                    <a:lnTo>
                      <a:pt x="1263" y="0"/>
                    </a:ln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35"/>
              <p:cNvSpPr/>
              <p:nvPr/>
            </p:nvSpPr>
            <p:spPr>
              <a:xfrm>
                <a:off x="4824100" y="1226325"/>
                <a:ext cx="40400" cy="60050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2402" extrusionOk="0">
                    <a:moveTo>
                      <a:pt x="1568" y="1"/>
                    </a:moveTo>
                    <a:cubicBezTo>
                      <a:pt x="1556" y="10"/>
                      <a:pt x="452" y="897"/>
                      <a:pt x="0" y="2379"/>
                    </a:cubicBezTo>
                    <a:lnTo>
                      <a:pt x="73" y="2402"/>
                    </a:lnTo>
                    <a:cubicBezTo>
                      <a:pt x="521" y="944"/>
                      <a:pt x="1603" y="73"/>
                      <a:pt x="1616" y="61"/>
                    </a:cubicBezTo>
                    <a:lnTo>
                      <a:pt x="1568" y="1"/>
                    </a:ln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35"/>
              <p:cNvSpPr/>
              <p:nvPr/>
            </p:nvSpPr>
            <p:spPr>
              <a:xfrm>
                <a:off x="4747275" y="1217900"/>
                <a:ext cx="14150" cy="65250"/>
              </a:xfrm>
              <a:custGeom>
                <a:avLst/>
                <a:gdLst/>
                <a:ahLst/>
                <a:cxnLst/>
                <a:rect l="l" t="t" r="r" b="b"/>
                <a:pathLst>
                  <a:path w="566" h="2610" extrusionOk="0">
                    <a:moveTo>
                      <a:pt x="70" y="0"/>
                    </a:moveTo>
                    <a:lnTo>
                      <a:pt x="1" y="22"/>
                    </a:lnTo>
                    <a:cubicBezTo>
                      <a:pt x="4" y="38"/>
                      <a:pt x="490" y="1455"/>
                      <a:pt x="461" y="2609"/>
                    </a:cubicBezTo>
                    <a:lnTo>
                      <a:pt x="537" y="2609"/>
                    </a:lnTo>
                    <a:cubicBezTo>
                      <a:pt x="565" y="1439"/>
                      <a:pt x="76" y="10"/>
                      <a:pt x="70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35"/>
              <p:cNvSpPr/>
              <p:nvPr/>
            </p:nvSpPr>
            <p:spPr>
              <a:xfrm>
                <a:off x="4699575" y="1264025"/>
                <a:ext cx="30850" cy="31350"/>
              </a:xfrm>
              <a:custGeom>
                <a:avLst/>
                <a:gdLst/>
                <a:ahLst/>
                <a:cxnLst/>
                <a:rect l="l" t="t" r="r" b="b"/>
                <a:pathLst>
                  <a:path w="1234" h="1254" extrusionOk="0">
                    <a:moveTo>
                      <a:pt x="35" y="1"/>
                    </a:moveTo>
                    <a:lnTo>
                      <a:pt x="0" y="67"/>
                    </a:lnTo>
                    <a:cubicBezTo>
                      <a:pt x="3" y="70"/>
                      <a:pt x="647" y="433"/>
                      <a:pt x="1171" y="1253"/>
                    </a:cubicBezTo>
                    <a:lnTo>
                      <a:pt x="1234" y="1209"/>
                    </a:lnTo>
                    <a:cubicBezTo>
                      <a:pt x="701" y="373"/>
                      <a:pt x="44" y="4"/>
                      <a:pt x="35" y="1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27" name="Google Shape;827;p35"/>
            <p:cNvSpPr/>
            <p:nvPr/>
          </p:nvSpPr>
          <p:spPr>
            <a:xfrm>
              <a:off x="659767" y="3499974"/>
              <a:ext cx="720919" cy="418611"/>
            </a:xfrm>
            <a:custGeom>
              <a:avLst/>
              <a:gdLst/>
              <a:ahLst/>
              <a:cxnLst/>
              <a:rect l="l" t="t" r="r" b="b"/>
              <a:pathLst>
                <a:path w="8740" h="5075" extrusionOk="0">
                  <a:moveTo>
                    <a:pt x="3537" y="0"/>
                  </a:moveTo>
                  <a:cubicBezTo>
                    <a:pt x="3524" y="0"/>
                    <a:pt x="3512" y="2"/>
                    <a:pt x="3499" y="5"/>
                  </a:cubicBezTo>
                  <a:cubicBezTo>
                    <a:pt x="3253" y="75"/>
                    <a:pt x="3216" y="860"/>
                    <a:pt x="3389" y="2352"/>
                  </a:cubicBezTo>
                  <a:cubicBezTo>
                    <a:pt x="3226" y="2109"/>
                    <a:pt x="2535" y="1093"/>
                    <a:pt x="2140" y="1093"/>
                  </a:cubicBezTo>
                  <a:cubicBezTo>
                    <a:pt x="2114" y="1093"/>
                    <a:pt x="2090" y="1097"/>
                    <a:pt x="2067" y="1106"/>
                  </a:cubicBezTo>
                  <a:cubicBezTo>
                    <a:pt x="1597" y="1289"/>
                    <a:pt x="2039" y="3356"/>
                    <a:pt x="2067" y="3491"/>
                  </a:cubicBezTo>
                  <a:cubicBezTo>
                    <a:pt x="1687" y="3290"/>
                    <a:pt x="1317" y="3208"/>
                    <a:pt x="1004" y="3208"/>
                  </a:cubicBezTo>
                  <a:cubicBezTo>
                    <a:pt x="578" y="3208"/>
                    <a:pt x="257" y="3360"/>
                    <a:pt x="159" y="3567"/>
                  </a:cubicBezTo>
                  <a:cubicBezTo>
                    <a:pt x="1" y="3892"/>
                    <a:pt x="320" y="4630"/>
                    <a:pt x="1039" y="5069"/>
                  </a:cubicBezTo>
                  <a:cubicBezTo>
                    <a:pt x="1489" y="5073"/>
                    <a:pt x="1938" y="5075"/>
                    <a:pt x="2388" y="5075"/>
                  </a:cubicBezTo>
                  <a:cubicBezTo>
                    <a:pt x="3896" y="5075"/>
                    <a:pt x="5404" y="5056"/>
                    <a:pt x="6915" y="5056"/>
                  </a:cubicBezTo>
                  <a:cubicBezTo>
                    <a:pt x="7256" y="5056"/>
                    <a:pt x="7597" y="5057"/>
                    <a:pt x="7938" y="5059"/>
                  </a:cubicBezTo>
                  <a:cubicBezTo>
                    <a:pt x="8531" y="3759"/>
                    <a:pt x="8739" y="3050"/>
                    <a:pt x="8563" y="2936"/>
                  </a:cubicBezTo>
                  <a:cubicBezTo>
                    <a:pt x="8546" y="2925"/>
                    <a:pt x="8525" y="2919"/>
                    <a:pt x="8501" y="2919"/>
                  </a:cubicBezTo>
                  <a:cubicBezTo>
                    <a:pt x="8328" y="2919"/>
                    <a:pt x="7970" y="3208"/>
                    <a:pt x="7427" y="3778"/>
                  </a:cubicBezTo>
                  <a:cubicBezTo>
                    <a:pt x="7320" y="3176"/>
                    <a:pt x="6951" y="1176"/>
                    <a:pt x="6472" y="1176"/>
                  </a:cubicBezTo>
                  <a:cubicBezTo>
                    <a:pt x="6472" y="1176"/>
                    <a:pt x="6472" y="1176"/>
                    <a:pt x="6471" y="1176"/>
                  </a:cubicBezTo>
                  <a:cubicBezTo>
                    <a:pt x="6090" y="1179"/>
                    <a:pt x="5802" y="2472"/>
                    <a:pt x="5664" y="3195"/>
                  </a:cubicBezTo>
                  <a:cubicBezTo>
                    <a:pt x="5389" y="1217"/>
                    <a:pt x="5105" y="226"/>
                    <a:pt x="4821" y="226"/>
                  </a:cubicBezTo>
                  <a:cubicBezTo>
                    <a:pt x="4673" y="226"/>
                    <a:pt x="4525" y="482"/>
                    <a:pt x="4380" y="996"/>
                  </a:cubicBezTo>
                  <a:cubicBezTo>
                    <a:pt x="4000" y="328"/>
                    <a:pt x="3719" y="0"/>
                    <a:pt x="3537" y="0"/>
                  </a:cubicBezTo>
                  <a:close/>
                </a:path>
              </a:pathLst>
            </a:custGeom>
            <a:solidFill>
              <a:srgbClr val="1A75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36"/>
          <p:cNvSpPr txBox="1">
            <a:spLocks noGrp="1"/>
          </p:cNvSpPr>
          <p:nvPr>
            <p:ph type="subTitle" idx="1"/>
          </p:nvPr>
        </p:nvSpPr>
        <p:spPr>
          <a:xfrm>
            <a:off x="4131550" y="1864150"/>
            <a:ext cx="4805100" cy="21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FoodEmployee submits Push Food Request → FreshChecker conducts initial inspection → PostChecker performs periodic re-inspection → Validated food appears in Push Food List → Shelter Helper can view available food for selection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833" name="Google Shape;833;p36"/>
          <p:cNvSpPr txBox="1">
            <a:spLocks noGrp="1"/>
          </p:cNvSpPr>
          <p:nvPr>
            <p:ph type="title"/>
          </p:nvPr>
        </p:nvSpPr>
        <p:spPr>
          <a:xfrm>
            <a:off x="4019950" y="824475"/>
            <a:ext cx="5028300" cy="80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Food Donation Flow</a:t>
            </a:r>
            <a:endParaRPr/>
          </a:p>
        </p:txBody>
      </p:sp>
      <p:grpSp>
        <p:nvGrpSpPr>
          <p:cNvPr id="834" name="Google Shape;834;p36"/>
          <p:cNvGrpSpPr/>
          <p:nvPr/>
        </p:nvGrpSpPr>
        <p:grpSpPr>
          <a:xfrm>
            <a:off x="713225" y="824466"/>
            <a:ext cx="3529800" cy="3491334"/>
            <a:chOff x="4853550" y="824466"/>
            <a:chExt cx="3529800" cy="3491334"/>
          </a:xfrm>
        </p:grpSpPr>
        <p:grpSp>
          <p:nvGrpSpPr>
            <p:cNvPr id="835" name="Google Shape;835;p36"/>
            <p:cNvGrpSpPr/>
            <p:nvPr/>
          </p:nvGrpSpPr>
          <p:grpSpPr>
            <a:xfrm>
              <a:off x="5159225" y="2194200"/>
              <a:ext cx="2877025" cy="1809000"/>
              <a:chOff x="5293300" y="2202650"/>
              <a:chExt cx="2877025" cy="1809000"/>
            </a:xfrm>
          </p:grpSpPr>
          <p:sp>
            <p:nvSpPr>
              <p:cNvPr id="836" name="Google Shape;836;p36"/>
              <p:cNvSpPr/>
              <p:nvPr/>
            </p:nvSpPr>
            <p:spPr>
              <a:xfrm>
                <a:off x="5293300" y="2586850"/>
                <a:ext cx="441900" cy="14247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36"/>
              <p:cNvSpPr/>
              <p:nvPr/>
            </p:nvSpPr>
            <p:spPr>
              <a:xfrm>
                <a:off x="5735200" y="2773450"/>
                <a:ext cx="322500" cy="12381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36"/>
              <p:cNvSpPr/>
              <p:nvPr/>
            </p:nvSpPr>
            <p:spPr>
              <a:xfrm>
                <a:off x="6057700" y="2237675"/>
                <a:ext cx="611100" cy="17739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36"/>
              <p:cNvSpPr/>
              <p:nvPr/>
            </p:nvSpPr>
            <p:spPr>
              <a:xfrm>
                <a:off x="7286525" y="2503825"/>
                <a:ext cx="441900" cy="15078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36"/>
              <p:cNvSpPr/>
              <p:nvPr/>
            </p:nvSpPr>
            <p:spPr>
              <a:xfrm>
                <a:off x="7728425" y="2202650"/>
                <a:ext cx="441900" cy="18090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41" name="Google Shape;841;p36"/>
            <p:cNvGrpSpPr/>
            <p:nvPr/>
          </p:nvGrpSpPr>
          <p:grpSpPr>
            <a:xfrm>
              <a:off x="5834123" y="1195339"/>
              <a:ext cx="1674781" cy="2487105"/>
              <a:chOff x="2636850" y="669600"/>
              <a:chExt cx="226625" cy="336550"/>
            </a:xfrm>
          </p:grpSpPr>
          <p:sp>
            <p:nvSpPr>
              <p:cNvPr id="842" name="Google Shape;842;p36"/>
              <p:cNvSpPr/>
              <p:nvPr/>
            </p:nvSpPr>
            <p:spPr>
              <a:xfrm>
                <a:off x="2636850" y="669600"/>
                <a:ext cx="226450" cy="176900"/>
              </a:xfrm>
              <a:custGeom>
                <a:avLst/>
                <a:gdLst/>
                <a:ahLst/>
                <a:cxnLst/>
                <a:rect l="l" t="t" r="r" b="b"/>
                <a:pathLst>
                  <a:path w="9058" h="7076" extrusionOk="0">
                    <a:moveTo>
                      <a:pt x="3341" y="1"/>
                    </a:moveTo>
                    <a:cubicBezTo>
                      <a:pt x="2572" y="1"/>
                      <a:pt x="1944" y="616"/>
                      <a:pt x="1881" y="1401"/>
                    </a:cubicBezTo>
                    <a:cubicBezTo>
                      <a:pt x="1834" y="1398"/>
                      <a:pt x="1786" y="1395"/>
                      <a:pt x="1739" y="1395"/>
                    </a:cubicBezTo>
                    <a:cubicBezTo>
                      <a:pt x="777" y="1395"/>
                      <a:pt x="1" y="2206"/>
                      <a:pt x="1" y="3209"/>
                    </a:cubicBezTo>
                    <a:cubicBezTo>
                      <a:pt x="1" y="3881"/>
                      <a:pt x="351" y="4464"/>
                      <a:pt x="871" y="4780"/>
                    </a:cubicBezTo>
                    <a:cubicBezTo>
                      <a:pt x="849" y="4871"/>
                      <a:pt x="837" y="4966"/>
                      <a:pt x="837" y="5064"/>
                    </a:cubicBezTo>
                    <a:cubicBezTo>
                      <a:pt x="837" y="5663"/>
                      <a:pt x="1300" y="6149"/>
                      <a:pt x="1878" y="6149"/>
                    </a:cubicBezTo>
                    <a:cubicBezTo>
                      <a:pt x="2108" y="6149"/>
                      <a:pt x="2316" y="6070"/>
                      <a:pt x="2490" y="5941"/>
                    </a:cubicBezTo>
                    <a:cubicBezTo>
                      <a:pt x="2982" y="6646"/>
                      <a:pt x="3808" y="7076"/>
                      <a:pt x="4706" y="7076"/>
                    </a:cubicBezTo>
                    <a:cubicBezTo>
                      <a:pt x="4941" y="7076"/>
                      <a:pt x="5181" y="7047"/>
                      <a:pt x="5420" y="6985"/>
                    </a:cubicBezTo>
                    <a:cubicBezTo>
                      <a:pt x="6506" y="6704"/>
                      <a:pt x="7294" y="5843"/>
                      <a:pt x="7512" y="4837"/>
                    </a:cubicBezTo>
                    <a:cubicBezTo>
                      <a:pt x="8386" y="4745"/>
                      <a:pt x="9058" y="3985"/>
                      <a:pt x="9058" y="3057"/>
                    </a:cubicBezTo>
                    <a:cubicBezTo>
                      <a:pt x="9058" y="2067"/>
                      <a:pt x="8291" y="1269"/>
                      <a:pt x="7345" y="1269"/>
                    </a:cubicBezTo>
                    <a:cubicBezTo>
                      <a:pt x="7272" y="1269"/>
                      <a:pt x="7206" y="1272"/>
                      <a:pt x="7133" y="1278"/>
                    </a:cubicBezTo>
                    <a:lnTo>
                      <a:pt x="7133" y="1275"/>
                    </a:lnTo>
                    <a:cubicBezTo>
                      <a:pt x="7133" y="938"/>
                      <a:pt x="6872" y="660"/>
                      <a:pt x="6544" y="660"/>
                    </a:cubicBezTo>
                    <a:cubicBezTo>
                      <a:pt x="6402" y="660"/>
                      <a:pt x="6272" y="710"/>
                      <a:pt x="6168" y="799"/>
                    </a:cubicBezTo>
                    <a:cubicBezTo>
                      <a:pt x="5963" y="385"/>
                      <a:pt x="5547" y="101"/>
                      <a:pt x="5067" y="101"/>
                    </a:cubicBezTo>
                    <a:cubicBezTo>
                      <a:pt x="4780" y="101"/>
                      <a:pt x="4515" y="202"/>
                      <a:pt x="4304" y="376"/>
                    </a:cubicBezTo>
                    <a:cubicBezTo>
                      <a:pt x="4048" y="143"/>
                      <a:pt x="3711" y="1"/>
                      <a:pt x="3341" y="1"/>
                    </a:cubicBez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36"/>
              <p:cNvSpPr/>
              <p:nvPr/>
            </p:nvSpPr>
            <p:spPr>
              <a:xfrm>
                <a:off x="2657825" y="726475"/>
                <a:ext cx="205650" cy="120175"/>
              </a:xfrm>
              <a:custGeom>
                <a:avLst/>
                <a:gdLst/>
                <a:ahLst/>
                <a:cxnLst/>
                <a:rect l="l" t="t" r="r" b="b"/>
                <a:pathLst>
                  <a:path w="8226" h="4807" extrusionOk="0">
                    <a:moveTo>
                      <a:pt x="7110" y="1"/>
                    </a:moveTo>
                    <a:cubicBezTo>
                      <a:pt x="6433" y="1"/>
                      <a:pt x="5614" y="374"/>
                      <a:pt x="5124" y="1035"/>
                    </a:cubicBezTo>
                    <a:cubicBezTo>
                      <a:pt x="4562" y="1795"/>
                      <a:pt x="3961" y="2087"/>
                      <a:pt x="3336" y="2087"/>
                    </a:cubicBezTo>
                    <a:cubicBezTo>
                      <a:pt x="2978" y="2087"/>
                      <a:pt x="2612" y="1992"/>
                      <a:pt x="2241" y="1833"/>
                    </a:cubicBezTo>
                    <a:cubicBezTo>
                      <a:pt x="1816" y="1649"/>
                      <a:pt x="1472" y="1578"/>
                      <a:pt x="1193" y="1578"/>
                    </a:cubicBezTo>
                    <a:cubicBezTo>
                      <a:pt x="189" y="1578"/>
                      <a:pt x="39" y="2511"/>
                      <a:pt x="39" y="2511"/>
                    </a:cubicBezTo>
                    <a:cubicBezTo>
                      <a:pt x="13" y="2600"/>
                      <a:pt x="1" y="2694"/>
                      <a:pt x="1" y="2795"/>
                    </a:cubicBezTo>
                    <a:cubicBezTo>
                      <a:pt x="1" y="3395"/>
                      <a:pt x="468" y="3877"/>
                      <a:pt x="1042" y="3877"/>
                    </a:cubicBezTo>
                    <a:lnTo>
                      <a:pt x="1086" y="3877"/>
                    </a:lnTo>
                    <a:cubicBezTo>
                      <a:pt x="1107" y="3876"/>
                      <a:pt x="1127" y="3876"/>
                      <a:pt x="1147" y="3876"/>
                    </a:cubicBezTo>
                    <a:cubicBezTo>
                      <a:pt x="1532" y="3876"/>
                      <a:pt x="1901" y="4016"/>
                      <a:pt x="2209" y="4253"/>
                    </a:cubicBezTo>
                    <a:cubicBezTo>
                      <a:pt x="2671" y="4605"/>
                      <a:pt x="3251" y="4807"/>
                      <a:pt x="3863" y="4807"/>
                    </a:cubicBezTo>
                    <a:cubicBezTo>
                      <a:pt x="4100" y="4807"/>
                      <a:pt x="4342" y="4777"/>
                      <a:pt x="4585" y="4713"/>
                    </a:cubicBezTo>
                    <a:cubicBezTo>
                      <a:pt x="5402" y="4505"/>
                      <a:pt x="6048" y="3969"/>
                      <a:pt x="6414" y="3287"/>
                    </a:cubicBezTo>
                    <a:cubicBezTo>
                      <a:pt x="6632" y="2880"/>
                      <a:pt x="6970" y="2568"/>
                      <a:pt x="7358" y="2338"/>
                    </a:cubicBezTo>
                    <a:cubicBezTo>
                      <a:pt x="7872" y="2029"/>
                      <a:pt x="8225" y="1448"/>
                      <a:pt x="8225" y="782"/>
                    </a:cubicBezTo>
                    <a:cubicBezTo>
                      <a:pt x="8114" y="246"/>
                      <a:pt x="7658" y="1"/>
                      <a:pt x="7110" y="1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36"/>
              <p:cNvSpPr/>
              <p:nvPr/>
            </p:nvSpPr>
            <p:spPr>
              <a:xfrm>
                <a:off x="2695300" y="726700"/>
                <a:ext cx="138675" cy="279450"/>
              </a:xfrm>
              <a:custGeom>
                <a:avLst/>
                <a:gdLst/>
                <a:ahLst/>
                <a:cxnLst/>
                <a:rect l="l" t="t" r="r" b="b"/>
                <a:pathLst>
                  <a:path w="5547" h="11178" extrusionOk="0">
                    <a:moveTo>
                      <a:pt x="5442" y="1"/>
                    </a:moveTo>
                    <a:lnTo>
                      <a:pt x="5316" y="13"/>
                    </a:lnTo>
                    <a:cubicBezTo>
                      <a:pt x="5363" y="1038"/>
                      <a:pt x="4322" y="2938"/>
                      <a:pt x="3243" y="3720"/>
                    </a:cubicBezTo>
                    <a:cubicBezTo>
                      <a:pt x="3227" y="3733"/>
                      <a:pt x="3209" y="3738"/>
                      <a:pt x="3192" y="3738"/>
                    </a:cubicBezTo>
                    <a:cubicBezTo>
                      <a:pt x="3130" y="3738"/>
                      <a:pt x="3077" y="3661"/>
                      <a:pt x="3114" y="3594"/>
                    </a:cubicBezTo>
                    <a:cubicBezTo>
                      <a:pt x="3556" y="2802"/>
                      <a:pt x="3754" y="1673"/>
                      <a:pt x="3795" y="824"/>
                    </a:cubicBezTo>
                    <a:lnTo>
                      <a:pt x="3795" y="824"/>
                    </a:lnTo>
                    <a:cubicBezTo>
                      <a:pt x="3707" y="1618"/>
                      <a:pt x="3000" y="3534"/>
                      <a:pt x="2795" y="3534"/>
                    </a:cubicBezTo>
                    <a:cubicBezTo>
                      <a:pt x="2781" y="3534"/>
                      <a:pt x="2770" y="3525"/>
                      <a:pt x="2761" y="3505"/>
                    </a:cubicBezTo>
                    <a:lnTo>
                      <a:pt x="2761" y="1833"/>
                    </a:lnTo>
                    <a:cubicBezTo>
                      <a:pt x="2530" y="1969"/>
                      <a:pt x="2287" y="2039"/>
                      <a:pt x="2045" y="2067"/>
                    </a:cubicBezTo>
                    <a:lnTo>
                      <a:pt x="2045" y="3181"/>
                    </a:lnTo>
                    <a:cubicBezTo>
                      <a:pt x="2039" y="3268"/>
                      <a:pt x="1978" y="3303"/>
                      <a:pt x="1877" y="3303"/>
                    </a:cubicBezTo>
                    <a:cubicBezTo>
                      <a:pt x="1478" y="3303"/>
                      <a:pt x="470" y="2743"/>
                      <a:pt x="16" y="2669"/>
                    </a:cubicBezTo>
                    <a:lnTo>
                      <a:pt x="0" y="2770"/>
                    </a:lnTo>
                    <a:cubicBezTo>
                      <a:pt x="537" y="2912"/>
                      <a:pt x="1133" y="3222"/>
                      <a:pt x="1603" y="3629"/>
                    </a:cubicBezTo>
                    <a:cubicBezTo>
                      <a:pt x="1880" y="3875"/>
                      <a:pt x="2048" y="4237"/>
                      <a:pt x="2048" y="4619"/>
                    </a:cubicBezTo>
                    <a:lnTo>
                      <a:pt x="2048" y="11178"/>
                    </a:lnTo>
                    <a:lnTo>
                      <a:pt x="2764" y="11178"/>
                    </a:lnTo>
                    <a:lnTo>
                      <a:pt x="2764" y="5351"/>
                    </a:lnTo>
                    <a:cubicBezTo>
                      <a:pt x="2764" y="4894"/>
                      <a:pt x="2978" y="4474"/>
                      <a:pt x="3332" y="4203"/>
                    </a:cubicBezTo>
                    <a:cubicBezTo>
                      <a:pt x="4486" y="3329"/>
                      <a:pt x="5546" y="1139"/>
                      <a:pt x="5442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45" name="Google Shape;845;p36"/>
            <p:cNvGrpSpPr/>
            <p:nvPr/>
          </p:nvGrpSpPr>
          <p:grpSpPr>
            <a:xfrm>
              <a:off x="6278339" y="3569591"/>
              <a:ext cx="657382" cy="509857"/>
              <a:chOff x="4683550" y="1106675"/>
              <a:chExt cx="195475" cy="195700"/>
            </a:xfrm>
          </p:grpSpPr>
          <p:sp>
            <p:nvSpPr>
              <p:cNvPr id="846" name="Google Shape;846;p36"/>
              <p:cNvSpPr/>
              <p:nvPr/>
            </p:nvSpPr>
            <p:spPr>
              <a:xfrm>
                <a:off x="4683550" y="1106675"/>
                <a:ext cx="195475" cy="195700"/>
              </a:xfrm>
              <a:custGeom>
                <a:avLst/>
                <a:gdLst/>
                <a:ahLst/>
                <a:cxnLst/>
                <a:rect l="l" t="t" r="r" b="b"/>
                <a:pathLst>
                  <a:path w="7819" h="7828" extrusionOk="0">
                    <a:moveTo>
                      <a:pt x="5916" y="1"/>
                    </a:moveTo>
                    <a:cubicBezTo>
                      <a:pt x="5679" y="1"/>
                      <a:pt x="5479" y="217"/>
                      <a:pt x="5342" y="421"/>
                    </a:cubicBezTo>
                    <a:cubicBezTo>
                      <a:pt x="4774" y="1269"/>
                      <a:pt x="4427" y="2250"/>
                      <a:pt x="4212" y="3250"/>
                    </a:cubicBezTo>
                    <a:cubicBezTo>
                      <a:pt x="4001" y="4247"/>
                      <a:pt x="3909" y="5285"/>
                      <a:pt x="3827" y="6301"/>
                    </a:cubicBezTo>
                    <a:cubicBezTo>
                      <a:pt x="3862" y="5541"/>
                      <a:pt x="3670" y="4774"/>
                      <a:pt x="3279" y="4121"/>
                    </a:cubicBezTo>
                    <a:cubicBezTo>
                      <a:pt x="3190" y="3976"/>
                      <a:pt x="3092" y="3828"/>
                      <a:pt x="2954" y="3727"/>
                    </a:cubicBezTo>
                    <a:cubicBezTo>
                      <a:pt x="2847" y="3645"/>
                      <a:pt x="2712" y="3592"/>
                      <a:pt x="2580" y="3592"/>
                    </a:cubicBezTo>
                    <a:cubicBezTo>
                      <a:pt x="2544" y="3592"/>
                      <a:pt x="2509" y="3596"/>
                      <a:pt x="2474" y="3604"/>
                    </a:cubicBezTo>
                    <a:cubicBezTo>
                      <a:pt x="2304" y="3648"/>
                      <a:pt x="2171" y="3790"/>
                      <a:pt x="2096" y="3951"/>
                    </a:cubicBezTo>
                    <a:cubicBezTo>
                      <a:pt x="2020" y="4112"/>
                      <a:pt x="2001" y="4295"/>
                      <a:pt x="1988" y="4471"/>
                    </a:cubicBezTo>
                    <a:cubicBezTo>
                      <a:pt x="1935" y="5323"/>
                      <a:pt x="2067" y="6244"/>
                      <a:pt x="2354" y="7052"/>
                    </a:cubicBezTo>
                    <a:cubicBezTo>
                      <a:pt x="1988" y="6541"/>
                      <a:pt x="1493" y="6131"/>
                      <a:pt x="928" y="5869"/>
                    </a:cubicBezTo>
                    <a:cubicBezTo>
                      <a:pt x="793" y="5806"/>
                      <a:pt x="651" y="5746"/>
                      <a:pt x="502" y="5746"/>
                    </a:cubicBezTo>
                    <a:cubicBezTo>
                      <a:pt x="351" y="5746"/>
                      <a:pt x="193" y="5809"/>
                      <a:pt x="121" y="5935"/>
                    </a:cubicBezTo>
                    <a:cubicBezTo>
                      <a:pt x="1" y="6131"/>
                      <a:pt x="111" y="6383"/>
                      <a:pt x="231" y="6579"/>
                    </a:cubicBezTo>
                    <a:cubicBezTo>
                      <a:pt x="506" y="7030"/>
                      <a:pt x="875" y="7456"/>
                      <a:pt x="1253" y="7828"/>
                    </a:cubicBezTo>
                    <a:cubicBezTo>
                      <a:pt x="2919" y="7825"/>
                      <a:pt x="4585" y="7815"/>
                      <a:pt x="6253" y="7809"/>
                    </a:cubicBezTo>
                    <a:cubicBezTo>
                      <a:pt x="6973" y="7134"/>
                      <a:pt x="7459" y="6083"/>
                      <a:pt x="7717" y="5134"/>
                    </a:cubicBezTo>
                    <a:cubicBezTo>
                      <a:pt x="7787" y="4885"/>
                      <a:pt x="7818" y="4585"/>
                      <a:pt x="7635" y="4408"/>
                    </a:cubicBezTo>
                    <a:cubicBezTo>
                      <a:pt x="7547" y="4323"/>
                      <a:pt x="7435" y="4290"/>
                      <a:pt x="7315" y="4290"/>
                    </a:cubicBezTo>
                    <a:cubicBezTo>
                      <a:pt x="7150" y="4290"/>
                      <a:pt x="6970" y="4352"/>
                      <a:pt x="6818" y="4427"/>
                    </a:cubicBezTo>
                    <a:cubicBezTo>
                      <a:pt x="6152" y="4768"/>
                      <a:pt x="5597" y="5244"/>
                      <a:pt x="5219" y="5891"/>
                    </a:cubicBezTo>
                    <a:cubicBezTo>
                      <a:pt x="5856" y="4295"/>
                      <a:pt x="6247" y="2597"/>
                      <a:pt x="6370" y="884"/>
                    </a:cubicBezTo>
                    <a:cubicBezTo>
                      <a:pt x="6383" y="705"/>
                      <a:pt x="6389" y="528"/>
                      <a:pt x="6339" y="364"/>
                    </a:cubicBezTo>
                    <a:cubicBezTo>
                      <a:pt x="6288" y="197"/>
                      <a:pt x="6156" y="42"/>
                      <a:pt x="5988" y="7"/>
                    </a:cubicBezTo>
                    <a:cubicBezTo>
                      <a:pt x="5964" y="3"/>
                      <a:pt x="5940" y="1"/>
                      <a:pt x="5916" y="1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36"/>
              <p:cNvSpPr/>
              <p:nvPr/>
            </p:nvSpPr>
            <p:spPr>
              <a:xfrm>
                <a:off x="4792625" y="1137300"/>
                <a:ext cx="33325" cy="143725"/>
              </a:xfrm>
              <a:custGeom>
                <a:avLst/>
                <a:gdLst/>
                <a:ahLst/>
                <a:cxnLst/>
                <a:rect l="l" t="t" r="r" b="b"/>
                <a:pathLst>
                  <a:path w="1333" h="5749" extrusionOk="0">
                    <a:moveTo>
                      <a:pt x="1263" y="0"/>
                    </a:moveTo>
                    <a:cubicBezTo>
                      <a:pt x="1250" y="29"/>
                      <a:pt x="300" y="2710"/>
                      <a:pt x="1" y="5739"/>
                    </a:cubicBezTo>
                    <a:lnTo>
                      <a:pt x="76" y="5748"/>
                    </a:lnTo>
                    <a:cubicBezTo>
                      <a:pt x="376" y="2726"/>
                      <a:pt x="1323" y="57"/>
                      <a:pt x="1332" y="29"/>
                    </a:cubicBezTo>
                    <a:lnTo>
                      <a:pt x="1263" y="0"/>
                    </a:ln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36"/>
              <p:cNvSpPr/>
              <p:nvPr/>
            </p:nvSpPr>
            <p:spPr>
              <a:xfrm>
                <a:off x="4824100" y="1226325"/>
                <a:ext cx="40400" cy="60050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2402" extrusionOk="0">
                    <a:moveTo>
                      <a:pt x="1568" y="1"/>
                    </a:moveTo>
                    <a:cubicBezTo>
                      <a:pt x="1556" y="10"/>
                      <a:pt x="452" y="897"/>
                      <a:pt x="0" y="2379"/>
                    </a:cubicBezTo>
                    <a:lnTo>
                      <a:pt x="73" y="2402"/>
                    </a:lnTo>
                    <a:cubicBezTo>
                      <a:pt x="521" y="944"/>
                      <a:pt x="1603" y="73"/>
                      <a:pt x="1616" y="61"/>
                    </a:cubicBezTo>
                    <a:lnTo>
                      <a:pt x="1568" y="1"/>
                    </a:ln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36"/>
              <p:cNvSpPr/>
              <p:nvPr/>
            </p:nvSpPr>
            <p:spPr>
              <a:xfrm>
                <a:off x="4747275" y="1217900"/>
                <a:ext cx="14150" cy="65250"/>
              </a:xfrm>
              <a:custGeom>
                <a:avLst/>
                <a:gdLst/>
                <a:ahLst/>
                <a:cxnLst/>
                <a:rect l="l" t="t" r="r" b="b"/>
                <a:pathLst>
                  <a:path w="566" h="2610" extrusionOk="0">
                    <a:moveTo>
                      <a:pt x="70" y="0"/>
                    </a:moveTo>
                    <a:lnTo>
                      <a:pt x="1" y="22"/>
                    </a:lnTo>
                    <a:cubicBezTo>
                      <a:pt x="4" y="38"/>
                      <a:pt x="490" y="1455"/>
                      <a:pt x="461" y="2609"/>
                    </a:cubicBezTo>
                    <a:lnTo>
                      <a:pt x="537" y="2609"/>
                    </a:lnTo>
                    <a:cubicBezTo>
                      <a:pt x="565" y="1439"/>
                      <a:pt x="76" y="10"/>
                      <a:pt x="70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850;p36"/>
              <p:cNvSpPr/>
              <p:nvPr/>
            </p:nvSpPr>
            <p:spPr>
              <a:xfrm>
                <a:off x="4699575" y="1264025"/>
                <a:ext cx="30850" cy="31350"/>
              </a:xfrm>
              <a:custGeom>
                <a:avLst/>
                <a:gdLst/>
                <a:ahLst/>
                <a:cxnLst/>
                <a:rect l="l" t="t" r="r" b="b"/>
                <a:pathLst>
                  <a:path w="1234" h="1254" extrusionOk="0">
                    <a:moveTo>
                      <a:pt x="35" y="1"/>
                    </a:moveTo>
                    <a:lnTo>
                      <a:pt x="0" y="67"/>
                    </a:lnTo>
                    <a:cubicBezTo>
                      <a:pt x="3" y="70"/>
                      <a:pt x="647" y="433"/>
                      <a:pt x="1171" y="1253"/>
                    </a:cubicBezTo>
                    <a:lnTo>
                      <a:pt x="1234" y="1209"/>
                    </a:lnTo>
                    <a:cubicBezTo>
                      <a:pt x="701" y="373"/>
                      <a:pt x="44" y="4"/>
                      <a:pt x="35" y="1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51" name="Google Shape;851;p36"/>
            <p:cNvSpPr/>
            <p:nvPr/>
          </p:nvSpPr>
          <p:spPr>
            <a:xfrm>
              <a:off x="6218374" y="3783653"/>
              <a:ext cx="509258" cy="295746"/>
            </a:xfrm>
            <a:custGeom>
              <a:avLst/>
              <a:gdLst/>
              <a:ahLst/>
              <a:cxnLst/>
              <a:rect l="l" t="t" r="r" b="b"/>
              <a:pathLst>
                <a:path w="8740" h="5075" extrusionOk="0">
                  <a:moveTo>
                    <a:pt x="3537" y="0"/>
                  </a:moveTo>
                  <a:cubicBezTo>
                    <a:pt x="3524" y="0"/>
                    <a:pt x="3512" y="2"/>
                    <a:pt x="3499" y="5"/>
                  </a:cubicBezTo>
                  <a:cubicBezTo>
                    <a:pt x="3253" y="75"/>
                    <a:pt x="3216" y="860"/>
                    <a:pt x="3389" y="2352"/>
                  </a:cubicBezTo>
                  <a:cubicBezTo>
                    <a:pt x="3226" y="2109"/>
                    <a:pt x="2535" y="1093"/>
                    <a:pt x="2140" y="1093"/>
                  </a:cubicBezTo>
                  <a:cubicBezTo>
                    <a:pt x="2114" y="1093"/>
                    <a:pt x="2090" y="1097"/>
                    <a:pt x="2067" y="1106"/>
                  </a:cubicBezTo>
                  <a:cubicBezTo>
                    <a:pt x="1597" y="1289"/>
                    <a:pt x="2039" y="3356"/>
                    <a:pt x="2067" y="3491"/>
                  </a:cubicBezTo>
                  <a:cubicBezTo>
                    <a:pt x="1687" y="3290"/>
                    <a:pt x="1317" y="3208"/>
                    <a:pt x="1004" y="3208"/>
                  </a:cubicBezTo>
                  <a:cubicBezTo>
                    <a:pt x="578" y="3208"/>
                    <a:pt x="257" y="3360"/>
                    <a:pt x="159" y="3567"/>
                  </a:cubicBezTo>
                  <a:cubicBezTo>
                    <a:pt x="1" y="3892"/>
                    <a:pt x="320" y="4630"/>
                    <a:pt x="1039" y="5069"/>
                  </a:cubicBezTo>
                  <a:cubicBezTo>
                    <a:pt x="1489" y="5073"/>
                    <a:pt x="1938" y="5075"/>
                    <a:pt x="2388" y="5075"/>
                  </a:cubicBezTo>
                  <a:cubicBezTo>
                    <a:pt x="3896" y="5075"/>
                    <a:pt x="5404" y="5056"/>
                    <a:pt x="6915" y="5056"/>
                  </a:cubicBezTo>
                  <a:cubicBezTo>
                    <a:pt x="7256" y="5056"/>
                    <a:pt x="7597" y="5057"/>
                    <a:pt x="7938" y="5059"/>
                  </a:cubicBezTo>
                  <a:cubicBezTo>
                    <a:pt x="8531" y="3759"/>
                    <a:pt x="8739" y="3050"/>
                    <a:pt x="8563" y="2936"/>
                  </a:cubicBezTo>
                  <a:cubicBezTo>
                    <a:pt x="8546" y="2925"/>
                    <a:pt x="8525" y="2919"/>
                    <a:pt x="8501" y="2919"/>
                  </a:cubicBezTo>
                  <a:cubicBezTo>
                    <a:pt x="8328" y="2919"/>
                    <a:pt x="7970" y="3208"/>
                    <a:pt x="7427" y="3778"/>
                  </a:cubicBezTo>
                  <a:cubicBezTo>
                    <a:pt x="7320" y="3176"/>
                    <a:pt x="6951" y="1176"/>
                    <a:pt x="6472" y="1176"/>
                  </a:cubicBezTo>
                  <a:cubicBezTo>
                    <a:pt x="6472" y="1176"/>
                    <a:pt x="6472" y="1176"/>
                    <a:pt x="6471" y="1176"/>
                  </a:cubicBezTo>
                  <a:cubicBezTo>
                    <a:pt x="6090" y="1179"/>
                    <a:pt x="5802" y="2472"/>
                    <a:pt x="5664" y="3195"/>
                  </a:cubicBezTo>
                  <a:cubicBezTo>
                    <a:pt x="5389" y="1217"/>
                    <a:pt x="5105" y="226"/>
                    <a:pt x="4821" y="226"/>
                  </a:cubicBezTo>
                  <a:cubicBezTo>
                    <a:pt x="4673" y="226"/>
                    <a:pt x="4525" y="482"/>
                    <a:pt x="4380" y="996"/>
                  </a:cubicBezTo>
                  <a:cubicBezTo>
                    <a:pt x="4000" y="328"/>
                    <a:pt x="3719" y="0"/>
                    <a:pt x="3537" y="0"/>
                  </a:cubicBezTo>
                  <a:close/>
                </a:path>
              </a:pathLst>
            </a:custGeom>
            <a:solidFill>
              <a:srgbClr val="1A75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52" name="Google Shape;852;p36"/>
            <p:cNvGrpSpPr/>
            <p:nvPr/>
          </p:nvGrpSpPr>
          <p:grpSpPr>
            <a:xfrm>
              <a:off x="7554330" y="3610968"/>
              <a:ext cx="643570" cy="490197"/>
              <a:chOff x="4865900" y="375900"/>
              <a:chExt cx="491050" cy="374025"/>
            </a:xfrm>
          </p:grpSpPr>
          <p:sp>
            <p:nvSpPr>
              <p:cNvPr id="853" name="Google Shape;853;p36"/>
              <p:cNvSpPr/>
              <p:nvPr/>
            </p:nvSpPr>
            <p:spPr>
              <a:xfrm>
                <a:off x="4865900" y="375900"/>
                <a:ext cx="491050" cy="374025"/>
              </a:xfrm>
              <a:custGeom>
                <a:avLst/>
                <a:gdLst/>
                <a:ahLst/>
                <a:cxnLst/>
                <a:rect l="l" t="t" r="r" b="b"/>
                <a:pathLst>
                  <a:path w="19642" h="14961" extrusionOk="0">
                    <a:moveTo>
                      <a:pt x="8714" y="0"/>
                    </a:moveTo>
                    <a:cubicBezTo>
                      <a:pt x="7468" y="0"/>
                      <a:pt x="6367" y="1489"/>
                      <a:pt x="5714" y="3748"/>
                    </a:cubicBezTo>
                    <a:lnTo>
                      <a:pt x="6818" y="4007"/>
                    </a:lnTo>
                    <a:lnTo>
                      <a:pt x="5606" y="4139"/>
                    </a:lnTo>
                    <a:cubicBezTo>
                      <a:pt x="5357" y="5117"/>
                      <a:pt x="5190" y="6221"/>
                      <a:pt x="5121" y="7398"/>
                    </a:cubicBezTo>
                    <a:cubicBezTo>
                      <a:pt x="4748" y="6698"/>
                      <a:pt x="4332" y="6105"/>
                      <a:pt x="3906" y="5660"/>
                    </a:cubicBezTo>
                    <a:lnTo>
                      <a:pt x="3259" y="5975"/>
                    </a:lnTo>
                    <a:lnTo>
                      <a:pt x="3748" y="5502"/>
                    </a:lnTo>
                    <a:cubicBezTo>
                      <a:pt x="3229" y="5007"/>
                      <a:pt x="2691" y="4730"/>
                      <a:pt x="2178" y="4730"/>
                    </a:cubicBezTo>
                    <a:cubicBezTo>
                      <a:pt x="2080" y="4730"/>
                      <a:pt x="1983" y="4740"/>
                      <a:pt x="1887" y="4761"/>
                    </a:cubicBezTo>
                    <a:cubicBezTo>
                      <a:pt x="937" y="4969"/>
                      <a:pt x="316" y="6165"/>
                      <a:pt x="101" y="7878"/>
                    </a:cubicBezTo>
                    <a:lnTo>
                      <a:pt x="1672" y="8294"/>
                    </a:lnTo>
                    <a:lnTo>
                      <a:pt x="32" y="8875"/>
                    </a:lnTo>
                    <a:cubicBezTo>
                      <a:pt x="0" y="9976"/>
                      <a:pt x="114" y="11222"/>
                      <a:pt x="395" y="12515"/>
                    </a:cubicBezTo>
                    <a:cubicBezTo>
                      <a:pt x="584" y="13392"/>
                      <a:pt x="925" y="14219"/>
                      <a:pt x="1360" y="14960"/>
                    </a:cubicBezTo>
                    <a:lnTo>
                      <a:pt x="19361" y="14960"/>
                    </a:lnTo>
                    <a:cubicBezTo>
                      <a:pt x="19402" y="14865"/>
                      <a:pt x="19434" y="14774"/>
                      <a:pt x="19449" y="14682"/>
                    </a:cubicBezTo>
                    <a:lnTo>
                      <a:pt x="18667" y="14171"/>
                    </a:lnTo>
                    <a:lnTo>
                      <a:pt x="18667" y="14171"/>
                    </a:lnTo>
                    <a:lnTo>
                      <a:pt x="19531" y="14253"/>
                    </a:lnTo>
                    <a:cubicBezTo>
                      <a:pt x="19610" y="13569"/>
                      <a:pt x="19642" y="12894"/>
                      <a:pt x="19550" y="12266"/>
                    </a:cubicBezTo>
                    <a:lnTo>
                      <a:pt x="18667" y="12266"/>
                    </a:lnTo>
                    <a:lnTo>
                      <a:pt x="19506" y="12010"/>
                    </a:lnTo>
                    <a:cubicBezTo>
                      <a:pt x="19311" y="11023"/>
                      <a:pt x="19077" y="10225"/>
                      <a:pt x="18509" y="10099"/>
                    </a:cubicBezTo>
                    <a:cubicBezTo>
                      <a:pt x="18431" y="10081"/>
                      <a:pt x="18352" y="10073"/>
                      <a:pt x="18272" y="10073"/>
                    </a:cubicBezTo>
                    <a:cubicBezTo>
                      <a:pt x="17704" y="10073"/>
                      <a:pt x="17088" y="10505"/>
                      <a:pt x="16515" y="11244"/>
                    </a:cubicBezTo>
                    <a:cubicBezTo>
                      <a:pt x="16774" y="10225"/>
                      <a:pt x="16913" y="9253"/>
                      <a:pt x="16929" y="8395"/>
                    </a:cubicBezTo>
                    <a:lnTo>
                      <a:pt x="15733" y="8054"/>
                    </a:lnTo>
                    <a:lnTo>
                      <a:pt x="16916" y="7789"/>
                    </a:lnTo>
                    <a:cubicBezTo>
                      <a:pt x="16847" y="6370"/>
                      <a:pt x="16399" y="5344"/>
                      <a:pt x="15601" y="5045"/>
                    </a:cubicBezTo>
                    <a:cubicBezTo>
                      <a:pt x="15444" y="4988"/>
                      <a:pt x="15280" y="4960"/>
                      <a:pt x="15111" y="4960"/>
                    </a:cubicBezTo>
                    <a:cubicBezTo>
                      <a:pt x="14742" y="4960"/>
                      <a:pt x="14346" y="5090"/>
                      <a:pt x="13938" y="5332"/>
                    </a:cubicBezTo>
                    <a:lnTo>
                      <a:pt x="14345" y="5975"/>
                    </a:lnTo>
                    <a:lnTo>
                      <a:pt x="13638" y="5531"/>
                    </a:lnTo>
                    <a:cubicBezTo>
                      <a:pt x="13187" y="5859"/>
                      <a:pt x="12723" y="6316"/>
                      <a:pt x="12276" y="6878"/>
                    </a:cubicBezTo>
                    <a:cubicBezTo>
                      <a:pt x="12219" y="6240"/>
                      <a:pt x="12137" y="5625"/>
                      <a:pt x="12026" y="5045"/>
                    </a:cubicBezTo>
                    <a:lnTo>
                      <a:pt x="9913" y="5045"/>
                    </a:lnTo>
                    <a:lnTo>
                      <a:pt x="11809" y="4086"/>
                    </a:lnTo>
                    <a:cubicBezTo>
                      <a:pt x="11566" y="3139"/>
                      <a:pt x="11241" y="2316"/>
                      <a:pt x="10862" y="1657"/>
                    </a:cubicBezTo>
                    <a:lnTo>
                      <a:pt x="9439" y="1657"/>
                    </a:lnTo>
                    <a:lnTo>
                      <a:pt x="10540" y="1158"/>
                    </a:lnTo>
                    <a:cubicBezTo>
                      <a:pt x="10004" y="423"/>
                      <a:pt x="9379" y="0"/>
                      <a:pt x="8714" y="0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36"/>
              <p:cNvSpPr/>
              <p:nvPr/>
            </p:nvSpPr>
            <p:spPr>
              <a:xfrm>
                <a:off x="5071275" y="545700"/>
                <a:ext cx="23525" cy="204225"/>
              </a:xfrm>
              <a:custGeom>
                <a:avLst/>
                <a:gdLst/>
                <a:ahLst/>
                <a:cxnLst/>
                <a:rect l="l" t="t" r="r" b="b"/>
                <a:pathLst>
                  <a:path w="941" h="8169" extrusionOk="0">
                    <a:moveTo>
                      <a:pt x="186" y="0"/>
                    </a:moveTo>
                    <a:cubicBezTo>
                      <a:pt x="182" y="0"/>
                      <a:pt x="178" y="0"/>
                      <a:pt x="174" y="0"/>
                    </a:cubicBezTo>
                    <a:cubicBezTo>
                      <a:pt x="76" y="10"/>
                      <a:pt x="0" y="95"/>
                      <a:pt x="10" y="193"/>
                    </a:cubicBezTo>
                    <a:lnTo>
                      <a:pt x="581" y="8168"/>
                    </a:lnTo>
                    <a:lnTo>
                      <a:pt x="940" y="8168"/>
                    </a:lnTo>
                    <a:lnTo>
                      <a:pt x="369" y="168"/>
                    </a:lnTo>
                    <a:cubicBezTo>
                      <a:pt x="366" y="71"/>
                      <a:pt x="285" y="0"/>
                      <a:pt x="186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36"/>
              <p:cNvSpPr/>
              <p:nvPr/>
            </p:nvSpPr>
            <p:spPr>
              <a:xfrm>
                <a:off x="5146050" y="659200"/>
                <a:ext cx="35650" cy="90725"/>
              </a:xfrm>
              <a:custGeom>
                <a:avLst/>
                <a:gdLst/>
                <a:ahLst/>
                <a:cxnLst/>
                <a:rect l="l" t="t" r="r" b="b"/>
                <a:pathLst>
                  <a:path w="1426" h="3629" extrusionOk="0">
                    <a:moveTo>
                      <a:pt x="1230" y="0"/>
                    </a:moveTo>
                    <a:cubicBezTo>
                      <a:pt x="1151" y="0"/>
                      <a:pt x="1075" y="51"/>
                      <a:pt x="1054" y="129"/>
                    </a:cubicBezTo>
                    <a:lnTo>
                      <a:pt x="0" y="3628"/>
                    </a:lnTo>
                    <a:lnTo>
                      <a:pt x="375" y="3628"/>
                    </a:lnTo>
                    <a:lnTo>
                      <a:pt x="1401" y="234"/>
                    </a:lnTo>
                    <a:cubicBezTo>
                      <a:pt x="1426" y="139"/>
                      <a:pt x="1372" y="35"/>
                      <a:pt x="1278" y="6"/>
                    </a:cubicBezTo>
                    <a:cubicBezTo>
                      <a:pt x="1262" y="2"/>
                      <a:pt x="1246" y="0"/>
                      <a:pt x="1230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36"/>
              <p:cNvSpPr/>
              <p:nvPr/>
            </p:nvSpPr>
            <p:spPr>
              <a:xfrm>
                <a:off x="4949275" y="639300"/>
                <a:ext cx="100650" cy="110625"/>
              </a:xfrm>
              <a:custGeom>
                <a:avLst/>
                <a:gdLst/>
                <a:ahLst/>
                <a:cxnLst/>
                <a:rect l="l" t="t" r="r" b="b"/>
                <a:pathLst>
                  <a:path w="4026" h="4425" extrusionOk="0">
                    <a:moveTo>
                      <a:pt x="198" y="0"/>
                    </a:moveTo>
                    <a:cubicBezTo>
                      <a:pt x="157" y="0"/>
                      <a:pt x="116" y="14"/>
                      <a:pt x="82" y="42"/>
                    </a:cubicBezTo>
                    <a:cubicBezTo>
                      <a:pt x="9" y="105"/>
                      <a:pt x="0" y="219"/>
                      <a:pt x="63" y="295"/>
                    </a:cubicBezTo>
                    <a:lnTo>
                      <a:pt x="3559" y="4424"/>
                    </a:lnTo>
                    <a:lnTo>
                      <a:pt x="4025" y="4424"/>
                    </a:lnTo>
                    <a:lnTo>
                      <a:pt x="334" y="61"/>
                    </a:lnTo>
                    <a:cubicBezTo>
                      <a:pt x="298" y="21"/>
                      <a:pt x="248" y="0"/>
                      <a:pt x="198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36"/>
              <p:cNvSpPr/>
              <p:nvPr/>
            </p:nvSpPr>
            <p:spPr>
              <a:xfrm>
                <a:off x="5239350" y="740375"/>
                <a:ext cx="25800" cy="9550"/>
              </a:xfrm>
              <a:custGeom>
                <a:avLst/>
                <a:gdLst/>
                <a:ahLst/>
                <a:cxnLst/>
                <a:rect l="l" t="t" r="r" b="b"/>
                <a:pathLst>
                  <a:path w="1032" h="382" extrusionOk="0">
                    <a:moveTo>
                      <a:pt x="829" y="0"/>
                    </a:moveTo>
                    <a:cubicBezTo>
                      <a:pt x="803" y="0"/>
                      <a:pt x="776" y="6"/>
                      <a:pt x="751" y="18"/>
                    </a:cubicBezTo>
                    <a:lnTo>
                      <a:pt x="0" y="381"/>
                    </a:lnTo>
                    <a:lnTo>
                      <a:pt x="823" y="381"/>
                    </a:lnTo>
                    <a:lnTo>
                      <a:pt x="905" y="340"/>
                    </a:lnTo>
                    <a:cubicBezTo>
                      <a:pt x="997" y="293"/>
                      <a:pt x="1032" y="189"/>
                      <a:pt x="994" y="100"/>
                    </a:cubicBezTo>
                    <a:cubicBezTo>
                      <a:pt x="962" y="39"/>
                      <a:pt x="897" y="0"/>
                      <a:pt x="829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58" name="Google Shape;858;p36"/>
            <p:cNvSpPr/>
            <p:nvPr/>
          </p:nvSpPr>
          <p:spPr>
            <a:xfrm>
              <a:off x="5078549" y="3825503"/>
              <a:ext cx="509258" cy="295746"/>
            </a:xfrm>
            <a:custGeom>
              <a:avLst/>
              <a:gdLst/>
              <a:ahLst/>
              <a:cxnLst/>
              <a:rect l="l" t="t" r="r" b="b"/>
              <a:pathLst>
                <a:path w="8740" h="5075" extrusionOk="0">
                  <a:moveTo>
                    <a:pt x="3537" y="0"/>
                  </a:moveTo>
                  <a:cubicBezTo>
                    <a:pt x="3524" y="0"/>
                    <a:pt x="3512" y="2"/>
                    <a:pt x="3499" y="5"/>
                  </a:cubicBezTo>
                  <a:cubicBezTo>
                    <a:pt x="3253" y="75"/>
                    <a:pt x="3216" y="860"/>
                    <a:pt x="3389" y="2352"/>
                  </a:cubicBezTo>
                  <a:cubicBezTo>
                    <a:pt x="3226" y="2109"/>
                    <a:pt x="2535" y="1093"/>
                    <a:pt x="2140" y="1093"/>
                  </a:cubicBezTo>
                  <a:cubicBezTo>
                    <a:pt x="2114" y="1093"/>
                    <a:pt x="2090" y="1097"/>
                    <a:pt x="2067" y="1106"/>
                  </a:cubicBezTo>
                  <a:cubicBezTo>
                    <a:pt x="1597" y="1289"/>
                    <a:pt x="2039" y="3356"/>
                    <a:pt x="2067" y="3491"/>
                  </a:cubicBezTo>
                  <a:cubicBezTo>
                    <a:pt x="1687" y="3290"/>
                    <a:pt x="1317" y="3208"/>
                    <a:pt x="1004" y="3208"/>
                  </a:cubicBezTo>
                  <a:cubicBezTo>
                    <a:pt x="578" y="3208"/>
                    <a:pt x="257" y="3360"/>
                    <a:pt x="159" y="3567"/>
                  </a:cubicBezTo>
                  <a:cubicBezTo>
                    <a:pt x="1" y="3892"/>
                    <a:pt x="320" y="4630"/>
                    <a:pt x="1039" y="5069"/>
                  </a:cubicBezTo>
                  <a:cubicBezTo>
                    <a:pt x="1489" y="5073"/>
                    <a:pt x="1938" y="5075"/>
                    <a:pt x="2388" y="5075"/>
                  </a:cubicBezTo>
                  <a:cubicBezTo>
                    <a:pt x="3896" y="5075"/>
                    <a:pt x="5404" y="5056"/>
                    <a:pt x="6915" y="5056"/>
                  </a:cubicBezTo>
                  <a:cubicBezTo>
                    <a:pt x="7256" y="5056"/>
                    <a:pt x="7597" y="5057"/>
                    <a:pt x="7938" y="5059"/>
                  </a:cubicBezTo>
                  <a:cubicBezTo>
                    <a:pt x="8531" y="3759"/>
                    <a:pt x="8739" y="3050"/>
                    <a:pt x="8563" y="2936"/>
                  </a:cubicBezTo>
                  <a:cubicBezTo>
                    <a:pt x="8546" y="2925"/>
                    <a:pt x="8525" y="2919"/>
                    <a:pt x="8501" y="2919"/>
                  </a:cubicBezTo>
                  <a:cubicBezTo>
                    <a:pt x="8328" y="2919"/>
                    <a:pt x="7970" y="3208"/>
                    <a:pt x="7427" y="3778"/>
                  </a:cubicBezTo>
                  <a:cubicBezTo>
                    <a:pt x="7320" y="3176"/>
                    <a:pt x="6951" y="1176"/>
                    <a:pt x="6472" y="1176"/>
                  </a:cubicBezTo>
                  <a:cubicBezTo>
                    <a:pt x="6472" y="1176"/>
                    <a:pt x="6472" y="1176"/>
                    <a:pt x="6471" y="1176"/>
                  </a:cubicBezTo>
                  <a:cubicBezTo>
                    <a:pt x="6090" y="1179"/>
                    <a:pt x="5802" y="2472"/>
                    <a:pt x="5664" y="3195"/>
                  </a:cubicBezTo>
                  <a:cubicBezTo>
                    <a:pt x="5389" y="1217"/>
                    <a:pt x="5105" y="226"/>
                    <a:pt x="4821" y="226"/>
                  </a:cubicBezTo>
                  <a:cubicBezTo>
                    <a:pt x="4673" y="226"/>
                    <a:pt x="4525" y="482"/>
                    <a:pt x="4380" y="996"/>
                  </a:cubicBezTo>
                  <a:cubicBezTo>
                    <a:pt x="4000" y="328"/>
                    <a:pt x="3719" y="0"/>
                    <a:pt x="3537" y="0"/>
                  </a:cubicBezTo>
                  <a:close/>
                </a:path>
              </a:pathLst>
            </a:custGeom>
            <a:solidFill>
              <a:srgbClr val="1A75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36"/>
            <p:cNvSpPr/>
            <p:nvPr/>
          </p:nvSpPr>
          <p:spPr>
            <a:xfrm>
              <a:off x="4853550" y="4079400"/>
              <a:ext cx="3529800" cy="236400"/>
            </a:xfrm>
            <a:prstGeom prst="ellipse">
              <a:avLst/>
            </a:prstGeom>
            <a:solidFill>
              <a:srgbClr val="011627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36"/>
            <p:cNvSpPr/>
            <p:nvPr/>
          </p:nvSpPr>
          <p:spPr>
            <a:xfrm>
              <a:off x="5423650" y="4121250"/>
              <a:ext cx="991800" cy="152700"/>
            </a:xfrm>
            <a:prstGeom prst="ellipse">
              <a:avLst/>
            </a:prstGeom>
            <a:solidFill>
              <a:srgbClr val="011627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36"/>
            <p:cNvSpPr/>
            <p:nvPr/>
          </p:nvSpPr>
          <p:spPr>
            <a:xfrm>
              <a:off x="7066700" y="4121250"/>
              <a:ext cx="1195200" cy="152700"/>
            </a:xfrm>
            <a:prstGeom prst="ellipse">
              <a:avLst/>
            </a:prstGeom>
            <a:solidFill>
              <a:srgbClr val="011627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62" name="Google Shape;862;p36"/>
            <p:cNvGrpSpPr/>
            <p:nvPr/>
          </p:nvGrpSpPr>
          <p:grpSpPr>
            <a:xfrm>
              <a:off x="5463547" y="3001515"/>
              <a:ext cx="2185404" cy="1214247"/>
              <a:chOff x="3605600" y="3935550"/>
              <a:chExt cx="949350" cy="527475"/>
            </a:xfrm>
          </p:grpSpPr>
          <p:sp>
            <p:nvSpPr>
              <p:cNvPr id="863" name="Google Shape;863;p36"/>
              <p:cNvSpPr/>
              <p:nvPr/>
            </p:nvSpPr>
            <p:spPr>
              <a:xfrm>
                <a:off x="4437325" y="3935550"/>
                <a:ext cx="31575" cy="527475"/>
              </a:xfrm>
              <a:custGeom>
                <a:avLst/>
                <a:gdLst/>
                <a:ahLst/>
                <a:cxnLst/>
                <a:rect l="l" t="t" r="r" b="b"/>
                <a:pathLst>
                  <a:path w="1263" h="21099" extrusionOk="0">
                    <a:moveTo>
                      <a:pt x="1" y="0"/>
                    </a:moveTo>
                    <a:lnTo>
                      <a:pt x="1" y="21099"/>
                    </a:lnTo>
                    <a:lnTo>
                      <a:pt x="1263" y="21099"/>
                    </a:lnTo>
                    <a:lnTo>
                      <a:pt x="1263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864;p36"/>
              <p:cNvSpPr/>
              <p:nvPr/>
            </p:nvSpPr>
            <p:spPr>
              <a:xfrm>
                <a:off x="4408075" y="4258100"/>
                <a:ext cx="90175" cy="24000"/>
              </a:xfrm>
              <a:custGeom>
                <a:avLst/>
                <a:gdLst/>
                <a:ahLst/>
                <a:cxnLst/>
                <a:rect l="l" t="t" r="r" b="b"/>
                <a:pathLst>
                  <a:path w="3607" h="960" extrusionOk="0">
                    <a:moveTo>
                      <a:pt x="0" y="1"/>
                    </a:moveTo>
                    <a:lnTo>
                      <a:pt x="0" y="960"/>
                    </a:lnTo>
                    <a:lnTo>
                      <a:pt x="3606" y="960"/>
                    </a:lnTo>
                    <a:lnTo>
                      <a:pt x="3606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865;p36"/>
              <p:cNvSpPr/>
              <p:nvPr/>
            </p:nvSpPr>
            <p:spPr>
              <a:xfrm>
                <a:off x="3694150" y="3935550"/>
                <a:ext cx="31575" cy="527475"/>
              </a:xfrm>
              <a:custGeom>
                <a:avLst/>
                <a:gdLst/>
                <a:ahLst/>
                <a:cxnLst/>
                <a:rect l="l" t="t" r="r" b="b"/>
                <a:pathLst>
                  <a:path w="1263" h="21099" extrusionOk="0">
                    <a:moveTo>
                      <a:pt x="1" y="0"/>
                    </a:moveTo>
                    <a:lnTo>
                      <a:pt x="1" y="21099"/>
                    </a:lnTo>
                    <a:lnTo>
                      <a:pt x="1263" y="21099"/>
                    </a:lnTo>
                    <a:lnTo>
                      <a:pt x="1263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866;p36"/>
              <p:cNvSpPr/>
              <p:nvPr/>
            </p:nvSpPr>
            <p:spPr>
              <a:xfrm>
                <a:off x="3664900" y="4258100"/>
                <a:ext cx="90250" cy="24000"/>
              </a:xfrm>
              <a:custGeom>
                <a:avLst/>
                <a:gdLst/>
                <a:ahLst/>
                <a:cxnLst/>
                <a:rect l="l" t="t" r="r" b="b"/>
                <a:pathLst>
                  <a:path w="3610" h="960" extrusionOk="0">
                    <a:moveTo>
                      <a:pt x="0" y="1"/>
                    </a:moveTo>
                    <a:lnTo>
                      <a:pt x="0" y="960"/>
                    </a:lnTo>
                    <a:lnTo>
                      <a:pt x="3609" y="960"/>
                    </a:lnTo>
                    <a:lnTo>
                      <a:pt x="3609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867;p36"/>
              <p:cNvSpPr/>
              <p:nvPr/>
            </p:nvSpPr>
            <p:spPr>
              <a:xfrm>
                <a:off x="3605600" y="4209775"/>
                <a:ext cx="949350" cy="48350"/>
              </a:xfrm>
              <a:custGeom>
                <a:avLst/>
                <a:gdLst/>
                <a:ahLst/>
                <a:cxnLst/>
                <a:rect l="l" t="t" r="r" b="b"/>
                <a:pathLst>
                  <a:path w="37974" h="1934" extrusionOk="0">
                    <a:moveTo>
                      <a:pt x="334" y="0"/>
                    </a:moveTo>
                    <a:cubicBezTo>
                      <a:pt x="148" y="0"/>
                      <a:pt x="0" y="148"/>
                      <a:pt x="0" y="334"/>
                    </a:cubicBezTo>
                    <a:lnTo>
                      <a:pt x="0" y="1600"/>
                    </a:lnTo>
                    <a:cubicBezTo>
                      <a:pt x="0" y="1786"/>
                      <a:pt x="148" y="1934"/>
                      <a:pt x="334" y="1934"/>
                    </a:cubicBezTo>
                    <a:lnTo>
                      <a:pt x="37639" y="1934"/>
                    </a:lnTo>
                    <a:cubicBezTo>
                      <a:pt x="37825" y="1934"/>
                      <a:pt x="37973" y="1786"/>
                      <a:pt x="37973" y="1600"/>
                    </a:cubicBezTo>
                    <a:lnTo>
                      <a:pt x="37973" y="334"/>
                    </a:lnTo>
                    <a:cubicBezTo>
                      <a:pt x="37973" y="148"/>
                      <a:pt x="37825" y="0"/>
                      <a:pt x="37639" y="0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36"/>
              <p:cNvSpPr/>
              <p:nvPr/>
            </p:nvSpPr>
            <p:spPr>
              <a:xfrm>
                <a:off x="3605600" y="3971425"/>
                <a:ext cx="949350" cy="74700"/>
              </a:xfrm>
              <a:custGeom>
                <a:avLst/>
                <a:gdLst/>
                <a:ahLst/>
                <a:cxnLst/>
                <a:rect l="l" t="t" r="r" b="b"/>
                <a:pathLst>
                  <a:path w="37974" h="2988" extrusionOk="0">
                    <a:moveTo>
                      <a:pt x="334" y="0"/>
                    </a:moveTo>
                    <a:cubicBezTo>
                      <a:pt x="148" y="0"/>
                      <a:pt x="0" y="152"/>
                      <a:pt x="0" y="338"/>
                    </a:cubicBezTo>
                    <a:lnTo>
                      <a:pt x="0" y="2650"/>
                    </a:lnTo>
                    <a:cubicBezTo>
                      <a:pt x="0" y="2837"/>
                      <a:pt x="148" y="2988"/>
                      <a:pt x="334" y="2988"/>
                    </a:cubicBezTo>
                    <a:lnTo>
                      <a:pt x="37639" y="2988"/>
                    </a:lnTo>
                    <a:cubicBezTo>
                      <a:pt x="37825" y="2988"/>
                      <a:pt x="37973" y="2833"/>
                      <a:pt x="37973" y="2650"/>
                    </a:cubicBezTo>
                    <a:lnTo>
                      <a:pt x="37973" y="338"/>
                    </a:lnTo>
                    <a:cubicBezTo>
                      <a:pt x="37973" y="152"/>
                      <a:pt x="37825" y="0"/>
                      <a:pt x="37639" y="0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36"/>
              <p:cNvSpPr/>
              <p:nvPr/>
            </p:nvSpPr>
            <p:spPr>
              <a:xfrm>
                <a:off x="3605600" y="4062525"/>
                <a:ext cx="949350" cy="74700"/>
              </a:xfrm>
              <a:custGeom>
                <a:avLst/>
                <a:gdLst/>
                <a:ahLst/>
                <a:cxnLst/>
                <a:rect l="l" t="t" r="r" b="b"/>
                <a:pathLst>
                  <a:path w="37974" h="2988" extrusionOk="0">
                    <a:moveTo>
                      <a:pt x="334" y="0"/>
                    </a:moveTo>
                    <a:cubicBezTo>
                      <a:pt x="148" y="0"/>
                      <a:pt x="0" y="152"/>
                      <a:pt x="0" y="338"/>
                    </a:cubicBezTo>
                    <a:lnTo>
                      <a:pt x="0" y="2650"/>
                    </a:lnTo>
                    <a:cubicBezTo>
                      <a:pt x="0" y="2836"/>
                      <a:pt x="148" y="2988"/>
                      <a:pt x="334" y="2988"/>
                    </a:cubicBezTo>
                    <a:lnTo>
                      <a:pt x="37639" y="2988"/>
                    </a:lnTo>
                    <a:cubicBezTo>
                      <a:pt x="37825" y="2988"/>
                      <a:pt x="37973" y="2836"/>
                      <a:pt x="37973" y="2650"/>
                    </a:cubicBezTo>
                    <a:lnTo>
                      <a:pt x="37973" y="338"/>
                    </a:lnTo>
                    <a:cubicBezTo>
                      <a:pt x="37973" y="152"/>
                      <a:pt x="37825" y="0"/>
                      <a:pt x="37639" y="0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0" name="Google Shape;870;p36"/>
            <p:cNvGrpSpPr/>
            <p:nvPr/>
          </p:nvGrpSpPr>
          <p:grpSpPr>
            <a:xfrm>
              <a:off x="6999592" y="2586850"/>
              <a:ext cx="1132233" cy="1628862"/>
              <a:chOff x="5089975" y="3126150"/>
              <a:chExt cx="282050" cy="405775"/>
            </a:xfrm>
          </p:grpSpPr>
          <p:sp>
            <p:nvSpPr>
              <p:cNvPr id="871" name="Google Shape;871;p36"/>
              <p:cNvSpPr/>
              <p:nvPr/>
            </p:nvSpPr>
            <p:spPr>
              <a:xfrm>
                <a:off x="5297075" y="3472100"/>
                <a:ext cx="74950" cy="48375"/>
              </a:xfrm>
              <a:custGeom>
                <a:avLst/>
                <a:gdLst/>
                <a:ahLst/>
                <a:cxnLst/>
                <a:rect l="l" t="t" r="r" b="b"/>
                <a:pathLst>
                  <a:path w="2998" h="1935" extrusionOk="0">
                    <a:moveTo>
                      <a:pt x="2133" y="1"/>
                    </a:moveTo>
                    <a:lnTo>
                      <a:pt x="67" y="77"/>
                    </a:lnTo>
                    <a:cubicBezTo>
                      <a:pt x="35" y="613"/>
                      <a:pt x="0" y="1146"/>
                      <a:pt x="38" y="1913"/>
                    </a:cubicBezTo>
                    <a:lnTo>
                      <a:pt x="2997" y="1935"/>
                    </a:lnTo>
                    <a:cubicBezTo>
                      <a:pt x="2900" y="1572"/>
                      <a:pt x="2584" y="1499"/>
                      <a:pt x="2300" y="1067"/>
                    </a:cubicBezTo>
                    <a:cubicBezTo>
                      <a:pt x="2243" y="988"/>
                      <a:pt x="2212" y="897"/>
                      <a:pt x="2187" y="805"/>
                    </a:cubicBezTo>
                    <a:cubicBezTo>
                      <a:pt x="2101" y="521"/>
                      <a:pt x="2133" y="1"/>
                      <a:pt x="2133" y="1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36"/>
              <p:cNvSpPr/>
              <p:nvPr/>
            </p:nvSpPr>
            <p:spPr>
              <a:xfrm>
                <a:off x="5297775" y="3511775"/>
                <a:ext cx="70850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59" extrusionOk="0">
                    <a:moveTo>
                      <a:pt x="4" y="1"/>
                    </a:moveTo>
                    <a:lnTo>
                      <a:pt x="1" y="92"/>
                    </a:lnTo>
                    <a:lnTo>
                      <a:pt x="2831" y="158"/>
                    </a:lnTo>
                    <a:lnTo>
                      <a:pt x="2834" y="70"/>
                    </a:lnTo>
                    <a:lnTo>
                      <a:pt x="4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36"/>
              <p:cNvSpPr/>
              <p:nvPr/>
            </p:nvSpPr>
            <p:spPr>
              <a:xfrm>
                <a:off x="5212525" y="3321475"/>
                <a:ext cx="150825" cy="180150"/>
              </a:xfrm>
              <a:custGeom>
                <a:avLst/>
                <a:gdLst/>
                <a:ahLst/>
                <a:cxnLst/>
                <a:rect l="l" t="t" r="r" b="b"/>
                <a:pathLst>
                  <a:path w="6033" h="720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35" y="729"/>
                      <a:pt x="177" y="1477"/>
                      <a:pt x="578" y="2098"/>
                    </a:cubicBezTo>
                    <a:cubicBezTo>
                      <a:pt x="1095" y="2900"/>
                      <a:pt x="1978" y="3404"/>
                      <a:pt x="2578" y="4149"/>
                    </a:cubicBezTo>
                    <a:cubicBezTo>
                      <a:pt x="2688" y="4284"/>
                      <a:pt x="2786" y="4430"/>
                      <a:pt x="2856" y="4587"/>
                    </a:cubicBezTo>
                    <a:cubicBezTo>
                      <a:pt x="2922" y="4745"/>
                      <a:pt x="2956" y="4915"/>
                      <a:pt x="2988" y="5083"/>
                    </a:cubicBezTo>
                    <a:cubicBezTo>
                      <a:pt x="3124" y="5789"/>
                      <a:pt x="3259" y="6499"/>
                      <a:pt x="3398" y="7206"/>
                    </a:cubicBezTo>
                    <a:lnTo>
                      <a:pt x="5742" y="7092"/>
                    </a:lnTo>
                    <a:cubicBezTo>
                      <a:pt x="5742" y="7092"/>
                      <a:pt x="6032" y="4404"/>
                      <a:pt x="5499" y="2928"/>
                    </a:cubicBezTo>
                    <a:cubicBezTo>
                      <a:pt x="5165" y="2000"/>
                      <a:pt x="4376" y="839"/>
                      <a:pt x="3928" y="429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36"/>
              <p:cNvSpPr/>
              <p:nvPr/>
            </p:nvSpPr>
            <p:spPr>
              <a:xfrm>
                <a:off x="5298250" y="3481425"/>
                <a:ext cx="59100" cy="3950"/>
              </a:xfrm>
              <a:custGeom>
                <a:avLst/>
                <a:gdLst/>
                <a:ahLst/>
                <a:cxnLst/>
                <a:rect l="l" t="t" r="r" b="b"/>
                <a:pathLst>
                  <a:path w="2364" h="158" extrusionOk="0">
                    <a:moveTo>
                      <a:pt x="2364" y="0"/>
                    </a:moveTo>
                    <a:lnTo>
                      <a:pt x="1" y="70"/>
                    </a:lnTo>
                    <a:lnTo>
                      <a:pt x="4" y="158"/>
                    </a:lnTo>
                    <a:lnTo>
                      <a:pt x="2364" y="88"/>
                    </a:lnTo>
                    <a:lnTo>
                      <a:pt x="2364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36"/>
              <p:cNvSpPr/>
              <p:nvPr/>
            </p:nvSpPr>
            <p:spPr>
              <a:xfrm>
                <a:off x="5262450" y="3483550"/>
                <a:ext cx="74950" cy="48375"/>
              </a:xfrm>
              <a:custGeom>
                <a:avLst/>
                <a:gdLst/>
                <a:ahLst/>
                <a:cxnLst/>
                <a:rect l="l" t="t" r="r" b="b"/>
                <a:pathLst>
                  <a:path w="2998" h="1935" extrusionOk="0">
                    <a:moveTo>
                      <a:pt x="2133" y="0"/>
                    </a:moveTo>
                    <a:lnTo>
                      <a:pt x="67" y="76"/>
                    </a:lnTo>
                    <a:cubicBezTo>
                      <a:pt x="35" y="612"/>
                      <a:pt x="0" y="1145"/>
                      <a:pt x="41" y="1912"/>
                    </a:cubicBezTo>
                    <a:lnTo>
                      <a:pt x="2997" y="1934"/>
                    </a:lnTo>
                    <a:cubicBezTo>
                      <a:pt x="2900" y="1571"/>
                      <a:pt x="2584" y="1499"/>
                      <a:pt x="2300" y="1067"/>
                    </a:cubicBezTo>
                    <a:cubicBezTo>
                      <a:pt x="2247" y="988"/>
                      <a:pt x="2212" y="896"/>
                      <a:pt x="2187" y="805"/>
                    </a:cubicBezTo>
                    <a:cubicBezTo>
                      <a:pt x="2101" y="521"/>
                      <a:pt x="2133" y="0"/>
                      <a:pt x="2133" y="0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36"/>
              <p:cNvSpPr/>
              <p:nvPr/>
            </p:nvSpPr>
            <p:spPr>
              <a:xfrm>
                <a:off x="5263150" y="3523225"/>
                <a:ext cx="70850" cy="39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58" extrusionOk="0">
                    <a:moveTo>
                      <a:pt x="4" y="0"/>
                    </a:moveTo>
                    <a:lnTo>
                      <a:pt x="1" y="92"/>
                    </a:lnTo>
                    <a:lnTo>
                      <a:pt x="2831" y="158"/>
                    </a:lnTo>
                    <a:lnTo>
                      <a:pt x="2834" y="70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36"/>
              <p:cNvSpPr/>
              <p:nvPr/>
            </p:nvSpPr>
            <p:spPr>
              <a:xfrm>
                <a:off x="5166075" y="3332275"/>
                <a:ext cx="155475" cy="176525"/>
              </a:xfrm>
              <a:custGeom>
                <a:avLst/>
                <a:gdLst/>
                <a:ahLst/>
                <a:cxnLst/>
                <a:rect l="l" t="t" r="r" b="b"/>
                <a:pathLst>
                  <a:path w="6219" h="7061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67" y="732"/>
                      <a:pt x="4" y="1953"/>
                      <a:pt x="433" y="2556"/>
                    </a:cubicBezTo>
                    <a:cubicBezTo>
                      <a:pt x="981" y="3335"/>
                      <a:pt x="2127" y="3322"/>
                      <a:pt x="2758" y="4039"/>
                    </a:cubicBezTo>
                    <a:cubicBezTo>
                      <a:pt x="2871" y="4171"/>
                      <a:pt x="2978" y="4313"/>
                      <a:pt x="3051" y="4468"/>
                    </a:cubicBezTo>
                    <a:cubicBezTo>
                      <a:pt x="3127" y="4619"/>
                      <a:pt x="3168" y="4789"/>
                      <a:pt x="3206" y="4957"/>
                    </a:cubicBezTo>
                    <a:cubicBezTo>
                      <a:pt x="3373" y="5657"/>
                      <a:pt x="3540" y="6360"/>
                      <a:pt x="3710" y="7061"/>
                    </a:cubicBezTo>
                    <a:lnTo>
                      <a:pt x="6045" y="6843"/>
                    </a:lnTo>
                    <a:cubicBezTo>
                      <a:pt x="6045" y="6843"/>
                      <a:pt x="6218" y="4146"/>
                      <a:pt x="5619" y="2691"/>
                    </a:cubicBezTo>
                    <a:cubicBezTo>
                      <a:pt x="5243" y="1777"/>
                      <a:pt x="4404" y="654"/>
                      <a:pt x="3937" y="262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36"/>
              <p:cNvSpPr/>
              <p:nvPr/>
            </p:nvSpPr>
            <p:spPr>
              <a:xfrm>
                <a:off x="5263700" y="3338025"/>
                <a:ext cx="58875" cy="165500"/>
              </a:xfrm>
              <a:custGeom>
                <a:avLst/>
                <a:gdLst/>
                <a:ahLst/>
                <a:cxnLst/>
                <a:rect l="l" t="t" r="r" b="b"/>
                <a:pathLst>
                  <a:path w="2355" h="6620" extrusionOk="0">
                    <a:moveTo>
                      <a:pt x="61" y="1"/>
                    </a:moveTo>
                    <a:lnTo>
                      <a:pt x="1" y="73"/>
                    </a:lnTo>
                    <a:cubicBezTo>
                      <a:pt x="480" y="471"/>
                      <a:pt x="1310" y="1610"/>
                      <a:pt x="1670" y="2480"/>
                    </a:cubicBezTo>
                    <a:cubicBezTo>
                      <a:pt x="2263" y="3910"/>
                      <a:pt x="2096" y="6588"/>
                      <a:pt x="2096" y="6613"/>
                    </a:cubicBezTo>
                    <a:lnTo>
                      <a:pt x="2187" y="6619"/>
                    </a:lnTo>
                    <a:cubicBezTo>
                      <a:pt x="2190" y="6591"/>
                      <a:pt x="2354" y="3894"/>
                      <a:pt x="1758" y="2446"/>
                    </a:cubicBezTo>
                    <a:cubicBezTo>
                      <a:pt x="1386" y="1547"/>
                      <a:pt x="553" y="414"/>
                      <a:pt x="61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36"/>
              <p:cNvSpPr/>
              <p:nvPr/>
            </p:nvSpPr>
            <p:spPr>
              <a:xfrm>
                <a:off x="5254100" y="3486150"/>
                <a:ext cx="63900" cy="7275"/>
              </a:xfrm>
              <a:custGeom>
                <a:avLst/>
                <a:gdLst/>
                <a:ahLst/>
                <a:cxnLst/>
                <a:rect l="l" t="t" r="r" b="b"/>
                <a:pathLst>
                  <a:path w="2556" h="291" extrusionOk="0">
                    <a:moveTo>
                      <a:pt x="2549" y="0"/>
                    </a:moveTo>
                    <a:cubicBezTo>
                      <a:pt x="16" y="196"/>
                      <a:pt x="16" y="196"/>
                      <a:pt x="0" y="221"/>
                    </a:cubicBezTo>
                    <a:lnTo>
                      <a:pt x="35" y="246"/>
                    </a:lnTo>
                    <a:lnTo>
                      <a:pt x="44" y="291"/>
                    </a:lnTo>
                    <a:cubicBezTo>
                      <a:pt x="95" y="284"/>
                      <a:pt x="1707" y="158"/>
                      <a:pt x="2555" y="89"/>
                    </a:cubicBezTo>
                    <a:lnTo>
                      <a:pt x="2549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880;p36"/>
              <p:cNvSpPr/>
              <p:nvPr/>
            </p:nvSpPr>
            <p:spPr>
              <a:xfrm>
                <a:off x="5282800" y="3411850"/>
                <a:ext cx="15250" cy="19750"/>
              </a:xfrm>
              <a:custGeom>
                <a:avLst/>
                <a:gdLst/>
                <a:ahLst/>
                <a:cxnLst/>
                <a:rect l="l" t="t" r="r" b="b"/>
                <a:pathLst>
                  <a:path w="610" h="790" extrusionOk="0">
                    <a:moveTo>
                      <a:pt x="537" y="1"/>
                    </a:moveTo>
                    <a:cubicBezTo>
                      <a:pt x="373" y="253"/>
                      <a:pt x="193" y="499"/>
                      <a:pt x="0" y="733"/>
                    </a:cubicBezTo>
                    <a:lnTo>
                      <a:pt x="70" y="789"/>
                    </a:lnTo>
                    <a:cubicBezTo>
                      <a:pt x="268" y="559"/>
                      <a:pt x="448" y="310"/>
                      <a:pt x="609" y="48"/>
                    </a:cubicBezTo>
                    <a:lnTo>
                      <a:pt x="5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36"/>
              <p:cNvSpPr/>
              <p:nvPr/>
            </p:nvSpPr>
            <p:spPr>
              <a:xfrm>
                <a:off x="5274600" y="3408000"/>
                <a:ext cx="17850" cy="15625"/>
              </a:xfrm>
              <a:custGeom>
                <a:avLst/>
                <a:gdLst/>
                <a:ahLst/>
                <a:cxnLst/>
                <a:rect l="l" t="t" r="r" b="b"/>
                <a:pathLst>
                  <a:path w="714" h="625" extrusionOk="0">
                    <a:moveTo>
                      <a:pt x="644" y="0"/>
                    </a:moveTo>
                    <a:cubicBezTo>
                      <a:pt x="461" y="218"/>
                      <a:pt x="246" y="401"/>
                      <a:pt x="0" y="546"/>
                    </a:cubicBezTo>
                    <a:lnTo>
                      <a:pt x="48" y="625"/>
                    </a:lnTo>
                    <a:cubicBezTo>
                      <a:pt x="300" y="476"/>
                      <a:pt x="524" y="287"/>
                      <a:pt x="713" y="60"/>
                    </a:cubicBezTo>
                    <a:lnTo>
                      <a:pt x="64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36"/>
              <p:cNvSpPr/>
              <p:nvPr/>
            </p:nvSpPr>
            <p:spPr>
              <a:xfrm>
                <a:off x="5284850" y="3414525"/>
                <a:ext cx="20850" cy="26150"/>
              </a:xfrm>
              <a:custGeom>
                <a:avLst/>
                <a:gdLst/>
                <a:ahLst/>
                <a:cxnLst/>
                <a:rect l="l" t="t" r="r" b="b"/>
                <a:pathLst>
                  <a:path w="834" h="1046" extrusionOk="0">
                    <a:moveTo>
                      <a:pt x="754" y="1"/>
                    </a:moveTo>
                    <a:cubicBezTo>
                      <a:pt x="556" y="367"/>
                      <a:pt x="303" y="698"/>
                      <a:pt x="0" y="979"/>
                    </a:cubicBezTo>
                    <a:lnTo>
                      <a:pt x="63" y="1045"/>
                    </a:lnTo>
                    <a:cubicBezTo>
                      <a:pt x="376" y="755"/>
                      <a:pt x="634" y="420"/>
                      <a:pt x="833" y="45"/>
                    </a:cubicBezTo>
                    <a:lnTo>
                      <a:pt x="75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36"/>
              <p:cNvSpPr/>
              <p:nvPr/>
            </p:nvSpPr>
            <p:spPr>
              <a:xfrm>
                <a:off x="5286425" y="3427775"/>
                <a:ext cx="20050" cy="21875"/>
              </a:xfrm>
              <a:custGeom>
                <a:avLst/>
                <a:gdLst/>
                <a:ahLst/>
                <a:cxnLst/>
                <a:rect l="l" t="t" r="r" b="b"/>
                <a:pathLst>
                  <a:path w="802" h="875" extrusionOk="0">
                    <a:moveTo>
                      <a:pt x="720" y="1"/>
                    </a:moveTo>
                    <a:cubicBezTo>
                      <a:pt x="565" y="326"/>
                      <a:pt x="313" y="610"/>
                      <a:pt x="0" y="796"/>
                    </a:cubicBezTo>
                    <a:lnTo>
                      <a:pt x="48" y="875"/>
                    </a:lnTo>
                    <a:cubicBezTo>
                      <a:pt x="373" y="679"/>
                      <a:pt x="641" y="383"/>
                      <a:pt x="802" y="39"/>
                    </a:cubicBezTo>
                    <a:lnTo>
                      <a:pt x="72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36"/>
              <p:cNvSpPr/>
              <p:nvPr/>
            </p:nvSpPr>
            <p:spPr>
              <a:xfrm>
                <a:off x="5329800" y="3392775"/>
                <a:ext cx="13125" cy="29975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199" extrusionOk="0">
                    <a:moveTo>
                      <a:pt x="439" y="0"/>
                    </a:moveTo>
                    <a:cubicBezTo>
                      <a:pt x="332" y="398"/>
                      <a:pt x="184" y="789"/>
                      <a:pt x="1" y="1158"/>
                    </a:cubicBezTo>
                    <a:lnTo>
                      <a:pt x="83" y="1199"/>
                    </a:lnTo>
                    <a:cubicBezTo>
                      <a:pt x="269" y="824"/>
                      <a:pt x="420" y="426"/>
                      <a:pt x="524" y="22"/>
                    </a:cubicBezTo>
                    <a:lnTo>
                      <a:pt x="4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36"/>
              <p:cNvSpPr/>
              <p:nvPr/>
            </p:nvSpPr>
            <p:spPr>
              <a:xfrm>
                <a:off x="5332000" y="3400425"/>
                <a:ext cx="14300" cy="26350"/>
              </a:xfrm>
              <a:custGeom>
                <a:avLst/>
                <a:gdLst/>
                <a:ahLst/>
                <a:cxnLst/>
                <a:rect l="l" t="t" r="r" b="b"/>
                <a:pathLst>
                  <a:path w="572" h="1054" extrusionOk="0">
                    <a:moveTo>
                      <a:pt x="480" y="0"/>
                    </a:moveTo>
                    <a:cubicBezTo>
                      <a:pt x="411" y="372"/>
                      <a:pt x="193" y="707"/>
                      <a:pt x="1" y="1003"/>
                    </a:cubicBezTo>
                    <a:lnTo>
                      <a:pt x="73" y="1054"/>
                    </a:lnTo>
                    <a:cubicBezTo>
                      <a:pt x="269" y="751"/>
                      <a:pt x="493" y="407"/>
                      <a:pt x="572" y="16"/>
                    </a:cubicBezTo>
                    <a:lnTo>
                      <a:pt x="4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36"/>
              <p:cNvSpPr/>
              <p:nvPr/>
            </p:nvSpPr>
            <p:spPr>
              <a:xfrm>
                <a:off x="5322850" y="3393550"/>
                <a:ext cx="14150" cy="16975"/>
              </a:xfrm>
              <a:custGeom>
                <a:avLst/>
                <a:gdLst/>
                <a:ahLst/>
                <a:cxnLst/>
                <a:rect l="l" t="t" r="r" b="b"/>
                <a:pathLst>
                  <a:path w="566" h="679" extrusionOk="0">
                    <a:moveTo>
                      <a:pt x="490" y="1"/>
                    </a:moveTo>
                    <a:cubicBezTo>
                      <a:pt x="354" y="222"/>
                      <a:pt x="187" y="430"/>
                      <a:pt x="1" y="616"/>
                    </a:cubicBezTo>
                    <a:lnTo>
                      <a:pt x="67" y="679"/>
                    </a:lnTo>
                    <a:cubicBezTo>
                      <a:pt x="256" y="487"/>
                      <a:pt x="424" y="272"/>
                      <a:pt x="566" y="48"/>
                    </a:cubicBezTo>
                    <a:lnTo>
                      <a:pt x="49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36"/>
              <p:cNvSpPr/>
              <p:nvPr/>
            </p:nvSpPr>
            <p:spPr>
              <a:xfrm>
                <a:off x="5323800" y="3382125"/>
                <a:ext cx="14850" cy="12400"/>
              </a:xfrm>
              <a:custGeom>
                <a:avLst/>
                <a:gdLst/>
                <a:ahLst/>
                <a:cxnLst/>
                <a:rect l="l" t="t" r="r" b="b"/>
                <a:pathLst>
                  <a:path w="594" h="496" extrusionOk="0">
                    <a:moveTo>
                      <a:pt x="537" y="0"/>
                    </a:moveTo>
                    <a:lnTo>
                      <a:pt x="1" y="423"/>
                    </a:lnTo>
                    <a:lnTo>
                      <a:pt x="54" y="496"/>
                    </a:lnTo>
                    <a:lnTo>
                      <a:pt x="594" y="70"/>
                    </a:lnTo>
                    <a:lnTo>
                      <a:pt x="5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36"/>
              <p:cNvSpPr/>
              <p:nvPr/>
            </p:nvSpPr>
            <p:spPr>
              <a:xfrm>
                <a:off x="5089975" y="3203700"/>
                <a:ext cx="264300" cy="211225"/>
              </a:xfrm>
              <a:custGeom>
                <a:avLst/>
                <a:gdLst/>
                <a:ahLst/>
                <a:cxnLst/>
                <a:rect l="l" t="t" r="r" b="b"/>
                <a:pathLst>
                  <a:path w="10572" h="8449" extrusionOk="0">
                    <a:moveTo>
                      <a:pt x="4942" y="1"/>
                    </a:moveTo>
                    <a:cubicBezTo>
                      <a:pt x="4862" y="1"/>
                      <a:pt x="4781" y="10"/>
                      <a:pt x="4701" y="30"/>
                    </a:cubicBezTo>
                    <a:cubicBezTo>
                      <a:pt x="4231" y="143"/>
                      <a:pt x="3789" y="370"/>
                      <a:pt x="3410" y="661"/>
                    </a:cubicBezTo>
                    <a:cubicBezTo>
                      <a:pt x="2764" y="1162"/>
                      <a:pt x="2369" y="1904"/>
                      <a:pt x="2092" y="2651"/>
                    </a:cubicBezTo>
                    <a:cubicBezTo>
                      <a:pt x="1641" y="3891"/>
                      <a:pt x="1470" y="5207"/>
                      <a:pt x="1152" y="6481"/>
                    </a:cubicBezTo>
                    <a:cubicBezTo>
                      <a:pt x="1047" y="6894"/>
                      <a:pt x="975" y="7336"/>
                      <a:pt x="694" y="7677"/>
                    </a:cubicBezTo>
                    <a:cubicBezTo>
                      <a:pt x="521" y="7885"/>
                      <a:pt x="278" y="8046"/>
                      <a:pt x="0" y="8068"/>
                    </a:cubicBezTo>
                    <a:cubicBezTo>
                      <a:pt x="537" y="8358"/>
                      <a:pt x="1243" y="8448"/>
                      <a:pt x="1926" y="8448"/>
                    </a:cubicBezTo>
                    <a:cubicBezTo>
                      <a:pt x="2274" y="8448"/>
                      <a:pt x="2617" y="8425"/>
                      <a:pt x="2928" y="8393"/>
                    </a:cubicBezTo>
                    <a:cubicBezTo>
                      <a:pt x="3912" y="8295"/>
                      <a:pt x="4590" y="8099"/>
                      <a:pt x="5461" y="7797"/>
                    </a:cubicBezTo>
                    <a:cubicBezTo>
                      <a:pt x="5969" y="7617"/>
                      <a:pt x="7139" y="6967"/>
                      <a:pt x="7477" y="6667"/>
                    </a:cubicBezTo>
                    <a:cubicBezTo>
                      <a:pt x="7496" y="6702"/>
                      <a:pt x="7707" y="7055"/>
                      <a:pt x="8108" y="7295"/>
                    </a:cubicBezTo>
                    <a:cubicBezTo>
                      <a:pt x="8455" y="7506"/>
                      <a:pt x="8862" y="7629"/>
                      <a:pt x="9269" y="7664"/>
                    </a:cubicBezTo>
                    <a:cubicBezTo>
                      <a:pt x="9527" y="7689"/>
                      <a:pt x="9789" y="7686"/>
                      <a:pt x="10035" y="7759"/>
                    </a:cubicBezTo>
                    <a:cubicBezTo>
                      <a:pt x="10281" y="7834"/>
                      <a:pt x="10518" y="8008"/>
                      <a:pt x="10572" y="8254"/>
                    </a:cubicBezTo>
                    <a:cubicBezTo>
                      <a:pt x="10572" y="7929"/>
                      <a:pt x="10537" y="7607"/>
                      <a:pt x="10420" y="7301"/>
                    </a:cubicBezTo>
                    <a:cubicBezTo>
                      <a:pt x="10228" y="6797"/>
                      <a:pt x="9849" y="6399"/>
                      <a:pt x="9720" y="5866"/>
                    </a:cubicBezTo>
                    <a:cubicBezTo>
                      <a:pt x="9622" y="5465"/>
                      <a:pt x="9512" y="5058"/>
                      <a:pt x="9464" y="4645"/>
                    </a:cubicBezTo>
                    <a:cubicBezTo>
                      <a:pt x="9395" y="4065"/>
                      <a:pt x="9401" y="3475"/>
                      <a:pt x="9215" y="2923"/>
                    </a:cubicBezTo>
                    <a:cubicBezTo>
                      <a:pt x="8931" y="2090"/>
                      <a:pt x="8205" y="661"/>
                      <a:pt x="7168" y="620"/>
                    </a:cubicBezTo>
                    <a:cubicBezTo>
                      <a:pt x="7167" y="620"/>
                      <a:pt x="7166" y="620"/>
                      <a:pt x="7166" y="620"/>
                    </a:cubicBezTo>
                    <a:cubicBezTo>
                      <a:pt x="7036" y="620"/>
                      <a:pt x="6858" y="1238"/>
                      <a:pt x="6858" y="1238"/>
                    </a:cubicBezTo>
                    <a:cubicBezTo>
                      <a:pt x="6858" y="1238"/>
                      <a:pt x="6578" y="913"/>
                      <a:pt x="6508" y="831"/>
                    </a:cubicBezTo>
                    <a:cubicBezTo>
                      <a:pt x="6398" y="692"/>
                      <a:pt x="6281" y="550"/>
                      <a:pt x="6127" y="456"/>
                    </a:cubicBezTo>
                    <a:cubicBezTo>
                      <a:pt x="5785" y="244"/>
                      <a:pt x="5364" y="1"/>
                      <a:pt x="4942" y="1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36"/>
              <p:cNvSpPr/>
              <p:nvPr/>
            </p:nvSpPr>
            <p:spPr>
              <a:xfrm>
                <a:off x="5260325" y="3234250"/>
                <a:ext cx="51200" cy="137250"/>
              </a:xfrm>
              <a:custGeom>
                <a:avLst/>
                <a:gdLst/>
                <a:ahLst/>
                <a:cxnLst/>
                <a:rect l="l" t="t" r="r" b="b"/>
                <a:pathLst>
                  <a:path w="2048" h="5490" extrusionOk="0">
                    <a:moveTo>
                      <a:pt x="82" y="0"/>
                    </a:moveTo>
                    <a:lnTo>
                      <a:pt x="0" y="38"/>
                    </a:lnTo>
                    <a:cubicBezTo>
                      <a:pt x="19" y="85"/>
                      <a:pt x="552" y="1202"/>
                      <a:pt x="1063" y="1559"/>
                    </a:cubicBezTo>
                    <a:cubicBezTo>
                      <a:pt x="1123" y="1596"/>
                      <a:pt x="1196" y="1609"/>
                      <a:pt x="1275" y="1625"/>
                    </a:cubicBezTo>
                    <a:cubicBezTo>
                      <a:pt x="1521" y="1669"/>
                      <a:pt x="1862" y="1735"/>
                      <a:pt x="1899" y="2820"/>
                    </a:cubicBezTo>
                    <a:cubicBezTo>
                      <a:pt x="1956" y="4218"/>
                      <a:pt x="622" y="5411"/>
                      <a:pt x="612" y="5423"/>
                    </a:cubicBezTo>
                    <a:lnTo>
                      <a:pt x="669" y="5489"/>
                    </a:lnTo>
                    <a:cubicBezTo>
                      <a:pt x="685" y="5477"/>
                      <a:pt x="2048" y="4259"/>
                      <a:pt x="1994" y="2820"/>
                    </a:cubicBezTo>
                    <a:cubicBezTo>
                      <a:pt x="1953" y="1660"/>
                      <a:pt x="1568" y="1590"/>
                      <a:pt x="1294" y="1537"/>
                    </a:cubicBezTo>
                    <a:cubicBezTo>
                      <a:pt x="1221" y="1521"/>
                      <a:pt x="1164" y="1511"/>
                      <a:pt x="1120" y="1483"/>
                    </a:cubicBezTo>
                    <a:cubicBezTo>
                      <a:pt x="628" y="1142"/>
                      <a:pt x="85" y="13"/>
                      <a:pt x="82" y="0"/>
                    </a:cubicBez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36"/>
              <p:cNvSpPr/>
              <p:nvPr/>
            </p:nvSpPr>
            <p:spPr>
              <a:xfrm>
                <a:off x="5206375" y="3272025"/>
                <a:ext cx="83475" cy="8775"/>
              </a:xfrm>
              <a:custGeom>
                <a:avLst/>
                <a:gdLst/>
                <a:ahLst/>
                <a:cxnLst/>
                <a:rect l="l" t="t" r="r" b="b"/>
                <a:pathLst>
                  <a:path w="3339" h="351" extrusionOk="0">
                    <a:moveTo>
                      <a:pt x="3313" y="0"/>
                    </a:moveTo>
                    <a:cubicBezTo>
                      <a:pt x="2628" y="172"/>
                      <a:pt x="1915" y="257"/>
                      <a:pt x="1203" y="257"/>
                    </a:cubicBezTo>
                    <a:cubicBezTo>
                      <a:pt x="804" y="257"/>
                      <a:pt x="405" y="230"/>
                      <a:pt x="13" y="177"/>
                    </a:cubicBezTo>
                    <a:lnTo>
                      <a:pt x="0" y="268"/>
                    </a:lnTo>
                    <a:cubicBezTo>
                      <a:pt x="395" y="322"/>
                      <a:pt x="799" y="350"/>
                      <a:pt x="1199" y="350"/>
                    </a:cubicBezTo>
                    <a:cubicBezTo>
                      <a:pt x="1922" y="350"/>
                      <a:pt x="2641" y="259"/>
                      <a:pt x="3338" y="85"/>
                    </a:cubicBezTo>
                    <a:lnTo>
                      <a:pt x="3313" y="0"/>
                    </a:ln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36"/>
              <p:cNvSpPr/>
              <p:nvPr/>
            </p:nvSpPr>
            <p:spPr>
              <a:xfrm>
                <a:off x="5204800" y="3253475"/>
                <a:ext cx="59800" cy="25275"/>
              </a:xfrm>
              <a:custGeom>
                <a:avLst/>
                <a:gdLst/>
                <a:ahLst/>
                <a:cxnLst/>
                <a:rect l="l" t="t" r="r" b="b"/>
                <a:pathLst>
                  <a:path w="2392" h="1011" extrusionOk="0">
                    <a:moveTo>
                      <a:pt x="51" y="1"/>
                    </a:moveTo>
                    <a:lnTo>
                      <a:pt x="0" y="73"/>
                    </a:lnTo>
                    <a:cubicBezTo>
                      <a:pt x="713" y="537"/>
                      <a:pt x="1534" y="859"/>
                      <a:pt x="2376" y="1010"/>
                    </a:cubicBezTo>
                    <a:lnTo>
                      <a:pt x="2392" y="922"/>
                    </a:lnTo>
                    <a:cubicBezTo>
                      <a:pt x="1562" y="777"/>
                      <a:pt x="754" y="458"/>
                      <a:pt x="51" y="1"/>
                    </a:cubicBez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892;p36"/>
              <p:cNvSpPr/>
              <p:nvPr/>
            </p:nvSpPr>
            <p:spPr>
              <a:xfrm>
                <a:off x="5102825" y="3333375"/>
                <a:ext cx="138675" cy="66425"/>
              </a:xfrm>
              <a:custGeom>
                <a:avLst/>
                <a:gdLst/>
                <a:ahLst/>
                <a:cxnLst/>
                <a:rect l="l" t="t" r="r" b="b"/>
                <a:pathLst>
                  <a:path w="5547" h="2657" extrusionOk="0">
                    <a:moveTo>
                      <a:pt x="5483" y="1"/>
                    </a:moveTo>
                    <a:cubicBezTo>
                      <a:pt x="3988" y="1379"/>
                      <a:pt x="2041" y="2288"/>
                      <a:pt x="0" y="2565"/>
                    </a:cubicBezTo>
                    <a:lnTo>
                      <a:pt x="13" y="2657"/>
                    </a:lnTo>
                    <a:cubicBezTo>
                      <a:pt x="2073" y="2376"/>
                      <a:pt x="4035" y="1461"/>
                      <a:pt x="5546" y="67"/>
                    </a:cubicBezTo>
                    <a:lnTo>
                      <a:pt x="5483" y="1"/>
                    </a:ln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893;p36"/>
              <p:cNvSpPr/>
              <p:nvPr/>
            </p:nvSpPr>
            <p:spPr>
              <a:xfrm>
                <a:off x="5287225" y="3355850"/>
                <a:ext cx="45675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004" extrusionOk="0">
                    <a:moveTo>
                      <a:pt x="66" y="1"/>
                    </a:moveTo>
                    <a:lnTo>
                      <a:pt x="0" y="64"/>
                    </a:lnTo>
                    <a:cubicBezTo>
                      <a:pt x="164" y="244"/>
                      <a:pt x="363" y="411"/>
                      <a:pt x="596" y="569"/>
                    </a:cubicBezTo>
                    <a:cubicBezTo>
                      <a:pt x="710" y="647"/>
                      <a:pt x="864" y="748"/>
                      <a:pt x="1032" y="805"/>
                    </a:cubicBezTo>
                    <a:cubicBezTo>
                      <a:pt x="1151" y="846"/>
                      <a:pt x="1268" y="868"/>
                      <a:pt x="1388" y="894"/>
                    </a:cubicBezTo>
                    <a:cubicBezTo>
                      <a:pt x="1533" y="922"/>
                      <a:pt x="1669" y="947"/>
                      <a:pt x="1795" y="1004"/>
                    </a:cubicBezTo>
                    <a:lnTo>
                      <a:pt x="1827" y="916"/>
                    </a:lnTo>
                    <a:cubicBezTo>
                      <a:pt x="1691" y="859"/>
                      <a:pt x="1546" y="830"/>
                      <a:pt x="1404" y="802"/>
                    </a:cubicBezTo>
                    <a:cubicBezTo>
                      <a:pt x="1293" y="783"/>
                      <a:pt x="1174" y="758"/>
                      <a:pt x="1063" y="720"/>
                    </a:cubicBezTo>
                    <a:cubicBezTo>
                      <a:pt x="902" y="663"/>
                      <a:pt x="757" y="569"/>
                      <a:pt x="647" y="496"/>
                    </a:cubicBezTo>
                    <a:cubicBezTo>
                      <a:pt x="423" y="341"/>
                      <a:pt x="227" y="174"/>
                      <a:pt x="66" y="1"/>
                    </a:cubicBez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36"/>
              <p:cNvSpPr/>
              <p:nvPr/>
            </p:nvSpPr>
            <p:spPr>
              <a:xfrm>
                <a:off x="5232250" y="3192125"/>
                <a:ext cx="52700" cy="52450"/>
              </a:xfrm>
              <a:custGeom>
                <a:avLst/>
                <a:gdLst/>
                <a:ahLst/>
                <a:cxnLst/>
                <a:rect l="l" t="t" r="r" b="b"/>
                <a:pathLst>
                  <a:path w="2108" h="2098" extrusionOk="0">
                    <a:moveTo>
                      <a:pt x="492" y="1"/>
                    </a:moveTo>
                    <a:lnTo>
                      <a:pt x="0" y="751"/>
                    </a:lnTo>
                    <a:cubicBezTo>
                      <a:pt x="0" y="751"/>
                      <a:pt x="1115" y="2098"/>
                      <a:pt x="1406" y="2098"/>
                    </a:cubicBezTo>
                    <a:cubicBezTo>
                      <a:pt x="1413" y="2098"/>
                      <a:pt x="1420" y="2097"/>
                      <a:pt x="1426" y="2095"/>
                    </a:cubicBezTo>
                    <a:cubicBezTo>
                      <a:pt x="1584" y="2051"/>
                      <a:pt x="1631" y="1688"/>
                      <a:pt x="1631" y="1688"/>
                    </a:cubicBezTo>
                    <a:lnTo>
                      <a:pt x="2108" y="745"/>
                    </a:lnTo>
                    <a:lnTo>
                      <a:pt x="492" y="1"/>
                    </a:lnTo>
                    <a:close/>
                  </a:path>
                </a:pathLst>
              </a:custGeom>
              <a:solidFill>
                <a:srgbClr val="A64C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36"/>
              <p:cNvSpPr/>
              <p:nvPr/>
            </p:nvSpPr>
            <p:spPr>
              <a:xfrm>
                <a:off x="5228850" y="3141350"/>
                <a:ext cx="86475" cy="88750"/>
              </a:xfrm>
              <a:custGeom>
                <a:avLst/>
                <a:gdLst/>
                <a:ahLst/>
                <a:cxnLst/>
                <a:rect l="l" t="t" r="r" b="b"/>
                <a:pathLst>
                  <a:path w="3459" h="3550" extrusionOk="0">
                    <a:moveTo>
                      <a:pt x="1867" y="0"/>
                    </a:moveTo>
                    <a:cubicBezTo>
                      <a:pt x="1541" y="0"/>
                      <a:pt x="1214" y="79"/>
                      <a:pt x="934" y="221"/>
                    </a:cubicBezTo>
                    <a:cubicBezTo>
                      <a:pt x="288" y="549"/>
                      <a:pt x="1" y="1331"/>
                      <a:pt x="111" y="2009"/>
                    </a:cubicBezTo>
                    <a:cubicBezTo>
                      <a:pt x="243" y="2833"/>
                      <a:pt x="814" y="3120"/>
                      <a:pt x="1392" y="3306"/>
                    </a:cubicBezTo>
                    <a:cubicBezTo>
                      <a:pt x="1654" y="3388"/>
                      <a:pt x="2055" y="3549"/>
                      <a:pt x="2396" y="3549"/>
                    </a:cubicBezTo>
                    <a:cubicBezTo>
                      <a:pt x="2538" y="3549"/>
                      <a:pt x="2670" y="3521"/>
                      <a:pt x="2777" y="3448"/>
                    </a:cubicBezTo>
                    <a:cubicBezTo>
                      <a:pt x="3105" y="3215"/>
                      <a:pt x="3237" y="2871"/>
                      <a:pt x="3294" y="2502"/>
                    </a:cubicBezTo>
                    <a:cubicBezTo>
                      <a:pt x="3363" y="2028"/>
                      <a:pt x="3458" y="1404"/>
                      <a:pt x="3379" y="978"/>
                    </a:cubicBezTo>
                    <a:cubicBezTo>
                      <a:pt x="3294" y="514"/>
                      <a:pt x="2966" y="293"/>
                      <a:pt x="2524" y="120"/>
                    </a:cubicBezTo>
                    <a:cubicBezTo>
                      <a:pt x="2317" y="38"/>
                      <a:pt x="2093" y="0"/>
                      <a:pt x="1867" y="0"/>
                    </a:cubicBezTo>
                    <a:close/>
                  </a:path>
                </a:pathLst>
              </a:custGeom>
              <a:solidFill>
                <a:srgbClr val="A64C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36"/>
              <p:cNvSpPr/>
              <p:nvPr/>
            </p:nvSpPr>
            <p:spPr>
              <a:xfrm>
                <a:off x="5200450" y="3126150"/>
                <a:ext cx="123225" cy="132575"/>
              </a:xfrm>
              <a:custGeom>
                <a:avLst/>
                <a:gdLst/>
                <a:ahLst/>
                <a:cxnLst/>
                <a:rect l="l" t="t" r="r" b="b"/>
                <a:pathLst>
                  <a:path w="4929" h="5303" extrusionOk="0">
                    <a:moveTo>
                      <a:pt x="2891" y="0"/>
                    </a:moveTo>
                    <a:cubicBezTo>
                      <a:pt x="2401" y="0"/>
                      <a:pt x="1908" y="144"/>
                      <a:pt x="1547" y="415"/>
                    </a:cubicBezTo>
                    <a:cubicBezTo>
                      <a:pt x="1013" y="810"/>
                      <a:pt x="843" y="1387"/>
                      <a:pt x="471" y="1923"/>
                    </a:cubicBezTo>
                    <a:cubicBezTo>
                      <a:pt x="212" y="2293"/>
                      <a:pt x="7" y="2718"/>
                      <a:pt x="4" y="3163"/>
                    </a:cubicBezTo>
                    <a:cubicBezTo>
                      <a:pt x="1" y="3491"/>
                      <a:pt x="108" y="3819"/>
                      <a:pt x="304" y="4084"/>
                    </a:cubicBezTo>
                    <a:cubicBezTo>
                      <a:pt x="543" y="4406"/>
                      <a:pt x="906" y="4630"/>
                      <a:pt x="1143" y="4958"/>
                    </a:cubicBezTo>
                    <a:cubicBezTo>
                      <a:pt x="1250" y="5103"/>
                      <a:pt x="1364" y="5290"/>
                      <a:pt x="1550" y="5302"/>
                    </a:cubicBezTo>
                    <a:cubicBezTo>
                      <a:pt x="1554" y="5302"/>
                      <a:pt x="1558" y="5302"/>
                      <a:pt x="1561" y="5302"/>
                    </a:cubicBezTo>
                    <a:cubicBezTo>
                      <a:pt x="1695" y="5302"/>
                      <a:pt x="1813" y="5198"/>
                      <a:pt x="1868" y="5081"/>
                    </a:cubicBezTo>
                    <a:cubicBezTo>
                      <a:pt x="2023" y="4756"/>
                      <a:pt x="1812" y="4390"/>
                      <a:pt x="1758" y="4037"/>
                    </a:cubicBezTo>
                    <a:cubicBezTo>
                      <a:pt x="1685" y="3535"/>
                      <a:pt x="1938" y="3053"/>
                      <a:pt x="2178" y="2608"/>
                    </a:cubicBezTo>
                    <a:cubicBezTo>
                      <a:pt x="2187" y="2605"/>
                      <a:pt x="2190" y="2602"/>
                      <a:pt x="2190" y="2592"/>
                    </a:cubicBezTo>
                    <a:cubicBezTo>
                      <a:pt x="2256" y="2475"/>
                      <a:pt x="2326" y="2352"/>
                      <a:pt x="2439" y="2270"/>
                    </a:cubicBezTo>
                    <a:cubicBezTo>
                      <a:pt x="2591" y="2154"/>
                      <a:pt x="2793" y="2135"/>
                      <a:pt x="2957" y="2043"/>
                    </a:cubicBezTo>
                    <a:cubicBezTo>
                      <a:pt x="3294" y="1863"/>
                      <a:pt x="3405" y="1444"/>
                      <a:pt x="3439" y="1075"/>
                    </a:cubicBezTo>
                    <a:cubicBezTo>
                      <a:pt x="3774" y="1119"/>
                      <a:pt x="4086" y="1299"/>
                      <a:pt x="4288" y="1564"/>
                    </a:cubicBezTo>
                    <a:cubicBezTo>
                      <a:pt x="4484" y="1829"/>
                      <a:pt x="4563" y="2176"/>
                      <a:pt x="4499" y="2498"/>
                    </a:cubicBezTo>
                    <a:cubicBezTo>
                      <a:pt x="4824" y="2210"/>
                      <a:pt x="4928" y="1737"/>
                      <a:pt x="4824" y="1324"/>
                    </a:cubicBezTo>
                    <a:cubicBezTo>
                      <a:pt x="4714" y="908"/>
                      <a:pt x="4414" y="557"/>
                      <a:pt x="4051" y="321"/>
                    </a:cubicBezTo>
                    <a:cubicBezTo>
                      <a:pt x="3720" y="104"/>
                      <a:pt x="3306" y="0"/>
                      <a:pt x="2891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36"/>
              <p:cNvSpPr/>
              <p:nvPr/>
            </p:nvSpPr>
            <p:spPr>
              <a:xfrm>
                <a:off x="5243925" y="3179075"/>
                <a:ext cx="23125" cy="28250"/>
              </a:xfrm>
              <a:custGeom>
                <a:avLst/>
                <a:gdLst/>
                <a:ahLst/>
                <a:cxnLst/>
                <a:rect l="l" t="t" r="r" b="b"/>
                <a:pathLst>
                  <a:path w="925" h="1130" extrusionOk="0">
                    <a:moveTo>
                      <a:pt x="559" y="1"/>
                    </a:moveTo>
                    <a:cubicBezTo>
                      <a:pt x="326" y="1"/>
                      <a:pt x="112" y="215"/>
                      <a:pt x="54" y="428"/>
                    </a:cubicBezTo>
                    <a:cubicBezTo>
                      <a:pt x="0" y="605"/>
                      <a:pt x="38" y="819"/>
                      <a:pt x="170" y="958"/>
                    </a:cubicBezTo>
                    <a:cubicBezTo>
                      <a:pt x="274" y="1063"/>
                      <a:pt x="410" y="1130"/>
                      <a:pt x="537" y="1130"/>
                    </a:cubicBezTo>
                    <a:cubicBezTo>
                      <a:pt x="643" y="1130"/>
                      <a:pt x="743" y="1084"/>
                      <a:pt x="814" y="977"/>
                    </a:cubicBezTo>
                    <a:lnTo>
                      <a:pt x="924" y="343"/>
                    </a:lnTo>
                    <a:cubicBezTo>
                      <a:pt x="902" y="217"/>
                      <a:pt x="820" y="90"/>
                      <a:pt x="732" y="43"/>
                    </a:cubicBezTo>
                    <a:cubicBezTo>
                      <a:pt x="675" y="14"/>
                      <a:pt x="616" y="1"/>
                      <a:pt x="559" y="1"/>
                    </a:cubicBezTo>
                    <a:close/>
                  </a:path>
                </a:pathLst>
              </a:custGeom>
              <a:solidFill>
                <a:srgbClr val="A64C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36"/>
              <p:cNvSpPr/>
              <p:nvPr/>
            </p:nvSpPr>
            <p:spPr>
              <a:xfrm>
                <a:off x="5251325" y="3185750"/>
                <a:ext cx="14225" cy="13725"/>
              </a:xfrm>
              <a:custGeom>
                <a:avLst/>
                <a:gdLst/>
                <a:ahLst/>
                <a:cxnLst/>
                <a:rect l="l" t="t" r="r" b="b"/>
                <a:pathLst>
                  <a:path w="569" h="549" extrusionOk="0">
                    <a:moveTo>
                      <a:pt x="64" y="0"/>
                    </a:moveTo>
                    <a:lnTo>
                      <a:pt x="1" y="66"/>
                    </a:lnTo>
                    <a:cubicBezTo>
                      <a:pt x="168" y="224"/>
                      <a:pt x="335" y="385"/>
                      <a:pt x="502" y="549"/>
                    </a:cubicBezTo>
                    <a:lnTo>
                      <a:pt x="568" y="480"/>
                    </a:lnTo>
                    <a:cubicBezTo>
                      <a:pt x="404" y="319"/>
                      <a:pt x="234" y="158"/>
                      <a:pt x="64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36"/>
              <p:cNvSpPr/>
              <p:nvPr/>
            </p:nvSpPr>
            <p:spPr>
              <a:xfrm>
                <a:off x="5263550" y="3181250"/>
                <a:ext cx="5300" cy="8775"/>
              </a:xfrm>
              <a:custGeom>
                <a:avLst/>
                <a:gdLst/>
                <a:ahLst/>
                <a:cxnLst/>
                <a:rect l="l" t="t" r="r" b="b"/>
                <a:pathLst>
                  <a:path w="212" h="351" extrusionOk="0">
                    <a:moveTo>
                      <a:pt x="67" y="0"/>
                    </a:moveTo>
                    <a:lnTo>
                      <a:pt x="1" y="60"/>
                    </a:lnTo>
                    <a:cubicBezTo>
                      <a:pt x="73" y="139"/>
                      <a:pt x="114" y="243"/>
                      <a:pt x="124" y="350"/>
                    </a:cubicBezTo>
                    <a:lnTo>
                      <a:pt x="212" y="344"/>
                    </a:lnTo>
                    <a:cubicBezTo>
                      <a:pt x="206" y="218"/>
                      <a:pt x="152" y="98"/>
                      <a:pt x="67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36"/>
              <p:cNvSpPr/>
              <p:nvPr/>
            </p:nvSpPr>
            <p:spPr>
              <a:xfrm>
                <a:off x="5243350" y="3193700"/>
                <a:ext cx="22125" cy="14550"/>
              </a:xfrm>
              <a:custGeom>
                <a:avLst/>
                <a:gdLst/>
                <a:ahLst/>
                <a:cxnLst/>
                <a:rect l="l" t="t" r="r" b="b"/>
                <a:pathLst>
                  <a:path w="885" h="582" extrusionOk="0">
                    <a:moveTo>
                      <a:pt x="1" y="1"/>
                    </a:moveTo>
                    <a:cubicBezTo>
                      <a:pt x="4" y="196"/>
                      <a:pt x="99" y="389"/>
                      <a:pt x="250" y="490"/>
                    </a:cubicBezTo>
                    <a:cubicBezTo>
                      <a:pt x="335" y="550"/>
                      <a:pt x="439" y="581"/>
                      <a:pt x="537" y="581"/>
                    </a:cubicBezTo>
                    <a:cubicBezTo>
                      <a:pt x="632" y="581"/>
                      <a:pt x="727" y="553"/>
                      <a:pt x="802" y="496"/>
                    </a:cubicBezTo>
                    <a:cubicBezTo>
                      <a:pt x="824" y="477"/>
                      <a:pt x="850" y="458"/>
                      <a:pt x="869" y="439"/>
                    </a:cubicBezTo>
                    <a:lnTo>
                      <a:pt x="884" y="423"/>
                    </a:lnTo>
                    <a:lnTo>
                      <a:pt x="821" y="354"/>
                    </a:lnTo>
                    <a:lnTo>
                      <a:pt x="805" y="370"/>
                    </a:lnTo>
                    <a:cubicBezTo>
                      <a:pt x="787" y="386"/>
                      <a:pt x="764" y="408"/>
                      <a:pt x="745" y="423"/>
                    </a:cubicBezTo>
                    <a:cubicBezTo>
                      <a:pt x="689" y="465"/>
                      <a:pt x="613" y="486"/>
                      <a:pt x="535" y="486"/>
                    </a:cubicBezTo>
                    <a:cubicBezTo>
                      <a:pt x="453" y="486"/>
                      <a:pt x="369" y="462"/>
                      <a:pt x="301" y="414"/>
                    </a:cubicBezTo>
                    <a:cubicBezTo>
                      <a:pt x="174" y="329"/>
                      <a:pt x="96" y="171"/>
                      <a:pt x="92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36"/>
              <p:cNvSpPr/>
              <p:nvPr/>
            </p:nvSpPr>
            <p:spPr>
              <a:xfrm>
                <a:off x="5249750" y="3208925"/>
                <a:ext cx="27700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108" h="815" extrusionOk="0">
                    <a:moveTo>
                      <a:pt x="79" y="0"/>
                    </a:moveTo>
                    <a:lnTo>
                      <a:pt x="1" y="42"/>
                    </a:lnTo>
                    <a:cubicBezTo>
                      <a:pt x="215" y="430"/>
                      <a:pt x="698" y="698"/>
                      <a:pt x="1083" y="814"/>
                    </a:cubicBezTo>
                    <a:lnTo>
                      <a:pt x="1108" y="729"/>
                    </a:lnTo>
                    <a:cubicBezTo>
                      <a:pt x="742" y="616"/>
                      <a:pt x="281" y="363"/>
                      <a:pt x="79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36"/>
              <p:cNvSpPr/>
              <p:nvPr/>
            </p:nvSpPr>
            <p:spPr>
              <a:xfrm>
                <a:off x="5293200" y="3192375"/>
                <a:ext cx="7750" cy="15075"/>
              </a:xfrm>
              <a:custGeom>
                <a:avLst/>
                <a:gdLst/>
                <a:ahLst/>
                <a:cxnLst/>
                <a:rect l="l" t="t" r="r" b="b"/>
                <a:pathLst>
                  <a:path w="310" h="603" extrusionOk="0">
                    <a:moveTo>
                      <a:pt x="196" y="0"/>
                    </a:moveTo>
                    <a:lnTo>
                      <a:pt x="105" y="19"/>
                    </a:lnTo>
                    <a:cubicBezTo>
                      <a:pt x="124" y="104"/>
                      <a:pt x="149" y="189"/>
                      <a:pt x="174" y="271"/>
                    </a:cubicBezTo>
                    <a:cubicBezTo>
                      <a:pt x="190" y="325"/>
                      <a:pt x="212" y="382"/>
                      <a:pt x="190" y="426"/>
                    </a:cubicBezTo>
                    <a:cubicBezTo>
                      <a:pt x="181" y="451"/>
                      <a:pt x="155" y="473"/>
                      <a:pt x="121" y="489"/>
                    </a:cubicBezTo>
                    <a:cubicBezTo>
                      <a:pt x="86" y="498"/>
                      <a:pt x="45" y="508"/>
                      <a:pt x="1" y="511"/>
                    </a:cubicBezTo>
                    <a:lnTo>
                      <a:pt x="13" y="603"/>
                    </a:lnTo>
                    <a:cubicBezTo>
                      <a:pt x="61" y="593"/>
                      <a:pt x="108" y="590"/>
                      <a:pt x="152" y="574"/>
                    </a:cubicBezTo>
                    <a:cubicBezTo>
                      <a:pt x="212" y="549"/>
                      <a:pt x="253" y="511"/>
                      <a:pt x="275" y="464"/>
                    </a:cubicBezTo>
                    <a:cubicBezTo>
                      <a:pt x="310" y="388"/>
                      <a:pt x="282" y="306"/>
                      <a:pt x="263" y="243"/>
                    </a:cubicBezTo>
                    <a:cubicBezTo>
                      <a:pt x="237" y="164"/>
                      <a:pt x="215" y="82"/>
                      <a:pt x="196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36"/>
              <p:cNvSpPr/>
              <p:nvPr/>
            </p:nvSpPr>
            <p:spPr>
              <a:xfrm>
                <a:off x="5276575" y="3173675"/>
                <a:ext cx="15700" cy="8700"/>
              </a:xfrm>
              <a:custGeom>
                <a:avLst/>
                <a:gdLst/>
                <a:ahLst/>
                <a:cxnLst/>
                <a:rect l="l" t="t" r="r" b="b"/>
                <a:pathLst>
                  <a:path w="628" h="348" extrusionOk="0">
                    <a:moveTo>
                      <a:pt x="565" y="0"/>
                    </a:moveTo>
                    <a:cubicBezTo>
                      <a:pt x="467" y="101"/>
                      <a:pt x="341" y="171"/>
                      <a:pt x="205" y="215"/>
                    </a:cubicBezTo>
                    <a:cubicBezTo>
                      <a:pt x="161" y="231"/>
                      <a:pt x="120" y="237"/>
                      <a:pt x="76" y="250"/>
                    </a:cubicBezTo>
                    <a:cubicBezTo>
                      <a:pt x="51" y="253"/>
                      <a:pt x="29" y="259"/>
                      <a:pt x="10" y="259"/>
                    </a:cubicBezTo>
                    <a:lnTo>
                      <a:pt x="0" y="347"/>
                    </a:lnTo>
                    <a:lnTo>
                      <a:pt x="16" y="347"/>
                    </a:lnTo>
                    <a:cubicBezTo>
                      <a:pt x="44" y="347"/>
                      <a:pt x="70" y="344"/>
                      <a:pt x="98" y="338"/>
                    </a:cubicBezTo>
                    <a:cubicBezTo>
                      <a:pt x="142" y="325"/>
                      <a:pt x="189" y="316"/>
                      <a:pt x="234" y="300"/>
                    </a:cubicBezTo>
                    <a:cubicBezTo>
                      <a:pt x="379" y="253"/>
                      <a:pt x="517" y="174"/>
                      <a:pt x="628" y="67"/>
                    </a:cubicBezTo>
                    <a:lnTo>
                      <a:pt x="565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36"/>
              <p:cNvSpPr/>
              <p:nvPr/>
            </p:nvSpPr>
            <p:spPr>
              <a:xfrm>
                <a:off x="5303450" y="3175950"/>
                <a:ext cx="10525" cy="8775"/>
              </a:xfrm>
              <a:custGeom>
                <a:avLst/>
                <a:gdLst/>
                <a:ahLst/>
                <a:cxnLst/>
                <a:rect l="l" t="t" r="r" b="b"/>
                <a:pathLst>
                  <a:path w="421" h="351" extrusionOk="0">
                    <a:moveTo>
                      <a:pt x="77" y="1"/>
                    </a:moveTo>
                    <a:lnTo>
                      <a:pt x="1" y="51"/>
                    </a:lnTo>
                    <a:cubicBezTo>
                      <a:pt x="96" y="184"/>
                      <a:pt x="231" y="288"/>
                      <a:pt x="386" y="351"/>
                    </a:cubicBezTo>
                    <a:lnTo>
                      <a:pt x="420" y="269"/>
                    </a:lnTo>
                    <a:cubicBezTo>
                      <a:pt x="282" y="215"/>
                      <a:pt x="159" y="121"/>
                      <a:pt x="77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36"/>
              <p:cNvSpPr/>
              <p:nvPr/>
            </p:nvSpPr>
            <p:spPr>
              <a:xfrm>
                <a:off x="5279175" y="3186600"/>
                <a:ext cx="11600" cy="5625"/>
              </a:xfrm>
              <a:custGeom>
                <a:avLst/>
                <a:gdLst/>
                <a:ahLst/>
                <a:cxnLst/>
                <a:rect l="l" t="t" r="r" b="b"/>
                <a:pathLst>
                  <a:path w="464" h="225" extrusionOk="0">
                    <a:moveTo>
                      <a:pt x="388" y="1"/>
                    </a:moveTo>
                    <a:lnTo>
                      <a:pt x="379" y="20"/>
                    </a:lnTo>
                    <a:cubicBezTo>
                      <a:pt x="328" y="92"/>
                      <a:pt x="303" y="127"/>
                      <a:pt x="237" y="136"/>
                    </a:cubicBezTo>
                    <a:cubicBezTo>
                      <a:pt x="234" y="137"/>
                      <a:pt x="231" y="137"/>
                      <a:pt x="227" y="137"/>
                    </a:cubicBezTo>
                    <a:cubicBezTo>
                      <a:pt x="162" y="137"/>
                      <a:pt x="103" y="105"/>
                      <a:pt x="82" y="48"/>
                    </a:cubicBezTo>
                    <a:lnTo>
                      <a:pt x="0" y="83"/>
                    </a:lnTo>
                    <a:cubicBezTo>
                      <a:pt x="38" y="171"/>
                      <a:pt x="126" y="225"/>
                      <a:pt x="221" y="225"/>
                    </a:cubicBezTo>
                    <a:lnTo>
                      <a:pt x="243" y="225"/>
                    </a:lnTo>
                    <a:cubicBezTo>
                      <a:pt x="357" y="218"/>
                      <a:pt x="404" y="143"/>
                      <a:pt x="451" y="73"/>
                    </a:cubicBezTo>
                    <a:lnTo>
                      <a:pt x="464" y="51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36"/>
              <p:cNvSpPr/>
              <p:nvPr/>
            </p:nvSpPr>
            <p:spPr>
              <a:xfrm>
                <a:off x="5304650" y="3189200"/>
                <a:ext cx="9175" cy="6100"/>
              </a:xfrm>
              <a:custGeom>
                <a:avLst/>
                <a:gdLst/>
                <a:ahLst/>
                <a:cxnLst/>
                <a:rect l="l" t="t" r="r" b="b"/>
                <a:pathLst>
                  <a:path w="367" h="244" extrusionOk="0">
                    <a:moveTo>
                      <a:pt x="89" y="1"/>
                    </a:moveTo>
                    <a:lnTo>
                      <a:pt x="0" y="20"/>
                    </a:lnTo>
                    <a:cubicBezTo>
                      <a:pt x="41" y="168"/>
                      <a:pt x="104" y="244"/>
                      <a:pt x="199" y="244"/>
                    </a:cubicBezTo>
                    <a:lnTo>
                      <a:pt x="215" y="244"/>
                    </a:lnTo>
                    <a:cubicBezTo>
                      <a:pt x="297" y="237"/>
                      <a:pt x="354" y="159"/>
                      <a:pt x="366" y="86"/>
                    </a:cubicBezTo>
                    <a:lnTo>
                      <a:pt x="278" y="67"/>
                    </a:lnTo>
                    <a:cubicBezTo>
                      <a:pt x="265" y="111"/>
                      <a:pt x="237" y="149"/>
                      <a:pt x="202" y="152"/>
                    </a:cubicBezTo>
                    <a:cubicBezTo>
                      <a:pt x="199" y="153"/>
                      <a:pt x="194" y="154"/>
                      <a:pt x="189" y="154"/>
                    </a:cubicBezTo>
                    <a:cubicBezTo>
                      <a:pt x="163" y="154"/>
                      <a:pt x="120" y="133"/>
                      <a:pt x="89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36"/>
              <p:cNvSpPr/>
              <p:nvPr/>
            </p:nvSpPr>
            <p:spPr>
              <a:xfrm>
                <a:off x="5285325" y="3209700"/>
                <a:ext cx="12650" cy="3575"/>
              </a:xfrm>
              <a:custGeom>
                <a:avLst/>
                <a:gdLst/>
                <a:ahLst/>
                <a:cxnLst/>
                <a:rect l="l" t="t" r="r" b="b"/>
                <a:pathLst>
                  <a:path w="506" h="143" extrusionOk="0">
                    <a:moveTo>
                      <a:pt x="229" y="1"/>
                    </a:moveTo>
                    <a:cubicBezTo>
                      <a:pt x="159" y="1"/>
                      <a:pt x="83" y="11"/>
                      <a:pt x="0" y="33"/>
                    </a:cubicBezTo>
                    <a:lnTo>
                      <a:pt x="26" y="118"/>
                    </a:lnTo>
                    <a:cubicBezTo>
                      <a:pt x="95" y="100"/>
                      <a:pt x="162" y="91"/>
                      <a:pt x="224" y="91"/>
                    </a:cubicBezTo>
                    <a:cubicBezTo>
                      <a:pt x="280" y="91"/>
                      <a:pt x="332" y="98"/>
                      <a:pt x="379" y="111"/>
                    </a:cubicBezTo>
                    <a:cubicBezTo>
                      <a:pt x="410" y="118"/>
                      <a:pt x="429" y="130"/>
                      <a:pt x="442" y="143"/>
                    </a:cubicBezTo>
                    <a:lnTo>
                      <a:pt x="505" y="74"/>
                    </a:lnTo>
                    <a:cubicBezTo>
                      <a:pt x="473" y="48"/>
                      <a:pt x="429" y="33"/>
                      <a:pt x="404" y="23"/>
                    </a:cubicBezTo>
                    <a:cubicBezTo>
                      <a:pt x="350" y="8"/>
                      <a:pt x="292" y="1"/>
                      <a:pt x="229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08" name="Google Shape;908;p36"/>
            <p:cNvGrpSpPr/>
            <p:nvPr/>
          </p:nvGrpSpPr>
          <p:grpSpPr>
            <a:xfrm>
              <a:off x="4912636" y="824466"/>
              <a:ext cx="423369" cy="3391234"/>
              <a:chOff x="3075525" y="3637175"/>
              <a:chExt cx="149000" cy="1193550"/>
            </a:xfrm>
          </p:grpSpPr>
          <p:sp>
            <p:nvSpPr>
              <p:cNvPr id="909" name="Google Shape;909;p36"/>
              <p:cNvSpPr/>
              <p:nvPr/>
            </p:nvSpPr>
            <p:spPr>
              <a:xfrm>
                <a:off x="3090425" y="3675125"/>
                <a:ext cx="119900" cy="114775"/>
              </a:xfrm>
              <a:custGeom>
                <a:avLst/>
                <a:gdLst/>
                <a:ahLst/>
                <a:cxnLst/>
                <a:rect l="l" t="t" r="r" b="b"/>
                <a:pathLst>
                  <a:path w="4796" h="4591" extrusionOk="0">
                    <a:moveTo>
                      <a:pt x="0" y="0"/>
                    </a:moveTo>
                    <a:lnTo>
                      <a:pt x="868" y="4590"/>
                    </a:lnTo>
                    <a:lnTo>
                      <a:pt x="3928" y="4590"/>
                    </a:lnTo>
                    <a:lnTo>
                      <a:pt x="4796" y="0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36"/>
              <p:cNvSpPr/>
              <p:nvPr/>
            </p:nvSpPr>
            <p:spPr>
              <a:xfrm>
                <a:off x="3075525" y="3666450"/>
                <a:ext cx="149000" cy="17375"/>
              </a:xfrm>
              <a:custGeom>
                <a:avLst/>
                <a:gdLst/>
                <a:ahLst/>
                <a:cxnLst/>
                <a:rect l="l" t="t" r="r" b="b"/>
                <a:pathLst>
                  <a:path w="5960" h="695" extrusionOk="0">
                    <a:moveTo>
                      <a:pt x="347" y="0"/>
                    </a:moveTo>
                    <a:cubicBezTo>
                      <a:pt x="155" y="0"/>
                      <a:pt x="0" y="152"/>
                      <a:pt x="0" y="347"/>
                    </a:cubicBezTo>
                    <a:cubicBezTo>
                      <a:pt x="0" y="540"/>
                      <a:pt x="155" y="694"/>
                      <a:pt x="347" y="694"/>
                    </a:cubicBezTo>
                    <a:lnTo>
                      <a:pt x="5609" y="694"/>
                    </a:lnTo>
                    <a:cubicBezTo>
                      <a:pt x="5802" y="694"/>
                      <a:pt x="5959" y="540"/>
                      <a:pt x="5956" y="347"/>
                    </a:cubicBezTo>
                    <a:cubicBezTo>
                      <a:pt x="5956" y="152"/>
                      <a:pt x="5802" y="0"/>
                      <a:pt x="5609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36"/>
              <p:cNvSpPr/>
              <p:nvPr/>
            </p:nvSpPr>
            <p:spPr>
              <a:xfrm>
                <a:off x="3100525" y="3781200"/>
                <a:ext cx="99150" cy="17375"/>
              </a:xfrm>
              <a:custGeom>
                <a:avLst/>
                <a:gdLst/>
                <a:ahLst/>
                <a:cxnLst/>
                <a:rect l="l" t="t" r="r" b="b"/>
                <a:pathLst>
                  <a:path w="3966" h="695" extrusionOk="0">
                    <a:moveTo>
                      <a:pt x="347" y="0"/>
                    </a:moveTo>
                    <a:cubicBezTo>
                      <a:pt x="152" y="0"/>
                      <a:pt x="0" y="155"/>
                      <a:pt x="0" y="347"/>
                    </a:cubicBezTo>
                    <a:cubicBezTo>
                      <a:pt x="0" y="540"/>
                      <a:pt x="152" y="694"/>
                      <a:pt x="347" y="694"/>
                    </a:cubicBezTo>
                    <a:lnTo>
                      <a:pt x="3619" y="694"/>
                    </a:lnTo>
                    <a:cubicBezTo>
                      <a:pt x="3808" y="694"/>
                      <a:pt x="3966" y="540"/>
                      <a:pt x="3966" y="347"/>
                    </a:cubicBezTo>
                    <a:cubicBezTo>
                      <a:pt x="3966" y="155"/>
                      <a:pt x="3814" y="0"/>
                      <a:pt x="3619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36"/>
              <p:cNvSpPr/>
              <p:nvPr/>
            </p:nvSpPr>
            <p:spPr>
              <a:xfrm>
                <a:off x="3113225" y="3637175"/>
                <a:ext cx="75175" cy="31975"/>
              </a:xfrm>
              <a:custGeom>
                <a:avLst/>
                <a:gdLst/>
                <a:ahLst/>
                <a:cxnLst/>
                <a:rect l="l" t="t" r="r" b="b"/>
                <a:pathLst>
                  <a:path w="3007" h="1279" extrusionOk="0">
                    <a:moveTo>
                      <a:pt x="1278" y="1"/>
                    </a:moveTo>
                    <a:cubicBezTo>
                      <a:pt x="571" y="1"/>
                      <a:pt x="0" y="572"/>
                      <a:pt x="0" y="1278"/>
                    </a:cubicBezTo>
                    <a:lnTo>
                      <a:pt x="3000" y="1278"/>
                    </a:lnTo>
                    <a:cubicBezTo>
                      <a:pt x="3007" y="569"/>
                      <a:pt x="2432" y="1"/>
                      <a:pt x="1729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36"/>
              <p:cNvSpPr/>
              <p:nvPr/>
            </p:nvSpPr>
            <p:spPr>
              <a:xfrm>
                <a:off x="3144600" y="3659350"/>
                <a:ext cx="12400" cy="131650"/>
              </a:xfrm>
              <a:custGeom>
                <a:avLst/>
                <a:gdLst/>
                <a:ahLst/>
                <a:cxnLst/>
                <a:rect l="l" t="t" r="r" b="b"/>
                <a:pathLst>
                  <a:path w="496" h="5266" extrusionOk="0">
                    <a:moveTo>
                      <a:pt x="1" y="0"/>
                    </a:moveTo>
                    <a:lnTo>
                      <a:pt x="1" y="5265"/>
                    </a:lnTo>
                    <a:lnTo>
                      <a:pt x="496" y="5265"/>
                    </a:lnTo>
                    <a:lnTo>
                      <a:pt x="496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36"/>
              <p:cNvSpPr/>
              <p:nvPr/>
            </p:nvSpPr>
            <p:spPr>
              <a:xfrm>
                <a:off x="3138850" y="3790975"/>
                <a:ext cx="26375" cy="828375"/>
              </a:xfrm>
              <a:custGeom>
                <a:avLst/>
                <a:gdLst/>
                <a:ahLst/>
                <a:cxnLst/>
                <a:rect l="l" t="t" r="r" b="b"/>
                <a:pathLst>
                  <a:path w="1055" h="33135" extrusionOk="0">
                    <a:moveTo>
                      <a:pt x="0" y="0"/>
                    </a:moveTo>
                    <a:lnTo>
                      <a:pt x="0" y="33135"/>
                    </a:lnTo>
                    <a:lnTo>
                      <a:pt x="1054" y="33135"/>
                    </a:lnTo>
                    <a:lnTo>
                      <a:pt x="1054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36"/>
              <p:cNvSpPr/>
              <p:nvPr/>
            </p:nvSpPr>
            <p:spPr>
              <a:xfrm>
                <a:off x="3123075" y="4593150"/>
                <a:ext cx="55850" cy="237575"/>
              </a:xfrm>
              <a:custGeom>
                <a:avLst/>
                <a:gdLst/>
                <a:ahLst/>
                <a:cxnLst/>
                <a:rect l="l" t="t" r="r" b="b"/>
                <a:pathLst>
                  <a:path w="2234" h="9503" extrusionOk="0">
                    <a:moveTo>
                      <a:pt x="1117" y="0"/>
                    </a:moveTo>
                    <a:cubicBezTo>
                      <a:pt x="502" y="0"/>
                      <a:pt x="0" y="502"/>
                      <a:pt x="0" y="1117"/>
                    </a:cubicBezTo>
                    <a:lnTo>
                      <a:pt x="0" y="9502"/>
                    </a:lnTo>
                    <a:lnTo>
                      <a:pt x="2228" y="9502"/>
                    </a:lnTo>
                    <a:lnTo>
                      <a:pt x="2228" y="1117"/>
                    </a:lnTo>
                    <a:cubicBezTo>
                      <a:pt x="2234" y="496"/>
                      <a:pt x="1732" y="0"/>
                      <a:pt x="1117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6" name="Google Shape;916;p36"/>
            <p:cNvGrpSpPr/>
            <p:nvPr/>
          </p:nvGrpSpPr>
          <p:grpSpPr>
            <a:xfrm>
              <a:off x="5335940" y="3496344"/>
              <a:ext cx="1237152" cy="719433"/>
              <a:chOff x="5419325" y="3684950"/>
              <a:chExt cx="537425" cy="312525"/>
            </a:xfrm>
          </p:grpSpPr>
          <p:sp>
            <p:nvSpPr>
              <p:cNvPr id="917" name="Google Shape;917;p36"/>
              <p:cNvSpPr/>
              <p:nvPr/>
            </p:nvSpPr>
            <p:spPr>
              <a:xfrm>
                <a:off x="5564900" y="3916775"/>
                <a:ext cx="74000" cy="80475"/>
              </a:xfrm>
              <a:custGeom>
                <a:avLst/>
                <a:gdLst/>
                <a:ahLst/>
                <a:cxnLst/>
                <a:rect l="l" t="t" r="r" b="b"/>
                <a:pathLst>
                  <a:path w="2960" h="3219" extrusionOk="0">
                    <a:moveTo>
                      <a:pt x="1433" y="0"/>
                    </a:moveTo>
                    <a:lnTo>
                      <a:pt x="1" y="887"/>
                    </a:lnTo>
                    <a:lnTo>
                      <a:pt x="1433" y="3218"/>
                    </a:lnTo>
                    <a:lnTo>
                      <a:pt x="2960" y="3218"/>
                    </a:lnTo>
                    <a:lnTo>
                      <a:pt x="2102" y="2549"/>
                    </a:lnTo>
                    <a:lnTo>
                      <a:pt x="1433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36"/>
              <p:cNvSpPr/>
              <p:nvPr/>
            </p:nvSpPr>
            <p:spPr>
              <a:xfrm>
                <a:off x="5693775" y="3895325"/>
                <a:ext cx="86700" cy="102150"/>
              </a:xfrm>
              <a:custGeom>
                <a:avLst/>
                <a:gdLst/>
                <a:ahLst/>
                <a:cxnLst/>
                <a:rect l="l" t="t" r="r" b="b"/>
                <a:pathLst>
                  <a:path w="3468" h="4086" extrusionOk="0">
                    <a:moveTo>
                      <a:pt x="2591" y="0"/>
                    </a:moveTo>
                    <a:cubicBezTo>
                      <a:pt x="2401" y="199"/>
                      <a:pt x="1" y="3407"/>
                      <a:pt x="1" y="3407"/>
                    </a:cubicBezTo>
                    <a:lnTo>
                      <a:pt x="553" y="4086"/>
                    </a:lnTo>
                    <a:lnTo>
                      <a:pt x="1770" y="4086"/>
                    </a:lnTo>
                    <a:lnTo>
                      <a:pt x="1341" y="3360"/>
                    </a:lnTo>
                    <a:lnTo>
                      <a:pt x="3468" y="2095"/>
                    </a:lnTo>
                    <a:lnTo>
                      <a:pt x="2591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36"/>
              <p:cNvSpPr/>
              <p:nvPr/>
            </p:nvSpPr>
            <p:spPr>
              <a:xfrm>
                <a:off x="5506475" y="3758800"/>
                <a:ext cx="363350" cy="161650"/>
              </a:xfrm>
              <a:custGeom>
                <a:avLst/>
                <a:gdLst/>
                <a:ahLst/>
                <a:cxnLst/>
                <a:rect l="l" t="t" r="r" b="b"/>
                <a:pathLst>
                  <a:path w="14534" h="6466" extrusionOk="0">
                    <a:moveTo>
                      <a:pt x="11061" y="0"/>
                    </a:moveTo>
                    <a:cubicBezTo>
                      <a:pt x="10510" y="432"/>
                      <a:pt x="7825" y="534"/>
                      <a:pt x="5418" y="534"/>
                    </a:cubicBezTo>
                    <a:cubicBezTo>
                      <a:pt x="4941" y="534"/>
                      <a:pt x="4475" y="530"/>
                      <a:pt x="4038" y="524"/>
                    </a:cubicBezTo>
                    <a:cubicBezTo>
                      <a:pt x="4024" y="524"/>
                      <a:pt x="4009" y="524"/>
                      <a:pt x="3995" y="524"/>
                    </a:cubicBezTo>
                    <a:cubicBezTo>
                      <a:pt x="2321" y="524"/>
                      <a:pt x="452" y="1793"/>
                      <a:pt x="161" y="3411"/>
                    </a:cubicBezTo>
                    <a:cubicBezTo>
                      <a:pt x="0" y="4310"/>
                      <a:pt x="533" y="5108"/>
                      <a:pt x="865" y="5572"/>
                    </a:cubicBezTo>
                    <a:cubicBezTo>
                      <a:pt x="1399" y="6315"/>
                      <a:pt x="2501" y="6466"/>
                      <a:pt x="4021" y="6466"/>
                    </a:cubicBezTo>
                    <a:cubicBezTo>
                      <a:pt x="5053" y="6466"/>
                      <a:pt x="6277" y="6397"/>
                      <a:pt x="7647" y="6397"/>
                    </a:cubicBezTo>
                    <a:cubicBezTo>
                      <a:pt x="7759" y="6397"/>
                      <a:pt x="7873" y="6397"/>
                      <a:pt x="7988" y="6398"/>
                    </a:cubicBezTo>
                    <a:cubicBezTo>
                      <a:pt x="8026" y="6398"/>
                      <a:pt x="8064" y="6399"/>
                      <a:pt x="8101" y="6399"/>
                    </a:cubicBezTo>
                    <a:cubicBezTo>
                      <a:pt x="11565" y="6399"/>
                      <a:pt x="12142" y="4966"/>
                      <a:pt x="12632" y="3562"/>
                    </a:cubicBezTo>
                    <a:cubicBezTo>
                      <a:pt x="13121" y="2142"/>
                      <a:pt x="14534" y="694"/>
                      <a:pt x="14534" y="694"/>
                    </a:cubicBezTo>
                    <a:lnTo>
                      <a:pt x="11061" y="0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36"/>
              <p:cNvSpPr/>
              <p:nvPr/>
            </p:nvSpPr>
            <p:spPr>
              <a:xfrm>
                <a:off x="5757350" y="3753550"/>
                <a:ext cx="96950" cy="73975"/>
              </a:xfrm>
              <a:custGeom>
                <a:avLst/>
                <a:gdLst/>
                <a:ahLst/>
                <a:cxnLst/>
                <a:rect l="l" t="t" r="r" b="b"/>
                <a:pathLst>
                  <a:path w="3878" h="2959" extrusionOk="0">
                    <a:moveTo>
                      <a:pt x="1190" y="1"/>
                    </a:moveTo>
                    <a:cubicBezTo>
                      <a:pt x="1178" y="1"/>
                      <a:pt x="1165" y="2"/>
                      <a:pt x="1152" y="5"/>
                    </a:cubicBezTo>
                    <a:lnTo>
                      <a:pt x="190" y="273"/>
                    </a:lnTo>
                    <a:cubicBezTo>
                      <a:pt x="60" y="308"/>
                      <a:pt x="0" y="463"/>
                      <a:pt x="76" y="573"/>
                    </a:cubicBezTo>
                    <a:cubicBezTo>
                      <a:pt x="1328" y="2466"/>
                      <a:pt x="2508" y="2870"/>
                      <a:pt x="2985" y="2955"/>
                    </a:cubicBezTo>
                    <a:cubicBezTo>
                      <a:pt x="3003" y="2957"/>
                      <a:pt x="3020" y="2959"/>
                      <a:pt x="3038" y="2959"/>
                    </a:cubicBezTo>
                    <a:cubicBezTo>
                      <a:pt x="3154" y="2959"/>
                      <a:pt x="3260" y="2906"/>
                      <a:pt x="3325" y="2810"/>
                    </a:cubicBezTo>
                    <a:lnTo>
                      <a:pt x="3830" y="2065"/>
                    </a:lnTo>
                    <a:cubicBezTo>
                      <a:pt x="3877" y="1993"/>
                      <a:pt x="3833" y="1908"/>
                      <a:pt x="3751" y="1892"/>
                    </a:cubicBezTo>
                    <a:cubicBezTo>
                      <a:pt x="2571" y="1680"/>
                      <a:pt x="1508" y="349"/>
                      <a:pt x="1278" y="46"/>
                    </a:cubicBezTo>
                    <a:cubicBezTo>
                      <a:pt x="1259" y="15"/>
                      <a:pt x="1227" y="1"/>
                      <a:pt x="1190" y="1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36"/>
              <p:cNvSpPr/>
              <p:nvPr/>
            </p:nvSpPr>
            <p:spPr>
              <a:xfrm>
                <a:off x="5811775" y="3686550"/>
                <a:ext cx="143875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5755" h="4287" extrusionOk="0">
                    <a:moveTo>
                      <a:pt x="1514" y="1"/>
                    </a:moveTo>
                    <a:lnTo>
                      <a:pt x="514" y="360"/>
                    </a:lnTo>
                    <a:lnTo>
                      <a:pt x="0" y="1079"/>
                    </a:lnTo>
                    <a:lnTo>
                      <a:pt x="0" y="4102"/>
                    </a:lnTo>
                    <a:cubicBezTo>
                      <a:pt x="0" y="4102"/>
                      <a:pt x="1690" y="4287"/>
                      <a:pt x="3260" y="4287"/>
                    </a:cubicBezTo>
                    <a:cubicBezTo>
                      <a:pt x="3477" y="4287"/>
                      <a:pt x="3692" y="4283"/>
                      <a:pt x="3899" y="4275"/>
                    </a:cubicBezTo>
                    <a:cubicBezTo>
                      <a:pt x="5612" y="4203"/>
                      <a:pt x="5754" y="2900"/>
                      <a:pt x="5366" y="2477"/>
                    </a:cubicBezTo>
                    <a:cubicBezTo>
                      <a:pt x="4985" y="2054"/>
                      <a:pt x="4145" y="2458"/>
                      <a:pt x="3448" y="1253"/>
                    </a:cubicBezTo>
                    <a:cubicBezTo>
                      <a:pt x="2745" y="51"/>
                      <a:pt x="1514" y="1"/>
                      <a:pt x="1514" y="1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36"/>
              <p:cNvSpPr/>
              <p:nvPr/>
            </p:nvSpPr>
            <p:spPr>
              <a:xfrm>
                <a:off x="5934400" y="3737750"/>
                <a:ext cx="22350" cy="21450"/>
              </a:xfrm>
              <a:custGeom>
                <a:avLst/>
                <a:gdLst/>
                <a:ahLst/>
                <a:cxnLst/>
                <a:rect l="l" t="t" r="r" b="b"/>
                <a:pathLst>
                  <a:path w="894" h="858" extrusionOk="0">
                    <a:moveTo>
                      <a:pt x="345" y="1"/>
                    </a:moveTo>
                    <a:cubicBezTo>
                      <a:pt x="282" y="1"/>
                      <a:pt x="222" y="18"/>
                      <a:pt x="171" y="54"/>
                    </a:cubicBezTo>
                    <a:cubicBezTo>
                      <a:pt x="10" y="167"/>
                      <a:pt x="1" y="432"/>
                      <a:pt x="155" y="637"/>
                    </a:cubicBezTo>
                    <a:cubicBezTo>
                      <a:pt x="261" y="778"/>
                      <a:pt x="413" y="857"/>
                      <a:pt x="549" y="857"/>
                    </a:cubicBezTo>
                    <a:cubicBezTo>
                      <a:pt x="612" y="857"/>
                      <a:pt x="672" y="840"/>
                      <a:pt x="723" y="804"/>
                    </a:cubicBezTo>
                    <a:cubicBezTo>
                      <a:pt x="884" y="688"/>
                      <a:pt x="893" y="426"/>
                      <a:pt x="739" y="221"/>
                    </a:cubicBezTo>
                    <a:cubicBezTo>
                      <a:pt x="633" y="81"/>
                      <a:pt x="482" y="1"/>
                      <a:pt x="345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36"/>
              <p:cNvSpPr/>
              <p:nvPr/>
            </p:nvSpPr>
            <p:spPr>
              <a:xfrm>
                <a:off x="5757325" y="3684950"/>
                <a:ext cx="923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3693" h="6096" extrusionOk="0">
                    <a:moveTo>
                      <a:pt x="3177" y="0"/>
                    </a:moveTo>
                    <a:cubicBezTo>
                      <a:pt x="2191" y="0"/>
                      <a:pt x="1257" y="800"/>
                      <a:pt x="695" y="1405"/>
                    </a:cubicBezTo>
                    <a:cubicBezTo>
                      <a:pt x="320" y="1806"/>
                      <a:pt x="99" y="2323"/>
                      <a:pt x="68" y="2872"/>
                    </a:cubicBezTo>
                    <a:cubicBezTo>
                      <a:pt x="0" y="4048"/>
                      <a:pt x="58" y="6096"/>
                      <a:pt x="1323" y="6096"/>
                    </a:cubicBezTo>
                    <a:cubicBezTo>
                      <a:pt x="1361" y="6096"/>
                      <a:pt x="1400" y="6094"/>
                      <a:pt x="1440" y="6090"/>
                    </a:cubicBezTo>
                    <a:cubicBezTo>
                      <a:pt x="3358" y="5907"/>
                      <a:pt x="2695" y="2828"/>
                      <a:pt x="2806" y="1487"/>
                    </a:cubicBezTo>
                    <a:cubicBezTo>
                      <a:pt x="2916" y="147"/>
                      <a:pt x="3692" y="77"/>
                      <a:pt x="3692" y="77"/>
                    </a:cubicBezTo>
                    <a:cubicBezTo>
                      <a:pt x="3520" y="24"/>
                      <a:pt x="3348" y="0"/>
                      <a:pt x="3177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36"/>
              <p:cNvSpPr/>
              <p:nvPr/>
            </p:nvSpPr>
            <p:spPr>
              <a:xfrm>
                <a:off x="5746925" y="3859750"/>
                <a:ext cx="89700" cy="131575"/>
              </a:xfrm>
              <a:custGeom>
                <a:avLst/>
                <a:gdLst/>
                <a:ahLst/>
                <a:cxnLst/>
                <a:rect l="l" t="t" r="r" b="b"/>
                <a:pathLst>
                  <a:path w="3588" h="5263" extrusionOk="0">
                    <a:moveTo>
                      <a:pt x="2367" y="0"/>
                    </a:moveTo>
                    <a:lnTo>
                      <a:pt x="1" y="1682"/>
                    </a:lnTo>
                    <a:cubicBezTo>
                      <a:pt x="458" y="3165"/>
                      <a:pt x="2591" y="5262"/>
                      <a:pt x="2591" y="5262"/>
                    </a:cubicBezTo>
                    <a:lnTo>
                      <a:pt x="3588" y="5262"/>
                    </a:lnTo>
                    <a:cubicBezTo>
                      <a:pt x="3588" y="5262"/>
                      <a:pt x="3137" y="3972"/>
                      <a:pt x="2591" y="2660"/>
                    </a:cubicBezTo>
                    <a:cubicBezTo>
                      <a:pt x="2045" y="1341"/>
                      <a:pt x="2367" y="1"/>
                      <a:pt x="2367" y="0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36"/>
              <p:cNvSpPr/>
              <p:nvPr/>
            </p:nvSpPr>
            <p:spPr>
              <a:xfrm>
                <a:off x="5480600" y="3886000"/>
                <a:ext cx="138825" cy="109350"/>
              </a:xfrm>
              <a:custGeom>
                <a:avLst/>
                <a:gdLst/>
                <a:ahLst/>
                <a:cxnLst/>
                <a:rect l="l" t="t" r="r" b="b"/>
                <a:pathLst>
                  <a:path w="5553" h="4374" extrusionOk="0">
                    <a:moveTo>
                      <a:pt x="2736" y="1"/>
                    </a:moveTo>
                    <a:cubicBezTo>
                      <a:pt x="0" y="3020"/>
                      <a:pt x="849" y="4373"/>
                      <a:pt x="849" y="4373"/>
                    </a:cubicBezTo>
                    <a:lnTo>
                      <a:pt x="2016" y="4373"/>
                    </a:lnTo>
                    <a:cubicBezTo>
                      <a:pt x="1748" y="4187"/>
                      <a:pt x="1792" y="3869"/>
                      <a:pt x="1903" y="3591"/>
                    </a:cubicBezTo>
                    <a:cubicBezTo>
                      <a:pt x="2016" y="3307"/>
                      <a:pt x="2224" y="3064"/>
                      <a:pt x="2474" y="2878"/>
                    </a:cubicBezTo>
                    <a:lnTo>
                      <a:pt x="5553" y="600"/>
                    </a:lnTo>
                    <a:lnTo>
                      <a:pt x="2736" y="1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36"/>
              <p:cNvSpPr/>
              <p:nvPr/>
            </p:nvSpPr>
            <p:spPr>
              <a:xfrm>
                <a:off x="5419325" y="3696175"/>
                <a:ext cx="136375" cy="121000"/>
              </a:xfrm>
              <a:custGeom>
                <a:avLst/>
                <a:gdLst/>
                <a:ahLst/>
                <a:cxnLst/>
                <a:rect l="l" t="t" r="r" b="b"/>
                <a:pathLst>
                  <a:path w="5455" h="4840" extrusionOk="0">
                    <a:moveTo>
                      <a:pt x="1054" y="0"/>
                    </a:moveTo>
                    <a:cubicBezTo>
                      <a:pt x="663" y="136"/>
                      <a:pt x="369" y="458"/>
                      <a:pt x="290" y="862"/>
                    </a:cubicBezTo>
                    <a:cubicBezTo>
                      <a:pt x="142" y="1635"/>
                      <a:pt x="155" y="2878"/>
                      <a:pt x="1537" y="3417"/>
                    </a:cubicBezTo>
                    <a:cubicBezTo>
                      <a:pt x="1537" y="3417"/>
                      <a:pt x="1232" y="3528"/>
                      <a:pt x="868" y="3528"/>
                    </a:cubicBezTo>
                    <a:cubicBezTo>
                      <a:pt x="574" y="3528"/>
                      <a:pt x="241" y="3455"/>
                      <a:pt x="0" y="3193"/>
                    </a:cubicBezTo>
                    <a:lnTo>
                      <a:pt x="0" y="3193"/>
                    </a:lnTo>
                    <a:cubicBezTo>
                      <a:pt x="0" y="3745"/>
                      <a:pt x="376" y="4225"/>
                      <a:pt x="915" y="4370"/>
                    </a:cubicBezTo>
                    <a:cubicBezTo>
                      <a:pt x="1204" y="4448"/>
                      <a:pt x="1543" y="4508"/>
                      <a:pt x="1907" y="4508"/>
                    </a:cubicBezTo>
                    <a:cubicBezTo>
                      <a:pt x="2333" y="4508"/>
                      <a:pt x="2793" y="4426"/>
                      <a:pt x="3250" y="4196"/>
                    </a:cubicBezTo>
                    <a:cubicBezTo>
                      <a:pt x="3593" y="4023"/>
                      <a:pt x="3885" y="3955"/>
                      <a:pt x="4132" y="3955"/>
                    </a:cubicBezTo>
                    <a:cubicBezTo>
                      <a:pt x="5025" y="3955"/>
                      <a:pt x="5328" y="4840"/>
                      <a:pt x="5328" y="4840"/>
                    </a:cubicBezTo>
                    <a:lnTo>
                      <a:pt x="5455" y="4363"/>
                    </a:lnTo>
                    <a:cubicBezTo>
                      <a:pt x="5455" y="4363"/>
                      <a:pt x="5240" y="3161"/>
                      <a:pt x="3587" y="2824"/>
                    </a:cubicBezTo>
                    <a:cubicBezTo>
                      <a:pt x="1937" y="2490"/>
                      <a:pt x="966" y="2098"/>
                      <a:pt x="1054" y="0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36"/>
              <p:cNvSpPr/>
              <p:nvPr/>
            </p:nvSpPr>
            <p:spPr>
              <a:xfrm>
                <a:off x="5884875" y="3705850"/>
                <a:ext cx="32125" cy="15350"/>
              </a:xfrm>
              <a:custGeom>
                <a:avLst/>
                <a:gdLst/>
                <a:ahLst/>
                <a:cxnLst/>
                <a:rect l="l" t="t" r="r" b="b"/>
                <a:pathLst>
                  <a:path w="1285" h="614" extrusionOk="0">
                    <a:moveTo>
                      <a:pt x="224" y="0"/>
                    </a:moveTo>
                    <a:cubicBezTo>
                      <a:pt x="154" y="0"/>
                      <a:pt x="79" y="5"/>
                      <a:pt x="0" y="14"/>
                    </a:cubicBezTo>
                    <a:lnTo>
                      <a:pt x="26" y="244"/>
                    </a:lnTo>
                    <a:cubicBezTo>
                      <a:pt x="94" y="236"/>
                      <a:pt x="158" y="233"/>
                      <a:pt x="219" y="233"/>
                    </a:cubicBezTo>
                    <a:cubicBezTo>
                      <a:pt x="821" y="233"/>
                      <a:pt x="1077" y="593"/>
                      <a:pt x="1089" y="613"/>
                    </a:cubicBezTo>
                    <a:lnTo>
                      <a:pt x="1284" y="481"/>
                    </a:lnTo>
                    <a:cubicBezTo>
                      <a:pt x="1270" y="461"/>
                      <a:pt x="954" y="0"/>
                      <a:pt x="224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36"/>
              <p:cNvSpPr/>
              <p:nvPr/>
            </p:nvSpPr>
            <p:spPr>
              <a:xfrm>
                <a:off x="5837150" y="3707800"/>
                <a:ext cx="31650" cy="14025"/>
              </a:xfrm>
              <a:custGeom>
                <a:avLst/>
                <a:gdLst/>
                <a:ahLst/>
                <a:cxnLst/>
                <a:rect l="l" t="t" r="r" b="b"/>
                <a:pathLst>
                  <a:path w="1266" h="561" extrusionOk="0">
                    <a:moveTo>
                      <a:pt x="1051" y="1"/>
                    </a:moveTo>
                    <a:cubicBezTo>
                      <a:pt x="470" y="1"/>
                      <a:pt x="21" y="367"/>
                      <a:pt x="1" y="384"/>
                    </a:cubicBezTo>
                    <a:lnTo>
                      <a:pt x="149" y="561"/>
                    </a:lnTo>
                    <a:cubicBezTo>
                      <a:pt x="152" y="558"/>
                      <a:pt x="552" y="231"/>
                      <a:pt x="1053" y="231"/>
                    </a:cubicBezTo>
                    <a:cubicBezTo>
                      <a:pt x="1111" y="231"/>
                      <a:pt x="1171" y="235"/>
                      <a:pt x="1231" y="245"/>
                    </a:cubicBezTo>
                    <a:lnTo>
                      <a:pt x="1266" y="18"/>
                    </a:lnTo>
                    <a:cubicBezTo>
                      <a:pt x="1193" y="6"/>
                      <a:pt x="1121" y="1"/>
                      <a:pt x="1051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36"/>
              <p:cNvSpPr/>
              <p:nvPr/>
            </p:nvSpPr>
            <p:spPr>
              <a:xfrm>
                <a:off x="5853725" y="3730800"/>
                <a:ext cx="9875" cy="14850"/>
              </a:xfrm>
              <a:custGeom>
                <a:avLst/>
                <a:gdLst/>
                <a:ahLst/>
                <a:cxnLst/>
                <a:rect l="l" t="t" r="r" b="b"/>
                <a:pathLst>
                  <a:path w="395" h="594" extrusionOk="0">
                    <a:moveTo>
                      <a:pt x="196" y="0"/>
                    </a:moveTo>
                    <a:cubicBezTo>
                      <a:pt x="86" y="0"/>
                      <a:pt x="0" y="133"/>
                      <a:pt x="0" y="297"/>
                    </a:cubicBezTo>
                    <a:cubicBezTo>
                      <a:pt x="0" y="461"/>
                      <a:pt x="86" y="593"/>
                      <a:pt x="196" y="593"/>
                    </a:cubicBezTo>
                    <a:cubicBezTo>
                      <a:pt x="306" y="593"/>
                      <a:pt x="395" y="461"/>
                      <a:pt x="395" y="297"/>
                    </a:cubicBezTo>
                    <a:cubicBezTo>
                      <a:pt x="395" y="133"/>
                      <a:pt x="306" y="0"/>
                      <a:pt x="196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36"/>
              <p:cNvSpPr/>
              <p:nvPr/>
            </p:nvSpPr>
            <p:spPr>
              <a:xfrm>
                <a:off x="5893000" y="3728125"/>
                <a:ext cx="9875" cy="14850"/>
              </a:xfrm>
              <a:custGeom>
                <a:avLst/>
                <a:gdLst/>
                <a:ahLst/>
                <a:cxnLst/>
                <a:rect l="l" t="t" r="r" b="b"/>
                <a:pathLst>
                  <a:path w="395" h="594" extrusionOk="0">
                    <a:moveTo>
                      <a:pt x="199" y="0"/>
                    </a:moveTo>
                    <a:cubicBezTo>
                      <a:pt x="89" y="0"/>
                      <a:pt x="0" y="136"/>
                      <a:pt x="0" y="297"/>
                    </a:cubicBezTo>
                    <a:cubicBezTo>
                      <a:pt x="0" y="458"/>
                      <a:pt x="89" y="593"/>
                      <a:pt x="199" y="593"/>
                    </a:cubicBezTo>
                    <a:cubicBezTo>
                      <a:pt x="310" y="593"/>
                      <a:pt x="395" y="458"/>
                      <a:pt x="395" y="297"/>
                    </a:cubicBezTo>
                    <a:cubicBezTo>
                      <a:pt x="395" y="133"/>
                      <a:pt x="310" y="0"/>
                      <a:pt x="199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36"/>
              <p:cNvSpPr/>
              <p:nvPr/>
            </p:nvSpPr>
            <p:spPr>
              <a:xfrm>
                <a:off x="5894425" y="3771000"/>
                <a:ext cx="18550" cy="4700"/>
              </a:xfrm>
              <a:custGeom>
                <a:avLst/>
                <a:gdLst/>
                <a:ahLst/>
                <a:cxnLst/>
                <a:rect l="l" t="t" r="r" b="b"/>
                <a:pathLst>
                  <a:path w="742" h="188" extrusionOk="0">
                    <a:moveTo>
                      <a:pt x="62" y="1"/>
                    </a:moveTo>
                    <a:cubicBezTo>
                      <a:pt x="33" y="1"/>
                      <a:pt x="9" y="17"/>
                      <a:pt x="3" y="45"/>
                    </a:cubicBezTo>
                    <a:cubicBezTo>
                      <a:pt x="0" y="77"/>
                      <a:pt x="16" y="105"/>
                      <a:pt x="48" y="112"/>
                    </a:cubicBezTo>
                    <a:cubicBezTo>
                      <a:pt x="54" y="112"/>
                      <a:pt x="313" y="168"/>
                      <a:pt x="682" y="187"/>
                    </a:cubicBezTo>
                    <a:cubicBezTo>
                      <a:pt x="710" y="187"/>
                      <a:pt x="732" y="162"/>
                      <a:pt x="738" y="137"/>
                    </a:cubicBezTo>
                    <a:cubicBezTo>
                      <a:pt x="742" y="105"/>
                      <a:pt x="716" y="77"/>
                      <a:pt x="685" y="77"/>
                    </a:cubicBezTo>
                    <a:cubicBezTo>
                      <a:pt x="325" y="58"/>
                      <a:pt x="76" y="1"/>
                      <a:pt x="70" y="1"/>
                    </a:cubicBezTo>
                    <a:cubicBezTo>
                      <a:pt x="67" y="1"/>
                      <a:pt x="64" y="1"/>
                      <a:pt x="62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37"/>
          <p:cNvSpPr txBox="1">
            <a:spLocks noGrp="1"/>
          </p:cNvSpPr>
          <p:nvPr>
            <p:ph type="subTitle" idx="1"/>
          </p:nvPr>
        </p:nvSpPr>
        <p:spPr>
          <a:xfrm>
            <a:off x="4318600" y="2055099"/>
            <a:ext cx="4361700" cy="21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Homeless User → submits Food Request via UI → RequestCollectOrg receives and stores the request → Request status set to Pending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7" name="Google Shape;937;p37"/>
          <p:cNvSpPr txBox="1">
            <a:spLocks noGrp="1"/>
          </p:cNvSpPr>
          <p:nvPr>
            <p:ph type="title"/>
          </p:nvPr>
        </p:nvSpPr>
        <p:spPr>
          <a:xfrm>
            <a:off x="4318600" y="202725"/>
            <a:ext cx="4144200" cy="173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Food Request Submission Flow</a:t>
            </a:r>
            <a:endParaRPr/>
          </a:p>
        </p:txBody>
      </p:sp>
      <p:grpSp>
        <p:nvGrpSpPr>
          <p:cNvPr id="938" name="Google Shape;938;p37"/>
          <p:cNvGrpSpPr/>
          <p:nvPr/>
        </p:nvGrpSpPr>
        <p:grpSpPr>
          <a:xfrm>
            <a:off x="713225" y="824466"/>
            <a:ext cx="3529800" cy="3491334"/>
            <a:chOff x="4853550" y="824466"/>
            <a:chExt cx="3529800" cy="3491334"/>
          </a:xfrm>
        </p:grpSpPr>
        <p:grpSp>
          <p:nvGrpSpPr>
            <p:cNvPr id="939" name="Google Shape;939;p37"/>
            <p:cNvGrpSpPr/>
            <p:nvPr/>
          </p:nvGrpSpPr>
          <p:grpSpPr>
            <a:xfrm>
              <a:off x="5159225" y="2194200"/>
              <a:ext cx="2877025" cy="1809000"/>
              <a:chOff x="5293300" y="2202650"/>
              <a:chExt cx="2877025" cy="1809000"/>
            </a:xfrm>
          </p:grpSpPr>
          <p:sp>
            <p:nvSpPr>
              <p:cNvPr id="940" name="Google Shape;940;p37"/>
              <p:cNvSpPr/>
              <p:nvPr/>
            </p:nvSpPr>
            <p:spPr>
              <a:xfrm>
                <a:off x="5293300" y="2586850"/>
                <a:ext cx="441900" cy="14247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37"/>
              <p:cNvSpPr/>
              <p:nvPr/>
            </p:nvSpPr>
            <p:spPr>
              <a:xfrm>
                <a:off x="5735200" y="2773450"/>
                <a:ext cx="322500" cy="12381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37"/>
              <p:cNvSpPr/>
              <p:nvPr/>
            </p:nvSpPr>
            <p:spPr>
              <a:xfrm>
                <a:off x="6057700" y="2237675"/>
                <a:ext cx="611100" cy="17739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37"/>
              <p:cNvSpPr/>
              <p:nvPr/>
            </p:nvSpPr>
            <p:spPr>
              <a:xfrm>
                <a:off x="7286525" y="2503825"/>
                <a:ext cx="441900" cy="15078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37"/>
              <p:cNvSpPr/>
              <p:nvPr/>
            </p:nvSpPr>
            <p:spPr>
              <a:xfrm>
                <a:off x="7728425" y="2202650"/>
                <a:ext cx="441900" cy="18090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45" name="Google Shape;945;p37"/>
            <p:cNvGrpSpPr/>
            <p:nvPr/>
          </p:nvGrpSpPr>
          <p:grpSpPr>
            <a:xfrm>
              <a:off x="5834123" y="1195339"/>
              <a:ext cx="1674781" cy="2487105"/>
              <a:chOff x="2636850" y="669600"/>
              <a:chExt cx="226625" cy="336550"/>
            </a:xfrm>
          </p:grpSpPr>
          <p:sp>
            <p:nvSpPr>
              <p:cNvPr id="946" name="Google Shape;946;p37"/>
              <p:cNvSpPr/>
              <p:nvPr/>
            </p:nvSpPr>
            <p:spPr>
              <a:xfrm>
                <a:off x="2636850" y="669600"/>
                <a:ext cx="226450" cy="176900"/>
              </a:xfrm>
              <a:custGeom>
                <a:avLst/>
                <a:gdLst/>
                <a:ahLst/>
                <a:cxnLst/>
                <a:rect l="l" t="t" r="r" b="b"/>
                <a:pathLst>
                  <a:path w="9058" h="7076" extrusionOk="0">
                    <a:moveTo>
                      <a:pt x="3341" y="1"/>
                    </a:moveTo>
                    <a:cubicBezTo>
                      <a:pt x="2572" y="1"/>
                      <a:pt x="1944" y="616"/>
                      <a:pt x="1881" y="1401"/>
                    </a:cubicBezTo>
                    <a:cubicBezTo>
                      <a:pt x="1834" y="1398"/>
                      <a:pt x="1786" y="1395"/>
                      <a:pt x="1739" y="1395"/>
                    </a:cubicBezTo>
                    <a:cubicBezTo>
                      <a:pt x="777" y="1395"/>
                      <a:pt x="1" y="2206"/>
                      <a:pt x="1" y="3209"/>
                    </a:cubicBezTo>
                    <a:cubicBezTo>
                      <a:pt x="1" y="3881"/>
                      <a:pt x="351" y="4464"/>
                      <a:pt x="871" y="4780"/>
                    </a:cubicBezTo>
                    <a:cubicBezTo>
                      <a:pt x="849" y="4871"/>
                      <a:pt x="837" y="4966"/>
                      <a:pt x="837" y="5064"/>
                    </a:cubicBezTo>
                    <a:cubicBezTo>
                      <a:pt x="837" y="5663"/>
                      <a:pt x="1300" y="6149"/>
                      <a:pt x="1878" y="6149"/>
                    </a:cubicBezTo>
                    <a:cubicBezTo>
                      <a:pt x="2108" y="6149"/>
                      <a:pt x="2316" y="6070"/>
                      <a:pt x="2490" y="5941"/>
                    </a:cubicBezTo>
                    <a:cubicBezTo>
                      <a:pt x="2982" y="6646"/>
                      <a:pt x="3808" y="7076"/>
                      <a:pt x="4706" y="7076"/>
                    </a:cubicBezTo>
                    <a:cubicBezTo>
                      <a:pt x="4941" y="7076"/>
                      <a:pt x="5181" y="7047"/>
                      <a:pt x="5420" y="6985"/>
                    </a:cubicBezTo>
                    <a:cubicBezTo>
                      <a:pt x="6506" y="6704"/>
                      <a:pt x="7294" y="5843"/>
                      <a:pt x="7512" y="4837"/>
                    </a:cubicBezTo>
                    <a:cubicBezTo>
                      <a:pt x="8386" y="4745"/>
                      <a:pt x="9058" y="3985"/>
                      <a:pt x="9058" y="3057"/>
                    </a:cubicBezTo>
                    <a:cubicBezTo>
                      <a:pt x="9058" y="2067"/>
                      <a:pt x="8291" y="1269"/>
                      <a:pt x="7345" y="1269"/>
                    </a:cubicBezTo>
                    <a:cubicBezTo>
                      <a:pt x="7272" y="1269"/>
                      <a:pt x="7206" y="1272"/>
                      <a:pt x="7133" y="1278"/>
                    </a:cubicBezTo>
                    <a:lnTo>
                      <a:pt x="7133" y="1275"/>
                    </a:lnTo>
                    <a:cubicBezTo>
                      <a:pt x="7133" y="938"/>
                      <a:pt x="6872" y="660"/>
                      <a:pt x="6544" y="660"/>
                    </a:cubicBezTo>
                    <a:cubicBezTo>
                      <a:pt x="6402" y="660"/>
                      <a:pt x="6272" y="710"/>
                      <a:pt x="6168" y="799"/>
                    </a:cubicBezTo>
                    <a:cubicBezTo>
                      <a:pt x="5963" y="385"/>
                      <a:pt x="5547" y="101"/>
                      <a:pt x="5067" y="101"/>
                    </a:cubicBezTo>
                    <a:cubicBezTo>
                      <a:pt x="4780" y="101"/>
                      <a:pt x="4515" y="202"/>
                      <a:pt x="4304" y="376"/>
                    </a:cubicBezTo>
                    <a:cubicBezTo>
                      <a:pt x="4048" y="143"/>
                      <a:pt x="3711" y="1"/>
                      <a:pt x="3341" y="1"/>
                    </a:cubicBez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37"/>
              <p:cNvSpPr/>
              <p:nvPr/>
            </p:nvSpPr>
            <p:spPr>
              <a:xfrm>
                <a:off x="2657825" y="726475"/>
                <a:ext cx="205650" cy="120175"/>
              </a:xfrm>
              <a:custGeom>
                <a:avLst/>
                <a:gdLst/>
                <a:ahLst/>
                <a:cxnLst/>
                <a:rect l="l" t="t" r="r" b="b"/>
                <a:pathLst>
                  <a:path w="8226" h="4807" extrusionOk="0">
                    <a:moveTo>
                      <a:pt x="7110" y="1"/>
                    </a:moveTo>
                    <a:cubicBezTo>
                      <a:pt x="6433" y="1"/>
                      <a:pt x="5614" y="374"/>
                      <a:pt x="5124" y="1035"/>
                    </a:cubicBezTo>
                    <a:cubicBezTo>
                      <a:pt x="4562" y="1795"/>
                      <a:pt x="3961" y="2087"/>
                      <a:pt x="3336" y="2087"/>
                    </a:cubicBezTo>
                    <a:cubicBezTo>
                      <a:pt x="2978" y="2087"/>
                      <a:pt x="2612" y="1992"/>
                      <a:pt x="2241" y="1833"/>
                    </a:cubicBezTo>
                    <a:cubicBezTo>
                      <a:pt x="1816" y="1649"/>
                      <a:pt x="1472" y="1578"/>
                      <a:pt x="1193" y="1578"/>
                    </a:cubicBezTo>
                    <a:cubicBezTo>
                      <a:pt x="189" y="1578"/>
                      <a:pt x="39" y="2511"/>
                      <a:pt x="39" y="2511"/>
                    </a:cubicBezTo>
                    <a:cubicBezTo>
                      <a:pt x="13" y="2600"/>
                      <a:pt x="1" y="2694"/>
                      <a:pt x="1" y="2795"/>
                    </a:cubicBezTo>
                    <a:cubicBezTo>
                      <a:pt x="1" y="3395"/>
                      <a:pt x="468" y="3877"/>
                      <a:pt x="1042" y="3877"/>
                    </a:cubicBezTo>
                    <a:lnTo>
                      <a:pt x="1086" y="3877"/>
                    </a:lnTo>
                    <a:cubicBezTo>
                      <a:pt x="1107" y="3876"/>
                      <a:pt x="1127" y="3876"/>
                      <a:pt x="1147" y="3876"/>
                    </a:cubicBezTo>
                    <a:cubicBezTo>
                      <a:pt x="1532" y="3876"/>
                      <a:pt x="1901" y="4016"/>
                      <a:pt x="2209" y="4253"/>
                    </a:cubicBezTo>
                    <a:cubicBezTo>
                      <a:pt x="2671" y="4605"/>
                      <a:pt x="3251" y="4807"/>
                      <a:pt x="3863" y="4807"/>
                    </a:cubicBezTo>
                    <a:cubicBezTo>
                      <a:pt x="4100" y="4807"/>
                      <a:pt x="4342" y="4777"/>
                      <a:pt x="4585" y="4713"/>
                    </a:cubicBezTo>
                    <a:cubicBezTo>
                      <a:pt x="5402" y="4505"/>
                      <a:pt x="6048" y="3969"/>
                      <a:pt x="6414" y="3287"/>
                    </a:cubicBezTo>
                    <a:cubicBezTo>
                      <a:pt x="6632" y="2880"/>
                      <a:pt x="6970" y="2568"/>
                      <a:pt x="7358" y="2338"/>
                    </a:cubicBezTo>
                    <a:cubicBezTo>
                      <a:pt x="7872" y="2029"/>
                      <a:pt x="8225" y="1448"/>
                      <a:pt x="8225" y="782"/>
                    </a:cubicBezTo>
                    <a:cubicBezTo>
                      <a:pt x="8114" y="246"/>
                      <a:pt x="7658" y="1"/>
                      <a:pt x="7110" y="1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37"/>
              <p:cNvSpPr/>
              <p:nvPr/>
            </p:nvSpPr>
            <p:spPr>
              <a:xfrm>
                <a:off x="2695300" y="726700"/>
                <a:ext cx="138675" cy="279450"/>
              </a:xfrm>
              <a:custGeom>
                <a:avLst/>
                <a:gdLst/>
                <a:ahLst/>
                <a:cxnLst/>
                <a:rect l="l" t="t" r="r" b="b"/>
                <a:pathLst>
                  <a:path w="5547" h="11178" extrusionOk="0">
                    <a:moveTo>
                      <a:pt x="5442" y="1"/>
                    </a:moveTo>
                    <a:lnTo>
                      <a:pt x="5316" y="13"/>
                    </a:lnTo>
                    <a:cubicBezTo>
                      <a:pt x="5363" y="1038"/>
                      <a:pt x="4322" y="2938"/>
                      <a:pt x="3243" y="3720"/>
                    </a:cubicBezTo>
                    <a:cubicBezTo>
                      <a:pt x="3227" y="3733"/>
                      <a:pt x="3209" y="3738"/>
                      <a:pt x="3192" y="3738"/>
                    </a:cubicBezTo>
                    <a:cubicBezTo>
                      <a:pt x="3130" y="3738"/>
                      <a:pt x="3077" y="3661"/>
                      <a:pt x="3114" y="3594"/>
                    </a:cubicBezTo>
                    <a:cubicBezTo>
                      <a:pt x="3556" y="2802"/>
                      <a:pt x="3754" y="1673"/>
                      <a:pt x="3795" y="824"/>
                    </a:cubicBezTo>
                    <a:lnTo>
                      <a:pt x="3795" y="824"/>
                    </a:lnTo>
                    <a:cubicBezTo>
                      <a:pt x="3707" y="1618"/>
                      <a:pt x="3000" y="3534"/>
                      <a:pt x="2795" y="3534"/>
                    </a:cubicBezTo>
                    <a:cubicBezTo>
                      <a:pt x="2781" y="3534"/>
                      <a:pt x="2770" y="3525"/>
                      <a:pt x="2761" y="3505"/>
                    </a:cubicBezTo>
                    <a:lnTo>
                      <a:pt x="2761" y="1833"/>
                    </a:lnTo>
                    <a:cubicBezTo>
                      <a:pt x="2530" y="1969"/>
                      <a:pt x="2287" y="2039"/>
                      <a:pt x="2045" y="2067"/>
                    </a:cubicBezTo>
                    <a:lnTo>
                      <a:pt x="2045" y="3181"/>
                    </a:lnTo>
                    <a:cubicBezTo>
                      <a:pt x="2039" y="3268"/>
                      <a:pt x="1978" y="3303"/>
                      <a:pt x="1877" y="3303"/>
                    </a:cubicBezTo>
                    <a:cubicBezTo>
                      <a:pt x="1478" y="3303"/>
                      <a:pt x="470" y="2743"/>
                      <a:pt x="16" y="2669"/>
                    </a:cubicBezTo>
                    <a:lnTo>
                      <a:pt x="0" y="2770"/>
                    </a:lnTo>
                    <a:cubicBezTo>
                      <a:pt x="537" y="2912"/>
                      <a:pt x="1133" y="3222"/>
                      <a:pt x="1603" y="3629"/>
                    </a:cubicBezTo>
                    <a:cubicBezTo>
                      <a:pt x="1880" y="3875"/>
                      <a:pt x="2048" y="4237"/>
                      <a:pt x="2048" y="4619"/>
                    </a:cubicBezTo>
                    <a:lnTo>
                      <a:pt x="2048" y="11178"/>
                    </a:lnTo>
                    <a:lnTo>
                      <a:pt x="2764" y="11178"/>
                    </a:lnTo>
                    <a:lnTo>
                      <a:pt x="2764" y="5351"/>
                    </a:lnTo>
                    <a:cubicBezTo>
                      <a:pt x="2764" y="4894"/>
                      <a:pt x="2978" y="4474"/>
                      <a:pt x="3332" y="4203"/>
                    </a:cubicBezTo>
                    <a:cubicBezTo>
                      <a:pt x="4486" y="3329"/>
                      <a:pt x="5546" y="1139"/>
                      <a:pt x="5442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49" name="Google Shape;949;p37"/>
            <p:cNvGrpSpPr/>
            <p:nvPr/>
          </p:nvGrpSpPr>
          <p:grpSpPr>
            <a:xfrm>
              <a:off x="6278339" y="3569591"/>
              <a:ext cx="657382" cy="509857"/>
              <a:chOff x="4683550" y="1106675"/>
              <a:chExt cx="195475" cy="195700"/>
            </a:xfrm>
          </p:grpSpPr>
          <p:sp>
            <p:nvSpPr>
              <p:cNvPr id="950" name="Google Shape;950;p37"/>
              <p:cNvSpPr/>
              <p:nvPr/>
            </p:nvSpPr>
            <p:spPr>
              <a:xfrm>
                <a:off x="4683550" y="1106675"/>
                <a:ext cx="195475" cy="195700"/>
              </a:xfrm>
              <a:custGeom>
                <a:avLst/>
                <a:gdLst/>
                <a:ahLst/>
                <a:cxnLst/>
                <a:rect l="l" t="t" r="r" b="b"/>
                <a:pathLst>
                  <a:path w="7819" h="7828" extrusionOk="0">
                    <a:moveTo>
                      <a:pt x="5916" y="1"/>
                    </a:moveTo>
                    <a:cubicBezTo>
                      <a:pt x="5679" y="1"/>
                      <a:pt x="5479" y="217"/>
                      <a:pt x="5342" y="421"/>
                    </a:cubicBezTo>
                    <a:cubicBezTo>
                      <a:pt x="4774" y="1269"/>
                      <a:pt x="4427" y="2250"/>
                      <a:pt x="4212" y="3250"/>
                    </a:cubicBezTo>
                    <a:cubicBezTo>
                      <a:pt x="4001" y="4247"/>
                      <a:pt x="3909" y="5285"/>
                      <a:pt x="3827" y="6301"/>
                    </a:cubicBezTo>
                    <a:cubicBezTo>
                      <a:pt x="3862" y="5541"/>
                      <a:pt x="3670" y="4774"/>
                      <a:pt x="3279" y="4121"/>
                    </a:cubicBezTo>
                    <a:cubicBezTo>
                      <a:pt x="3190" y="3976"/>
                      <a:pt x="3092" y="3828"/>
                      <a:pt x="2954" y="3727"/>
                    </a:cubicBezTo>
                    <a:cubicBezTo>
                      <a:pt x="2847" y="3645"/>
                      <a:pt x="2712" y="3592"/>
                      <a:pt x="2580" y="3592"/>
                    </a:cubicBezTo>
                    <a:cubicBezTo>
                      <a:pt x="2544" y="3592"/>
                      <a:pt x="2509" y="3596"/>
                      <a:pt x="2474" y="3604"/>
                    </a:cubicBezTo>
                    <a:cubicBezTo>
                      <a:pt x="2304" y="3648"/>
                      <a:pt x="2171" y="3790"/>
                      <a:pt x="2096" y="3951"/>
                    </a:cubicBezTo>
                    <a:cubicBezTo>
                      <a:pt x="2020" y="4112"/>
                      <a:pt x="2001" y="4295"/>
                      <a:pt x="1988" y="4471"/>
                    </a:cubicBezTo>
                    <a:cubicBezTo>
                      <a:pt x="1935" y="5323"/>
                      <a:pt x="2067" y="6244"/>
                      <a:pt x="2354" y="7052"/>
                    </a:cubicBezTo>
                    <a:cubicBezTo>
                      <a:pt x="1988" y="6541"/>
                      <a:pt x="1493" y="6131"/>
                      <a:pt x="928" y="5869"/>
                    </a:cubicBezTo>
                    <a:cubicBezTo>
                      <a:pt x="793" y="5806"/>
                      <a:pt x="651" y="5746"/>
                      <a:pt x="502" y="5746"/>
                    </a:cubicBezTo>
                    <a:cubicBezTo>
                      <a:pt x="351" y="5746"/>
                      <a:pt x="193" y="5809"/>
                      <a:pt x="121" y="5935"/>
                    </a:cubicBezTo>
                    <a:cubicBezTo>
                      <a:pt x="1" y="6131"/>
                      <a:pt x="111" y="6383"/>
                      <a:pt x="231" y="6579"/>
                    </a:cubicBezTo>
                    <a:cubicBezTo>
                      <a:pt x="506" y="7030"/>
                      <a:pt x="875" y="7456"/>
                      <a:pt x="1253" y="7828"/>
                    </a:cubicBezTo>
                    <a:cubicBezTo>
                      <a:pt x="2919" y="7825"/>
                      <a:pt x="4585" y="7815"/>
                      <a:pt x="6253" y="7809"/>
                    </a:cubicBezTo>
                    <a:cubicBezTo>
                      <a:pt x="6973" y="7134"/>
                      <a:pt x="7459" y="6083"/>
                      <a:pt x="7717" y="5134"/>
                    </a:cubicBezTo>
                    <a:cubicBezTo>
                      <a:pt x="7787" y="4885"/>
                      <a:pt x="7818" y="4585"/>
                      <a:pt x="7635" y="4408"/>
                    </a:cubicBezTo>
                    <a:cubicBezTo>
                      <a:pt x="7547" y="4323"/>
                      <a:pt x="7435" y="4290"/>
                      <a:pt x="7315" y="4290"/>
                    </a:cubicBezTo>
                    <a:cubicBezTo>
                      <a:pt x="7150" y="4290"/>
                      <a:pt x="6970" y="4352"/>
                      <a:pt x="6818" y="4427"/>
                    </a:cubicBezTo>
                    <a:cubicBezTo>
                      <a:pt x="6152" y="4768"/>
                      <a:pt x="5597" y="5244"/>
                      <a:pt x="5219" y="5891"/>
                    </a:cubicBezTo>
                    <a:cubicBezTo>
                      <a:pt x="5856" y="4295"/>
                      <a:pt x="6247" y="2597"/>
                      <a:pt x="6370" y="884"/>
                    </a:cubicBezTo>
                    <a:cubicBezTo>
                      <a:pt x="6383" y="705"/>
                      <a:pt x="6389" y="528"/>
                      <a:pt x="6339" y="364"/>
                    </a:cubicBezTo>
                    <a:cubicBezTo>
                      <a:pt x="6288" y="197"/>
                      <a:pt x="6156" y="42"/>
                      <a:pt x="5988" y="7"/>
                    </a:cubicBezTo>
                    <a:cubicBezTo>
                      <a:pt x="5964" y="3"/>
                      <a:pt x="5940" y="1"/>
                      <a:pt x="5916" y="1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37"/>
              <p:cNvSpPr/>
              <p:nvPr/>
            </p:nvSpPr>
            <p:spPr>
              <a:xfrm>
                <a:off x="4792625" y="1137300"/>
                <a:ext cx="33325" cy="143725"/>
              </a:xfrm>
              <a:custGeom>
                <a:avLst/>
                <a:gdLst/>
                <a:ahLst/>
                <a:cxnLst/>
                <a:rect l="l" t="t" r="r" b="b"/>
                <a:pathLst>
                  <a:path w="1333" h="5749" extrusionOk="0">
                    <a:moveTo>
                      <a:pt x="1263" y="0"/>
                    </a:moveTo>
                    <a:cubicBezTo>
                      <a:pt x="1250" y="29"/>
                      <a:pt x="300" y="2710"/>
                      <a:pt x="1" y="5739"/>
                    </a:cubicBezTo>
                    <a:lnTo>
                      <a:pt x="76" y="5748"/>
                    </a:lnTo>
                    <a:cubicBezTo>
                      <a:pt x="376" y="2726"/>
                      <a:pt x="1323" y="57"/>
                      <a:pt x="1332" y="29"/>
                    </a:cubicBezTo>
                    <a:lnTo>
                      <a:pt x="1263" y="0"/>
                    </a:ln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37"/>
              <p:cNvSpPr/>
              <p:nvPr/>
            </p:nvSpPr>
            <p:spPr>
              <a:xfrm>
                <a:off x="4824100" y="1226325"/>
                <a:ext cx="40400" cy="60050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2402" extrusionOk="0">
                    <a:moveTo>
                      <a:pt x="1568" y="1"/>
                    </a:moveTo>
                    <a:cubicBezTo>
                      <a:pt x="1556" y="10"/>
                      <a:pt x="452" y="897"/>
                      <a:pt x="0" y="2379"/>
                    </a:cubicBezTo>
                    <a:lnTo>
                      <a:pt x="73" y="2402"/>
                    </a:lnTo>
                    <a:cubicBezTo>
                      <a:pt x="521" y="944"/>
                      <a:pt x="1603" y="73"/>
                      <a:pt x="1616" y="61"/>
                    </a:cubicBezTo>
                    <a:lnTo>
                      <a:pt x="1568" y="1"/>
                    </a:ln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37"/>
              <p:cNvSpPr/>
              <p:nvPr/>
            </p:nvSpPr>
            <p:spPr>
              <a:xfrm>
                <a:off x="4747275" y="1217900"/>
                <a:ext cx="14150" cy="65250"/>
              </a:xfrm>
              <a:custGeom>
                <a:avLst/>
                <a:gdLst/>
                <a:ahLst/>
                <a:cxnLst/>
                <a:rect l="l" t="t" r="r" b="b"/>
                <a:pathLst>
                  <a:path w="566" h="2610" extrusionOk="0">
                    <a:moveTo>
                      <a:pt x="70" y="0"/>
                    </a:moveTo>
                    <a:lnTo>
                      <a:pt x="1" y="22"/>
                    </a:lnTo>
                    <a:cubicBezTo>
                      <a:pt x="4" y="38"/>
                      <a:pt x="490" y="1455"/>
                      <a:pt x="461" y="2609"/>
                    </a:cubicBezTo>
                    <a:lnTo>
                      <a:pt x="537" y="2609"/>
                    </a:lnTo>
                    <a:cubicBezTo>
                      <a:pt x="565" y="1439"/>
                      <a:pt x="76" y="10"/>
                      <a:pt x="70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37"/>
              <p:cNvSpPr/>
              <p:nvPr/>
            </p:nvSpPr>
            <p:spPr>
              <a:xfrm>
                <a:off x="4699575" y="1264025"/>
                <a:ext cx="30850" cy="31350"/>
              </a:xfrm>
              <a:custGeom>
                <a:avLst/>
                <a:gdLst/>
                <a:ahLst/>
                <a:cxnLst/>
                <a:rect l="l" t="t" r="r" b="b"/>
                <a:pathLst>
                  <a:path w="1234" h="1254" extrusionOk="0">
                    <a:moveTo>
                      <a:pt x="35" y="1"/>
                    </a:moveTo>
                    <a:lnTo>
                      <a:pt x="0" y="67"/>
                    </a:lnTo>
                    <a:cubicBezTo>
                      <a:pt x="3" y="70"/>
                      <a:pt x="647" y="433"/>
                      <a:pt x="1171" y="1253"/>
                    </a:cubicBezTo>
                    <a:lnTo>
                      <a:pt x="1234" y="1209"/>
                    </a:lnTo>
                    <a:cubicBezTo>
                      <a:pt x="701" y="373"/>
                      <a:pt x="44" y="4"/>
                      <a:pt x="35" y="1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55" name="Google Shape;955;p37"/>
            <p:cNvSpPr/>
            <p:nvPr/>
          </p:nvSpPr>
          <p:spPr>
            <a:xfrm>
              <a:off x="6218374" y="3783653"/>
              <a:ext cx="509258" cy="295746"/>
            </a:xfrm>
            <a:custGeom>
              <a:avLst/>
              <a:gdLst/>
              <a:ahLst/>
              <a:cxnLst/>
              <a:rect l="l" t="t" r="r" b="b"/>
              <a:pathLst>
                <a:path w="8740" h="5075" extrusionOk="0">
                  <a:moveTo>
                    <a:pt x="3537" y="0"/>
                  </a:moveTo>
                  <a:cubicBezTo>
                    <a:pt x="3524" y="0"/>
                    <a:pt x="3512" y="2"/>
                    <a:pt x="3499" y="5"/>
                  </a:cubicBezTo>
                  <a:cubicBezTo>
                    <a:pt x="3253" y="75"/>
                    <a:pt x="3216" y="860"/>
                    <a:pt x="3389" y="2352"/>
                  </a:cubicBezTo>
                  <a:cubicBezTo>
                    <a:pt x="3226" y="2109"/>
                    <a:pt x="2535" y="1093"/>
                    <a:pt x="2140" y="1093"/>
                  </a:cubicBezTo>
                  <a:cubicBezTo>
                    <a:pt x="2114" y="1093"/>
                    <a:pt x="2090" y="1097"/>
                    <a:pt x="2067" y="1106"/>
                  </a:cubicBezTo>
                  <a:cubicBezTo>
                    <a:pt x="1597" y="1289"/>
                    <a:pt x="2039" y="3356"/>
                    <a:pt x="2067" y="3491"/>
                  </a:cubicBezTo>
                  <a:cubicBezTo>
                    <a:pt x="1687" y="3290"/>
                    <a:pt x="1317" y="3208"/>
                    <a:pt x="1004" y="3208"/>
                  </a:cubicBezTo>
                  <a:cubicBezTo>
                    <a:pt x="578" y="3208"/>
                    <a:pt x="257" y="3360"/>
                    <a:pt x="159" y="3567"/>
                  </a:cubicBezTo>
                  <a:cubicBezTo>
                    <a:pt x="1" y="3892"/>
                    <a:pt x="320" y="4630"/>
                    <a:pt x="1039" y="5069"/>
                  </a:cubicBezTo>
                  <a:cubicBezTo>
                    <a:pt x="1489" y="5073"/>
                    <a:pt x="1938" y="5075"/>
                    <a:pt x="2388" y="5075"/>
                  </a:cubicBezTo>
                  <a:cubicBezTo>
                    <a:pt x="3896" y="5075"/>
                    <a:pt x="5404" y="5056"/>
                    <a:pt x="6915" y="5056"/>
                  </a:cubicBezTo>
                  <a:cubicBezTo>
                    <a:pt x="7256" y="5056"/>
                    <a:pt x="7597" y="5057"/>
                    <a:pt x="7938" y="5059"/>
                  </a:cubicBezTo>
                  <a:cubicBezTo>
                    <a:pt x="8531" y="3759"/>
                    <a:pt x="8739" y="3050"/>
                    <a:pt x="8563" y="2936"/>
                  </a:cubicBezTo>
                  <a:cubicBezTo>
                    <a:pt x="8546" y="2925"/>
                    <a:pt x="8525" y="2919"/>
                    <a:pt x="8501" y="2919"/>
                  </a:cubicBezTo>
                  <a:cubicBezTo>
                    <a:pt x="8328" y="2919"/>
                    <a:pt x="7970" y="3208"/>
                    <a:pt x="7427" y="3778"/>
                  </a:cubicBezTo>
                  <a:cubicBezTo>
                    <a:pt x="7320" y="3176"/>
                    <a:pt x="6951" y="1176"/>
                    <a:pt x="6472" y="1176"/>
                  </a:cubicBezTo>
                  <a:cubicBezTo>
                    <a:pt x="6472" y="1176"/>
                    <a:pt x="6472" y="1176"/>
                    <a:pt x="6471" y="1176"/>
                  </a:cubicBezTo>
                  <a:cubicBezTo>
                    <a:pt x="6090" y="1179"/>
                    <a:pt x="5802" y="2472"/>
                    <a:pt x="5664" y="3195"/>
                  </a:cubicBezTo>
                  <a:cubicBezTo>
                    <a:pt x="5389" y="1217"/>
                    <a:pt x="5105" y="226"/>
                    <a:pt x="4821" y="226"/>
                  </a:cubicBezTo>
                  <a:cubicBezTo>
                    <a:pt x="4673" y="226"/>
                    <a:pt x="4525" y="482"/>
                    <a:pt x="4380" y="996"/>
                  </a:cubicBezTo>
                  <a:cubicBezTo>
                    <a:pt x="4000" y="328"/>
                    <a:pt x="3719" y="0"/>
                    <a:pt x="3537" y="0"/>
                  </a:cubicBezTo>
                  <a:close/>
                </a:path>
              </a:pathLst>
            </a:custGeom>
            <a:solidFill>
              <a:srgbClr val="1A75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56" name="Google Shape;956;p37"/>
            <p:cNvGrpSpPr/>
            <p:nvPr/>
          </p:nvGrpSpPr>
          <p:grpSpPr>
            <a:xfrm>
              <a:off x="7554330" y="3610968"/>
              <a:ext cx="643570" cy="490197"/>
              <a:chOff x="4865900" y="375900"/>
              <a:chExt cx="491050" cy="374025"/>
            </a:xfrm>
          </p:grpSpPr>
          <p:sp>
            <p:nvSpPr>
              <p:cNvPr id="957" name="Google Shape;957;p37"/>
              <p:cNvSpPr/>
              <p:nvPr/>
            </p:nvSpPr>
            <p:spPr>
              <a:xfrm>
                <a:off x="4865900" y="375900"/>
                <a:ext cx="491050" cy="374025"/>
              </a:xfrm>
              <a:custGeom>
                <a:avLst/>
                <a:gdLst/>
                <a:ahLst/>
                <a:cxnLst/>
                <a:rect l="l" t="t" r="r" b="b"/>
                <a:pathLst>
                  <a:path w="19642" h="14961" extrusionOk="0">
                    <a:moveTo>
                      <a:pt x="8714" y="0"/>
                    </a:moveTo>
                    <a:cubicBezTo>
                      <a:pt x="7468" y="0"/>
                      <a:pt x="6367" y="1489"/>
                      <a:pt x="5714" y="3748"/>
                    </a:cubicBezTo>
                    <a:lnTo>
                      <a:pt x="6818" y="4007"/>
                    </a:lnTo>
                    <a:lnTo>
                      <a:pt x="5606" y="4139"/>
                    </a:lnTo>
                    <a:cubicBezTo>
                      <a:pt x="5357" y="5117"/>
                      <a:pt x="5190" y="6221"/>
                      <a:pt x="5121" y="7398"/>
                    </a:cubicBezTo>
                    <a:cubicBezTo>
                      <a:pt x="4748" y="6698"/>
                      <a:pt x="4332" y="6105"/>
                      <a:pt x="3906" y="5660"/>
                    </a:cubicBezTo>
                    <a:lnTo>
                      <a:pt x="3259" y="5975"/>
                    </a:lnTo>
                    <a:lnTo>
                      <a:pt x="3748" y="5502"/>
                    </a:lnTo>
                    <a:cubicBezTo>
                      <a:pt x="3229" y="5007"/>
                      <a:pt x="2691" y="4730"/>
                      <a:pt x="2178" y="4730"/>
                    </a:cubicBezTo>
                    <a:cubicBezTo>
                      <a:pt x="2080" y="4730"/>
                      <a:pt x="1983" y="4740"/>
                      <a:pt x="1887" y="4761"/>
                    </a:cubicBezTo>
                    <a:cubicBezTo>
                      <a:pt x="937" y="4969"/>
                      <a:pt x="316" y="6165"/>
                      <a:pt x="101" y="7878"/>
                    </a:cubicBezTo>
                    <a:lnTo>
                      <a:pt x="1672" y="8294"/>
                    </a:lnTo>
                    <a:lnTo>
                      <a:pt x="32" y="8875"/>
                    </a:lnTo>
                    <a:cubicBezTo>
                      <a:pt x="0" y="9976"/>
                      <a:pt x="114" y="11222"/>
                      <a:pt x="395" y="12515"/>
                    </a:cubicBezTo>
                    <a:cubicBezTo>
                      <a:pt x="584" y="13392"/>
                      <a:pt x="925" y="14219"/>
                      <a:pt x="1360" y="14960"/>
                    </a:cubicBezTo>
                    <a:lnTo>
                      <a:pt x="19361" y="14960"/>
                    </a:lnTo>
                    <a:cubicBezTo>
                      <a:pt x="19402" y="14865"/>
                      <a:pt x="19434" y="14774"/>
                      <a:pt x="19449" y="14682"/>
                    </a:cubicBezTo>
                    <a:lnTo>
                      <a:pt x="18667" y="14171"/>
                    </a:lnTo>
                    <a:lnTo>
                      <a:pt x="18667" y="14171"/>
                    </a:lnTo>
                    <a:lnTo>
                      <a:pt x="19531" y="14253"/>
                    </a:lnTo>
                    <a:cubicBezTo>
                      <a:pt x="19610" y="13569"/>
                      <a:pt x="19642" y="12894"/>
                      <a:pt x="19550" y="12266"/>
                    </a:cubicBezTo>
                    <a:lnTo>
                      <a:pt x="18667" y="12266"/>
                    </a:lnTo>
                    <a:lnTo>
                      <a:pt x="19506" y="12010"/>
                    </a:lnTo>
                    <a:cubicBezTo>
                      <a:pt x="19311" y="11023"/>
                      <a:pt x="19077" y="10225"/>
                      <a:pt x="18509" y="10099"/>
                    </a:cubicBezTo>
                    <a:cubicBezTo>
                      <a:pt x="18431" y="10081"/>
                      <a:pt x="18352" y="10073"/>
                      <a:pt x="18272" y="10073"/>
                    </a:cubicBezTo>
                    <a:cubicBezTo>
                      <a:pt x="17704" y="10073"/>
                      <a:pt x="17088" y="10505"/>
                      <a:pt x="16515" y="11244"/>
                    </a:cubicBezTo>
                    <a:cubicBezTo>
                      <a:pt x="16774" y="10225"/>
                      <a:pt x="16913" y="9253"/>
                      <a:pt x="16929" y="8395"/>
                    </a:cubicBezTo>
                    <a:lnTo>
                      <a:pt x="15733" y="8054"/>
                    </a:lnTo>
                    <a:lnTo>
                      <a:pt x="16916" y="7789"/>
                    </a:lnTo>
                    <a:cubicBezTo>
                      <a:pt x="16847" y="6370"/>
                      <a:pt x="16399" y="5344"/>
                      <a:pt x="15601" y="5045"/>
                    </a:cubicBezTo>
                    <a:cubicBezTo>
                      <a:pt x="15444" y="4988"/>
                      <a:pt x="15280" y="4960"/>
                      <a:pt x="15111" y="4960"/>
                    </a:cubicBezTo>
                    <a:cubicBezTo>
                      <a:pt x="14742" y="4960"/>
                      <a:pt x="14346" y="5090"/>
                      <a:pt x="13938" y="5332"/>
                    </a:cubicBezTo>
                    <a:lnTo>
                      <a:pt x="14345" y="5975"/>
                    </a:lnTo>
                    <a:lnTo>
                      <a:pt x="13638" y="5531"/>
                    </a:lnTo>
                    <a:cubicBezTo>
                      <a:pt x="13187" y="5859"/>
                      <a:pt x="12723" y="6316"/>
                      <a:pt x="12276" y="6878"/>
                    </a:cubicBezTo>
                    <a:cubicBezTo>
                      <a:pt x="12219" y="6240"/>
                      <a:pt x="12137" y="5625"/>
                      <a:pt x="12026" y="5045"/>
                    </a:cubicBezTo>
                    <a:lnTo>
                      <a:pt x="9913" y="5045"/>
                    </a:lnTo>
                    <a:lnTo>
                      <a:pt x="11809" y="4086"/>
                    </a:lnTo>
                    <a:cubicBezTo>
                      <a:pt x="11566" y="3139"/>
                      <a:pt x="11241" y="2316"/>
                      <a:pt x="10862" y="1657"/>
                    </a:cubicBezTo>
                    <a:lnTo>
                      <a:pt x="9439" y="1657"/>
                    </a:lnTo>
                    <a:lnTo>
                      <a:pt x="10540" y="1158"/>
                    </a:lnTo>
                    <a:cubicBezTo>
                      <a:pt x="10004" y="423"/>
                      <a:pt x="9379" y="0"/>
                      <a:pt x="8714" y="0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37"/>
              <p:cNvSpPr/>
              <p:nvPr/>
            </p:nvSpPr>
            <p:spPr>
              <a:xfrm>
                <a:off x="5071275" y="545700"/>
                <a:ext cx="23525" cy="204225"/>
              </a:xfrm>
              <a:custGeom>
                <a:avLst/>
                <a:gdLst/>
                <a:ahLst/>
                <a:cxnLst/>
                <a:rect l="l" t="t" r="r" b="b"/>
                <a:pathLst>
                  <a:path w="941" h="8169" extrusionOk="0">
                    <a:moveTo>
                      <a:pt x="186" y="0"/>
                    </a:moveTo>
                    <a:cubicBezTo>
                      <a:pt x="182" y="0"/>
                      <a:pt x="178" y="0"/>
                      <a:pt x="174" y="0"/>
                    </a:cubicBezTo>
                    <a:cubicBezTo>
                      <a:pt x="76" y="10"/>
                      <a:pt x="0" y="95"/>
                      <a:pt x="10" y="193"/>
                    </a:cubicBezTo>
                    <a:lnTo>
                      <a:pt x="581" y="8168"/>
                    </a:lnTo>
                    <a:lnTo>
                      <a:pt x="940" y="8168"/>
                    </a:lnTo>
                    <a:lnTo>
                      <a:pt x="369" y="168"/>
                    </a:lnTo>
                    <a:cubicBezTo>
                      <a:pt x="366" y="71"/>
                      <a:pt x="285" y="0"/>
                      <a:pt x="186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37"/>
              <p:cNvSpPr/>
              <p:nvPr/>
            </p:nvSpPr>
            <p:spPr>
              <a:xfrm>
                <a:off x="5146050" y="659200"/>
                <a:ext cx="35650" cy="90725"/>
              </a:xfrm>
              <a:custGeom>
                <a:avLst/>
                <a:gdLst/>
                <a:ahLst/>
                <a:cxnLst/>
                <a:rect l="l" t="t" r="r" b="b"/>
                <a:pathLst>
                  <a:path w="1426" h="3629" extrusionOk="0">
                    <a:moveTo>
                      <a:pt x="1230" y="0"/>
                    </a:moveTo>
                    <a:cubicBezTo>
                      <a:pt x="1151" y="0"/>
                      <a:pt x="1075" y="51"/>
                      <a:pt x="1054" y="129"/>
                    </a:cubicBezTo>
                    <a:lnTo>
                      <a:pt x="0" y="3628"/>
                    </a:lnTo>
                    <a:lnTo>
                      <a:pt x="375" y="3628"/>
                    </a:lnTo>
                    <a:lnTo>
                      <a:pt x="1401" y="234"/>
                    </a:lnTo>
                    <a:cubicBezTo>
                      <a:pt x="1426" y="139"/>
                      <a:pt x="1372" y="35"/>
                      <a:pt x="1278" y="6"/>
                    </a:cubicBezTo>
                    <a:cubicBezTo>
                      <a:pt x="1262" y="2"/>
                      <a:pt x="1246" y="0"/>
                      <a:pt x="1230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37"/>
              <p:cNvSpPr/>
              <p:nvPr/>
            </p:nvSpPr>
            <p:spPr>
              <a:xfrm>
                <a:off x="4949275" y="639300"/>
                <a:ext cx="100650" cy="110625"/>
              </a:xfrm>
              <a:custGeom>
                <a:avLst/>
                <a:gdLst/>
                <a:ahLst/>
                <a:cxnLst/>
                <a:rect l="l" t="t" r="r" b="b"/>
                <a:pathLst>
                  <a:path w="4026" h="4425" extrusionOk="0">
                    <a:moveTo>
                      <a:pt x="198" y="0"/>
                    </a:moveTo>
                    <a:cubicBezTo>
                      <a:pt x="157" y="0"/>
                      <a:pt x="116" y="14"/>
                      <a:pt x="82" y="42"/>
                    </a:cubicBezTo>
                    <a:cubicBezTo>
                      <a:pt x="9" y="105"/>
                      <a:pt x="0" y="219"/>
                      <a:pt x="63" y="295"/>
                    </a:cubicBezTo>
                    <a:lnTo>
                      <a:pt x="3559" y="4424"/>
                    </a:lnTo>
                    <a:lnTo>
                      <a:pt x="4025" y="4424"/>
                    </a:lnTo>
                    <a:lnTo>
                      <a:pt x="334" y="61"/>
                    </a:lnTo>
                    <a:cubicBezTo>
                      <a:pt x="298" y="21"/>
                      <a:pt x="248" y="0"/>
                      <a:pt x="198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37"/>
              <p:cNvSpPr/>
              <p:nvPr/>
            </p:nvSpPr>
            <p:spPr>
              <a:xfrm>
                <a:off x="5239350" y="740375"/>
                <a:ext cx="25800" cy="9550"/>
              </a:xfrm>
              <a:custGeom>
                <a:avLst/>
                <a:gdLst/>
                <a:ahLst/>
                <a:cxnLst/>
                <a:rect l="l" t="t" r="r" b="b"/>
                <a:pathLst>
                  <a:path w="1032" h="382" extrusionOk="0">
                    <a:moveTo>
                      <a:pt x="829" y="0"/>
                    </a:moveTo>
                    <a:cubicBezTo>
                      <a:pt x="803" y="0"/>
                      <a:pt x="776" y="6"/>
                      <a:pt x="751" y="18"/>
                    </a:cubicBezTo>
                    <a:lnTo>
                      <a:pt x="0" y="381"/>
                    </a:lnTo>
                    <a:lnTo>
                      <a:pt x="823" y="381"/>
                    </a:lnTo>
                    <a:lnTo>
                      <a:pt x="905" y="340"/>
                    </a:lnTo>
                    <a:cubicBezTo>
                      <a:pt x="997" y="293"/>
                      <a:pt x="1032" y="189"/>
                      <a:pt x="994" y="100"/>
                    </a:cubicBezTo>
                    <a:cubicBezTo>
                      <a:pt x="962" y="39"/>
                      <a:pt x="897" y="0"/>
                      <a:pt x="829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62" name="Google Shape;962;p37"/>
            <p:cNvSpPr/>
            <p:nvPr/>
          </p:nvSpPr>
          <p:spPr>
            <a:xfrm>
              <a:off x="5078549" y="3825503"/>
              <a:ext cx="509258" cy="295746"/>
            </a:xfrm>
            <a:custGeom>
              <a:avLst/>
              <a:gdLst/>
              <a:ahLst/>
              <a:cxnLst/>
              <a:rect l="l" t="t" r="r" b="b"/>
              <a:pathLst>
                <a:path w="8740" h="5075" extrusionOk="0">
                  <a:moveTo>
                    <a:pt x="3537" y="0"/>
                  </a:moveTo>
                  <a:cubicBezTo>
                    <a:pt x="3524" y="0"/>
                    <a:pt x="3512" y="2"/>
                    <a:pt x="3499" y="5"/>
                  </a:cubicBezTo>
                  <a:cubicBezTo>
                    <a:pt x="3253" y="75"/>
                    <a:pt x="3216" y="860"/>
                    <a:pt x="3389" y="2352"/>
                  </a:cubicBezTo>
                  <a:cubicBezTo>
                    <a:pt x="3226" y="2109"/>
                    <a:pt x="2535" y="1093"/>
                    <a:pt x="2140" y="1093"/>
                  </a:cubicBezTo>
                  <a:cubicBezTo>
                    <a:pt x="2114" y="1093"/>
                    <a:pt x="2090" y="1097"/>
                    <a:pt x="2067" y="1106"/>
                  </a:cubicBezTo>
                  <a:cubicBezTo>
                    <a:pt x="1597" y="1289"/>
                    <a:pt x="2039" y="3356"/>
                    <a:pt x="2067" y="3491"/>
                  </a:cubicBezTo>
                  <a:cubicBezTo>
                    <a:pt x="1687" y="3290"/>
                    <a:pt x="1317" y="3208"/>
                    <a:pt x="1004" y="3208"/>
                  </a:cubicBezTo>
                  <a:cubicBezTo>
                    <a:pt x="578" y="3208"/>
                    <a:pt x="257" y="3360"/>
                    <a:pt x="159" y="3567"/>
                  </a:cubicBezTo>
                  <a:cubicBezTo>
                    <a:pt x="1" y="3892"/>
                    <a:pt x="320" y="4630"/>
                    <a:pt x="1039" y="5069"/>
                  </a:cubicBezTo>
                  <a:cubicBezTo>
                    <a:pt x="1489" y="5073"/>
                    <a:pt x="1938" y="5075"/>
                    <a:pt x="2388" y="5075"/>
                  </a:cubicBezTo>
                  <a:cubicBezTo>
                    <a:pt x="3896" y="5075"/>
                    <a:pt x="5404" y="5056"/>
                    <a:pt x="6915" y="5056"/>
                  </a:cubicBezTo>
                  <a:cubicBezTo>
                    <a:pt x="7256" y="5056"/>
                    <a:pt x="7597" y="5057"/>
                    <a:pt x="7938" y="5059"/>
                  </a:cubicBezTo>
                  <a:cubicBezTo>
                    <a:pt x="8531" y="3759"/>
                    <a:pt x="8739" y="3050"/>
                    <a:pt x="8563" y="2936"/>
                  </a:cubicBezTo>
                  <a:cubicBezTo>
                    <a:pt x="8546" y="2925"/>
                    <a:pt x="8525" y="2919"/>
                    <a:pt x="8501" y="2919"/>
                  </a:cubicBezTo>
                  <a:cubicBezTo>
                    <a:pt x="8328" y="2919"/>
                    <a:pt x="7970" y="3208"/>
                    <a:pt x="7427" y="3778"/>
                  </a:cubicBezTo>
                  <a:cubicBezTo>
                    <a:pt x="7320" y="3176"/>
                    <a:pt x="6951" y="1176"/>
                    <a:pt x="6472" y="1176"/>
                  </a:cubicBezTo>
                  <a:cubicBezTo>
                    <a:pt x="6472" y="1176"/>
                    <a:pt x="6472" y="1176"/>
                    <a:pt x="6471" y="1176"/>
                  </a:cubicBezTo>
                  <a:cubicBezTo>
                    <a:pt x="6090" y="1179"/>
                    <a:pt x="5802" y="2472"/>
                    <a:pt x="5664" y="3195"/>
                  </a:cubicBezTo>
                  <a:cubicBezTo>
                    <a:pt x="5389" y="1217"/>
                    <a:pt x="5105" y="226"/>
                    <a:pt x="4821" y="226"/>
                  </a:cubicBezTo>
                  <a:cubicBezTo>
                    <a:pt x="4673" y="226"/>
                    <a:pt x="4525" y="482"/>
                    <a:pt x="4380" y="996"/>
                  </a:cubicBezTo>
                  <a:cubicBezTo>
                    <a:pt x="4000" y="328"/>
                    <a:pt x="3719" y="0"/>
                    <a:pt x="3537" y="0"/>
                  </a:cubicBezTo>
                  <a:close/>
                </a:path>
              </a:pathLst>
            </a:custGeom>
            <a:solidFill>
              <a:srgbClr val="1A75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7"/>
            <p:cNvSpPr/>
            <p:nvPr/>
          </p:nvSpPr>
          <p:spPr>
            <a:xfrm>
              <a:off x="4853550" y="4079400"/>
              <a:ext cx="3529800" cy="236400"/>
            </a:xfrm>
            <a:prstGeom prst="ellipse">
              <a:avLst/>
            </a:prstGeom>
            <a:solidFill>
              <a:srgbClr val="011627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7"/>
            <p:cNvSpPr/>
            <p:nvPr/>
          </p:nvSpPr>
          <p:spPr>
            <a:xfrm>
              <a:off x="5423650" y="4121250"/>
              <a:ext cx="991800" cy="152700"/>
            </a:xfrm>
            <a:prstGeom prst="ellipse">
              <a:avLst/>
            </a:prstGeom>
            <a:solidFill>
              <a:srgbClr val="011627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7"/>
            <p:cNvSpPr/>
            <p:nvPr/>
          </p:nvSpPr>
          <p:spPr>
            <a:xfrm>
              <a:off x="7066700" y="4121250"/>
              <a:ext cx="1195200" cy="152700"/>
            </a:xfrm>
            <a:prstGeom prst="ellipse">
              <a:avLst/>
            </a:prstGeom>
            <a:solidFill>
              <a:srgbClr val="011627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66" name="Google Shape;966;p37"/>
            <p:cNvGrpSpPr/>
            <p:nvPr/>
          </p:nvGrpSpPr>
          <p:grpSpPr>
            <a:xfrm>
              <a:off x="5463547" y="3001515"/>
              <a:ext cx="2185404" cy="1214247"/>
              <a:chOff x="3605600" y="3935550"/>
              <a:chExt cx="949350" cy="527475"/>
            </a:xfrm>
          </p:grpSpPr>
          <p:sp>
            <p:nvSpPr>
              <p:cNvPr id="967" name="Google Shape;967;p37"/>
              <p:cNvSpPr/>
              <p:nvPr/>
            </p:nvSpPr>
            <p:spPr>
              <a:xfrm>
                <a:off x="4437325" y="3935550"/>
                <a:ext cx="31575" cy="527475"/>
              </a:xfrm>
              <a:custGeom>
                <a:avLst/>
                <a:gdLst/>
                <a:ahLst/>
                <a:cxnLst/>
                <a:rect l="l" t="t" r="r" b="b"/>
                <a:pathLst>
                  <a:path w="1263" h="21099" extrusionOk="0">
                    <a:moveTo>
                      <a:pt x="1" y="0"/>
                    </a:moveTo>
                    <a:lnTo>
                      <a:pt x="1" y="21099"/>
                    </a:lnTo>
                    <a:lnTo>
                      <a:pt x="1263" y="21099"/>
                    </a:lnTo>
                    <a:lnTo>
                      <a:pt x="1263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37"/>
              <p:cNvSpPr/>
              <p:nvPr/>
            </p:nvSpPr>
            <p:spPr>
              <a:xfrm>
                <a:off x="4408075" y="4258100"/>
                <a:ext cx="90175" cy="24000"/>
              </a:xfrm>
              <a:custGeom>
                <a:avLst/>
                <a:gdLst/>
                <a:ahLst/>
                <a:cxnLst/>
                <a:rect l="l" t="t" r="r" b="b"/>
                <a:pathLst>
                  <a:path w="3607" h="960" extrusionOk="0">
                    <a:moveTo>
                      <a:pt x="0" y="1"/>
                    </a:moveTo>
                    <a:lnTo>
                      <a:pt x="0" y="960"/>
                    </a:lnTo>
                    <a:lnTo>
                      <a:pt x="3606" y="960"/>
                    </a:lnTo>
                    <a:lnTo>
                      <a:pt x="3606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37"/>
              <p:cNvSpPr/>
              <p:nvPr/>
            </p:nvSpPr>
            <p:spPr>
              <a:xfrm>
                <a:off x="3694150" y="3935550"/>
                <a:ext cx="31575" cy="527475"/>
              </a:xfrm>
              <a:custGeom>
                <a:avLst/>
                <a:gdLst/>
                <a:ahLst/>
                <a:cxnLst/>
                <a:rect l="l" t="t" r="r" b="b"/>
                <a:pathLst>
                  <a:path w="1263" h="21099" extrusionOk="0">
                    <a:moveTo>
                      <a:pt x="1" y="0"/>
                    </a:moveTo>
                    <a:lnTo>
                      <a:pt x="1" y="21099"/>
                    </a:lnTo>
                    <a:lnTo>
                      <a:pt x="1263" y="21099"/>
                    </a:lnTo>
                    <a:lnTo>
                      <a:pt x="1263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37"/>
              <p:cNvSpPr/>
              <p:nvPr/>
            </p:nvSpPr>
            <p:spPr>
              <a:xfrm>
                <a:off x="3664900" y="4258100"/>
                <a:ext cx="90250" cy="24000"/>
              </a:xfrm>
              <a:custGeom>
                <a:avLst/>
                <a:gdLst/>
                <a:ahLst/>
                <a:cxnLst/>
                <a:rect l="l" t="t" r="r" b="b"/>
                <a:pathLst>
                  <a:path w="3610" h="960" extrusionOk="0">
                    <a:moveTo>
                      <a:pt x="0" y="1"/>
                    </a:moveTo>
                    <a:lnTo>
                      <a:pt x="0" y="960"/>
                    </a:lnTo>
                    <a:lnTo>
                      <a:pt x="3609" y="960"/>
                    </a:lnTo>
                    <a:lnTo>
                      <a:pt x="3609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37"/>
              <p:cNvSpPr/>
              <p:nvPr/>
            </p:nvSpPr>
            <p:spPr>
              <a:xfrm>
                <a:off x="3605600" y="4209775"/>
                <a:ext cx="949350" cy="48350"/>
              </a:xfrm>
              <a:custGeom>
                <a:avLst/>
                <a:gdLst/>
                <a:ahLst/>
                <a:cxnLst/>
                <a:rect l="l" t="t" r="r" b="b"/>
                <a:pathLst>
                  <a:path w="37974" h="1934" extrusionOk="0">
                    <a:moveTo>
                      <a:pt x="334" y="0"/>
                    </a:moveTo>
                    <a:cubicBezTo>
                      <a:pt x="148" y="0"/>
                      <a:pt x="0" y="148"/>
                      <a:pt x="0" y="334"/>
                    </a:cubicBezTo>
                    <a:lnTo>
                      <a:pt x="0" y="1600"/>
                    </a:lnTo>
                    <a:cubicBezTo>
                      <a:pt x="0" y="1786"/>
                      <a:pt x="148" y="1934"/>
                      <a:pt x="334" y="1934"/>
                    </a:cubicBezTo>
                    <a:lnTo>
                      <a:pt x="37639" y="1934"/>
                    </a:lnTo>
                    <a:cubicBezTo>
                      <a:pt x="37825" y="1934"/>
                      <a:pt x="37973" y="1786"/>
                      <a:pt x="37973" y="1600"/>
                    </a:cubicBezTo>
                    <a:lnTo>
                      <a:pt x="37973" y="334"/>
                    </a:lnTo>
                    <a:cubicBezTo>
                      <a:pt x="37973" y="148"/>
                      <a:pt x="37825" y="0"/>
                      <a:pt x="37639" y="0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37"/>
              <p:cNvSpPr/>
              <p:nvPr/>
            </p:nvSpPr>
            <p:spPr>
              <a:xfrm>
                <a:off x="3605600" y="3971425"/>
                <a:ext cx="949350" cy="74700"/>
              </a:xfrm>
              <a:custGeom>
                <a:avLst/>
                <a:gdLst/>
                <a:ahLst/>
                <a:cxnLst/>
                <a:rect l="l" t="t" r="r" b="b"/>
                <a:pathLst>
                  <a:path w="37974" h="2988" extrusionOk="0">
                    <a:moveTo>
                      <a:pt x="334" y="0"/>
                    </a:moveTo>
                    <a:cubicBezTo>
                      <a:pt x="148" y="0"/>
                      <a:pt x="0" y="152"/>
                      <a:pt x="0" y="338"/>
                    </a:cubicBezTo>
                    <a:lnTo>
                      <a:pt x="0" y="2650"/>
                    </a:lnTo>
                    <a:cubicBezTo>
                      <a:pt x="0" y="2837"/>
                      <a:pt x="148" y="2988"/>
                      <a:pt x="334" y="2988"/>
                    </a:cubicBezTo>
                    <a:lnTo>
                      <a:pt x="37639" y="2988"/>
                    </a:lnTo>
                    <a:cubicBezTo>
                      <a:pt x="37825" y="2988"/>
                      <a:pt x="37973" y="2833"/>
                      <a:pt x="37973" y="2650"/>
                    </a:cubicBezTo>
                    <a:lnTo>
                      <a:pt x="37973" y="338"/>
                    </a:lnTo>
                    <a:cubicBezTo>
                      <a:pt x="37973" y="152"/>
                      <a:pt x="37825" y="0"/>
                      <a:pt x="37639" y="0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37"/>
              <p:cNvSpPr/>
              <p:nvPr/>
            </p:nvSpPr>
            <p:spPr>
              <a:xfrm>
                <a:off x="3605600" y="4062525"/>
                <a:ext cx="949350" cy="74700"/>
              </a:xfrm>
              <a:custGeom>
                <a:avLst/>
                <a:gdLst/>
                <a:ahLst/>
                <a:cxnLst/>
                <a:rect l="l" t="t" r="r" b="b"/>
                <a:pathLst>
                  <a:path w="37974" h="2988" extrusionOk="0">
                    <a:moveTo>
                      <a:pt x="334" y="0"/>
                    </a:moveTo>
                    <a:cubicBezTo>
                      <a:pt x="148" y="0"/>
                      <a:pt x="0" y="152"/>
                      <a:pt x="0" y="338"/>
                    </a:cubicBezTo>
                    <a:lnTo>
                      <a:pt x="0" y="2650"/>
                    </a:lnTo>
                    <a:cubicBezTo>
                      <a:pt x="0" y="2836"/>
                      <a:pt x="148" y="2988"/>
                      <a:pt x="334" y="2988"/>
                    </a:cubicBezTo>
                    <a:lnTo>
                      <a:pt x="37639" y="2988"/>
                    </a:lnTo>
                    <a:cubicBezTo>
                      <a:pt x="37825" y="2988"/>
                      <a:pt x="37973" y="2836"/>
                      <a:pt x="37973" y="2650"/>
                    </a:cubicBezTo>
                    <a:lnTo>
                      <a:pt x="37973" y="338"/>
                    </a:lnTo>
                    <a:cubicBezTo>
                      <a:pt x="37973" y="152"/>
                      <a:pt x="37825" y="0"/>
                      <a:pt x="37639" y="0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74" name="Google Shape;974;p37"/>
            <p:cNvGrpSpPr/>
            <p:nvPr/>
          </p:nvGrpSpPr>
          <p:grpSpPr>
            <a:xfrm>
              <a:off x="6999592" y="2586850"/>
              <a:ext cx="1132233" cy="1628862"/>
              <a:chOff x="5089975" y="3126150"/>
              <a:chExt cx="282050" cy="405775"/>
            </a:xfrm>
          </p:grpSpPr>
          <p:sp>
            <p:nvSpPr>
              <p:cNvPr id="975" name="Google Shape;975;p37"/>
              <p:cNvSpPr/>
              <p:nvPr/>
            </p:nvSpPr>
            <p:spPr>
              <a:xfrm>
                <a:off x="5297075" y="3472100"/>
                <a:ext cx="74950" cy="48375"/>
              </a:xfrm>
              <a:custGeom>
                <a:avLst/>
                <a:gdLst/>
                <a:ahLst/>
                <a:cxnLst/>
                <a:rect l="l" t="t" r="r" b="b"/>
                <a:pathLst>
                  <a:path w="2998" h="1935" extrusionOk="0">
                    <a:moveTo>
                      <a:pt x="2133" y="1"/>
                    </a:moveTo>
                    <a:lnTo>
                      <a:pt x="67" y="77"/>
                    </a:lnTo>
                    <a:cubicBezTo>
                      <a:pt x="35" y="613"/>
                      <a:pt x="0" y="1146"/>
                      <a:pt x="38" y="1913"/>
                    </a:cubicBezTo>
                    <a:lnTo>
                      <a:pt x="2997" y="1935"/>
                    </a:lnTo>
                    <a:cubicBezTo>
                      <a:pt x="2900" y="1572"/>
                      <a:pt x="2584" y="1499"/>
                      <a:pt x="2300" y="1067"/>
                    </a:cubicBezTo>
                    <a:cubicBezTo>
                      <a:pt x="2243" y="988"/>
                      <a:pt x="2212" y="897"/>
                      <a:pt x="2187" y="805"/>
                    </a:cubicBezTo>
                    <a:cubicBezTo>
                      <a:pt x="2101" y="521"/>
                      <a:pt x="2133" y="1"/>
                      <a:pt x="2133" y="1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37"/>
              <p:cNvSpPr/>
              <p:nvPr/>
            </p:nvSpPr>
            <p:spPr>
              <a:xfrm>
                <a:off x="5297775" y="3511775"/>
                <a:ext cx="70850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59" extrusionOk="0">
                    <a:moveTo>
                      <a:pt x="4" y="1"/>
                    </a:moveTo>
                    <a:lnTo>
                      <a:pt x="1" y="92"/>
                    </a:lnTo>
                    <a:lnTo>
                      <a:pt x="2831" y="158"/>
                    </a:lnTo>
                    <a:lnTo>
                      <a:pt x="2834" y="70"/>
                    </a:lnTo>
                    <a:lnTo>
                      <a:pt x="4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37"/>
              <p:cNvSpPr/>
              <p:nvPr/>
            </p:nvSpPr>
            <p:spPr>
              <a:xfrm>
                <a:off x="5212525" y="3321475"/>
                <a:ext cx="150825" cy="180150"/>
              </a:xfrm>
              <a:custGeom>
                <a:avLst/>
                <a:gdLst/>
                <a:ahLst/>
                <a:cxnLst/>
                <a:rect l="l" t="t" r="r" b="b"/>
                <a:pathLst>
                  <a:path w="6033" h="720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35" y="729"/>
                      <a:pt x="177" y="1477"/>
                      <a:pt x="578" y="2098"/>
                    </a:cubicBezTo>
                    <a:cubicBezTo>
                      <a:pt x="1095" y="2900"/>
                      <a:pt x="1978" y="3404"/>
                      <a:pt x="2578" y="4149"/>
                    </a:cubicBezTo>
                    <a:cubicBezTo>
                      <a:pt x="2688" y="4284"/>
                      <a:pt x="2786" y="4430"/>
                      <a:pt x="2856" y="4587"/>
                    </a:cubicBezTo>
                    <a:cubicBezTo>
                      <a:pt x="2922" y="4745"/>
                      <a:pt x="2956" y="4915"/>
                      <a:pt x="2988" y="5083"/>
                    </a:cubicBezTo>
                    <a:cubicBezTo>
                      <a:pt x="3124" y="5789"/>
                      <a:pt x="3259" y="6499"/>
                      <a:pt x="3398" y="7206"/>
                    </a:cubicBezTo>
                    <a:lnTo>
                      <a:pt x="5742" y="7092"/>
                    </a:lnTo>
                    <a:cubicBezTo>
                      <a:pt x="5742" y="7092"/>
                      <a:pt x="6032" y="4404"/>
                      <a:pt x="5499" y="2928"/>
                    </a:cubicBezTo>
                    <a:cubicBezTo>
                      <a:pt x="5165" y="2000"/>
                      <a:pt x="4376" y="839"/>
                      <a:pt x="3928" y="429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37"/>
              <p:cNvSpPr/>
              <p:nvPr/>
            </p:nvSpPr>
            <p:spPr>
              <a:xfrm>
                <a:off x="5298250" y="3481425"/>
                <a:ext cx="59100" cy="3950"/>
              </a:xfrm>
              <a:custGeom>
                <a:avLst/>
                <a:gdLst/>
                <a:ahLst/>
                <a:cxnLst/>
                <a:rect l="l" t="t" r="r" b="b"/>
                <a:pathLst>
                  <a:path w="2364" h="158" extrusionOk="0">
                    <a:moveTo>
                      <a:pt x="2364" y="0"/>
                    </a:moveTo>
                    <a:lnTo>
                      <a:pt x="1" y="70"/>
                    </a:lnTo>
                    <a:lnTo>
                      <a:pt x="4" y="158"/>
                    </a:lnTo>
                    <a:lnTo>
                      <a:pt x="2364" y="88"/>
                    </a:lnTo>
                    <a:lnTo>
                      <a:pt x="2364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37"/>
              <p:cNvSpPr/>
              <p:nvPr/>
            </p:nvSpPr>
            <p:spPr>
              <a:xfrm>
                <a:off x="5262450" y="3483550"/>
                <a:ext cx="74950" cy="48375"/>
              </a:xfrm>
              <a:custGeom>
                <a:avLst/>
                <a:gdLst/>
                <a:ahLst/>
                <a:cxnLst/>
                <a:rect l="l" t="t" r="r" b="b"/>
                <a:pathLst>
                  <a:path w="2998" h="1935" extrusionOk="0">
                    <a:moveTo>
                      <a:pt x="2133" y="0"/>
                    </a:moveTo>
                    <a:lnTo>
                      <a:pt x="67" y="76"/>
                    </a:lnTo>
                    <a:cubicBezTo>
                      <a:pt x="35" y="612"/>
                      <a:pt x="0" y="1145"/>
                      <a:pt x="41" y="1912"/>
                    </a:cubicBezTo>
                    <a:lnTo>
                      <a:pt x="2997" y="1934"/>
                    </a:lnTo>
                    <a:cubicBezTo>
                      <a:pt x="2900" y="1571"/>
                      <a:pt x="2584" y="1499"/>
                      <a:pt x="2300" y="1067"/>
                    </a:cubicBezTo>
                    <a:cubicBezTo>
                      <a:pt x="2247" y="988"/>
                      <a:pt x="2212" y="896"/>
                      <a:pt x="2187" y="805"/>
                    </a:cubicBezTo>
                    <a:cubicBezTo>
                      <a:pt x="2101" y="521"/>
                      <a:pt x="2133" y="0"/>
                      <a:pt x="2133" y="0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37"/>
              <p:cNvSpPr/>
              <p:nvPr/>
            </p:nvSpPr>
            <p:spPr>
              <a:xfrm>
                <a:off x="5263150" y="3523225"/>
                <a:ext cx="70850" cy="39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58" extrusionOk="0">
                    <a:moveTo>
                      <a:pt x="4" y="0"/>
                    </a:moveTo>
                    <a:lnTo>
                      <a:pt x="1" y="92"/>
                    </a:lnTo>
                    <a:lnTo>
                      <a:pt x="2831" y="158"/>
                    </a:lnTo>
                    <a:lnTo>
                      <a:pt x="2834" y="70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37"/>
              <p:cNvSpPr/>
              <p:nvPr/>
            </p:nvSpPr>
            <p:spPr>
              <a:xfrm>
                <a:off x="5166075" y="3332275"/>
                <a:ext cx="155475" cy="176525"/>
              </a:xfrm>
              <a:custGeom>
                <a:avLst/>
                <a:gdLst/>
                <a:ahLst/>
                <a:cxnLst/>
                <a:rect l="l" t="t" r="r" b="b"/>
                <a:pathLst>
                  <a:path w="6219" h="7061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67" y="732"/>
                      <a:pt x="4" y="1953"/>
                      <a:pt x="433" y="2556"/>
                    </a:cubicBezTo>
                    <a:cubicBezTo>
                      <a:pt x="981" y="3335"/>
                      <a:pt x="2127" y="3322"/>
                      <a:pt x="2758" y="4039"/>
                    </a:cubicBezTo>
                    <a:cubicBezTo>
                      <a:pt x="2871" y="4171"/>
                      <a:pt x="2978" y="4313"/>
                      <a:pt x="3051" y="4468"/>
                    </a:cubicBezTo>
                    <a:cubicBezTo>
                      <a:pt x="3127" y="4619"/>
                      <a:pt x="3168" y="4789"/>
                      <a:pt x="3206" y="4957"/>
                    </a:cubicBezTo>
                    <a:cubicBezTo>
                      <a:pt x="3373" y="5657"/>
                      <a:pt x="3540" y="6360"/>
                      <a:pt x="3710" y="7061"/>
                    </a:cubicBezTo>
                    <a:lnTo>
                      <a:pt x="6045" y="6843"/>
                    </a:lnTo>
                    <a:cubicBezTo>
                      <a:pt x="6045" y="6843"/>
                      <a:pt x="6218" y="4146"/>
                      <a:pt x="5619" y="2691"/>
                    </a:cubicBezTo>
                    <a:cubicBezTo>
                      <a:pt x="5243" y="1777"/>
                      <a:pt x="4404" y="654"/>
                      <a:pt x="3937" y="262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37"/>
              <p:cNvSpPr/>
              <p:nvPr/>
            </p:nvSpPr>
            <p:spPr>
              <a:xfrm>
                <a:off x="5263700" y="3338025"/>
                <a:ext cx="58875" cy="165500"/>
              </a:xfrm>
              <a:custGeom>
                <a:avLst/>
                <a:gdLst/>
                <a:ahLst/>
                <a:cxnLst/>
                <a:rect l="l" t="t" r="r" b="b"/>
                <a:pathLst>
                  <a:path w="2355" h="6620" extrusionOk="0">
                    <a:moveTo>
                      <a:pt x="61" y="1"/>
                    </a:moveTo>
                    <a:lnTo>
                      <a:pt x="1" y="73"/>
                    </a:lnTo>
                    <a:cubicBezTo>
                      <a:pt x="480" y="471"/>
                      <a:pt x="1310" y="1610"/>
                      <a:pt x="1670" y="2480"/>
                    </a:cubicBezTo>
                    <a:cubicBezTo>
                      <a:pt x="2263" y="3910"/>
                      <a:pt x="2096" y="6588"/>
                      <a:pt x="2096" y="6613"/>
                    </a:cubicBezTo>
                    <a:lnTo>
                      <a:pt x="2187" y="6619"/>
                    </a:lnTo>
                    <a:cubicBezTo>
                      <a:pt x="2190" y="6591"/>
                      <a:pt x="2354" y="3894"/>
                      <a:pt x="1758" y="2446"/>
                    </a:cubicBezTo>
                    <a:cubicBezTo>
                      <a:pt x="1386" y="1547"/>
                      <a:pt x="553" y="414"/>
                      <a:pt x="61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37"/>
              <p:cNvSpPr/>
              <p:nvPr/>
            </p:nvSpPr>
            <p:spPr>
              <a:xfrm>
                <a:off x="5254100" y="3486150"/>
                <a:ext cx="63900" cy="7275"/>
              </a:xfrm>
              <a:custGeom>
                <a:avLst/>
                <a:gdLst/>
                <a:ahLst/>
                <a:cxnLst/>
                <a:rect l="l" t="t" r="r" b="b"/>
                <a:pathLst>
                  <a:path w="2556" h="291" extrusionOk="0">
                    <a:moveTo>
                      <a:pt x="2549" y="0"/>
                    </a:moveTo>
                    <a:cubicBezTo>
                      <a:pt x="16" y="196"/>
                      <a:pt x="16" y="196"/>
                      <a:pt x="0" y="221"/>
                    </a:cubicBezTo>
                    <a:lnTo>
                      <a:pt x="35" y="246"/>
                    </a:lnTo>
                    <a:lnTo>
                      <a:pt x="44" y="291"/>
                    </a:lnTo>
                    <a:cubicBezTo>
                      <a:pt x="95" y="284"/>
                      <a:pt x="1707" y="158"/>
                      <a:pt x="2555" y="89"/>
                    </a:cubicBezTo>
                    <a:lnTo>
                      <a:pt x="2549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37"/>
              <p:cNvSpPr/>
              <p:nvPr/>
            </p:nvSpPr>
            <p:spPr>
              <a:xfrm>
                <a:off x="5282800" y="3411850"/>
                <a:ext cx="15250" cy="19750"/>
              </a:xfrm>
              <a:custGeom>
                <a:avLst/>
                <a:gdLst/>
                <a:ahLst/>
                <a:cxnLst/>
                <a:rect l="l" t="t" r="r" b="b"/>
                <a:pathLst>
                  <a:path w="610" h="790" extrusionOk="0">
                    <a:moveTo>
                      <a:pt x="537" y="1"/>
                    </a:moveTo>
                    <a:cubicBezTo>
                      <a:pt x="373" y="253"/>
                      <a:pt x="193" y="499"/>
                      <a:pt x="0" y="733"/>
                    </a:cubicBezTo>
                    <a:lnTo>
                      <a:pt x="70" y="789"/>
                    </a:lnTo>
                    <a:cubicBezTo>
                      <a:pt x="268" y="559"/>
                      <a:pt x="448" y="310"/>
                      <a:pt x="609" y="48"/>
                    </a:cubicBezTo>
                    <a:lnTo>
                      <a:pt x="5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37"/>
              <p:cNvSpPr/>
              <p:nvPr/>
            </p:nvSpPr>
            <p:spPr>
              <a:xfrm>
                <a:off x="5274600" y="3408000"/>
                <a:ext cx="17850" cy="15625"/>
              </a:xfrm>
              <a:custGeom>
                <a:avLst/>
                <a:gdLst/>
                <a:ahLst/>
                <a:cxnLst/>
                <a:rect l="l" t="t" r="r" b="b"/>
                <a:pathLst>
                  <a:path w="714" h="625" extrusionOk="0">
                    <a:moveTo>
                      <a:pt x="644" y="0"/>
                    </a:moveTo>
                    <a:cubicBezTo>
                      <a:pt x="461" y="218"/>
                      <a:pt x="246" y="401"/>
                      <a:pt x="0" y="546"/>
                    </a:cubicBezTo>
                    <a:lnTo>
                      <a:pt x="48" y="625"/>
                    </a:lnTo>
                    <a:cubicBezTo>
                      <a:pt x="300" y="476"/>
                      <a:pt x="524" y="287"/>
                      <a:pt x="713" y="60"/>
                    </a:cubicBezTo>
                    <a:lnTo>
                      <a:pt x="64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37"/>
              <p:cNvSpPr/>
              <p:nvPr/>
            </p:nvSpPr>
            <p:spPr>
              <a:xfrm>
                <a:off x="5284850" y="3414525"/>
                <a:ext cx="20850" cy="26150"/>
              </a:xfrm>
              <a:custGeom>
                <a:avLst/>
                <a:gdLst/>
                <a:ahLst/>
                <a:cxnLst/>
                <a:rect l="l" t="t" r="r" b="b"/>
                <a:pathLst>
                  <a:path w="834" h="1046" extrusionOk="0">
                    <a:moveTo>
                      <a:pt x="754" y="1"/>
                    </a:moveTo>
                    <a:cubicBezTo>
                      <a:pt x="556" y="367"/>
                      <a:pt x="303" y="698"/>
                      <a:pt x="0" y="979"/>
                    </a:cubicBezTo>
                    <a:lnTo>
                      <a:pt x="63" y="1045"/>
                    </a:lnTo>
                    <a:cubicBezTo>
                      <a:pt x="376" y="755"/>
                      <a:pt x="634" y="420"/>
                      <a:pt x="833" y="45"/>
                    </a:cubicBezTo>
                    <a:lnTo>
                      <a:pt x="75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37"/>
              <p:cNvSpPr/>
              <p:nvPr/>
            </p:nvSpPr>
            <p:spPr>
              <a:xfrm>
                <a:off x="5286425" y="3427775"/>
                <a:ext cx="20050" cy="21875"/>
              </a:xfrm>
              <a:custGeom>
                <a:avLst/>
                <a:gdLst/>
                <a:ahLst/>
                <a:cxnLst/>
                <a:rect l="l" t="t" r="r" b="b"/>
                <a:pathLst>
                  <a:path w="802" h="875" extrusionOk="0">
                    <a:moveTo>
                      <a:pt x="720" y="1"/>
                    </a:moveTo>
                    <a:cubicBezTo>
                      <a:pt x="565" y="326"/>
                      <a:pt x="313" y="610"/>
                      <a:pt x="0" y="796"/>
                    </a:cubicBezTo>
                    <a:lnTo>
                      <a:pt x="48" y="875"/>
                    </a:lnTo>
                    <a:cubicBezTo>
                      <a:pt x="373" y="679"/>
                      <a:pt x="641" y="383"/>
                      <a:pt x="802" y="39"/>
                    </a:cubicBezTo>
                    <a:lnTo>
                      <a:pt x="72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37"/>
              <p:cNvSpPr/>
              <p:nvPr/>
            </p:nvSpPr>
            <p:spPr>
              <a:xfrm>
                <a:off x="5329800" y="3392775"/>
                <a:ext cx="13125" cy="29975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199" extrusionOk="0">
                    <a:moveTo>
                      <a:pt x="439" y="0"/>
                    </a:moveTo>
                    <a:cubicBezTo>
                      <a:pt x="332" y="398"/>
                      <a:pt x="184" y="789"/>
                      <a:pt x="1" y="1158"/>
                    </a:cubicBezTo>
                    <a:lnTo>
                      <a:pt x="83" y="1199"/>
                    </a:lnTo>
                    <a:cubicBezTo>
                      <a:pt x="269" y="824"/>
                      <a:pt x="420" y="426"/>
                      <a:pt x="524" y="22"/>
                    </a:cubicBezTo>
                    <a:lnTo>
                      <a:pt x="4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37"/>
              <p:cNvSpPr/>
              <p:nvPr/>
            </p:nvSpPr>
            <p:spPr>
              <a:xfrm>
                <a:off x="5332000" y="3400425"/>
                <a:ext cx="14300" cy="26350"/>
              </a:xfrm>
              <a:custGeom>
                <a:avLst/>
                <a:gdLst/>
                <a:ahLst/>
                <a:cxnLst/>
                <a:rect l="l" t="t" r="r" b="b"/>
                <a:pathLst>
                  <a:path w="572" h="1054" extrusionOk="0">
                    <a:moveTo>
                      <a:pt x="480" y="0"/>
                    </a:moveTo>
                    <a:cubicBezTo>
                      <a:pt x="411" y="372"/>
                      <a:pt x="193" y="707"/>
                      <a:pt x="1" y="1003"/>
                    </a:cubicBezTo>
                    <a:lnTo>
                      <a:pt x="73" y="1054"/>
                    </a:lnTo>
                    <a:cubicBezTo>
                      <a:pt x="269" y="751"/>
                      <a:pt x="493" y="407"/>
                      <a:pt x="572" y="16"/>
                    </a:cubicBezTo>
                    <a:lnTo>
                      <a:pt x="4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37"/>
              <p:cNvSpPr/>
              <p:nvPr/>
            </p:nvSpPr>
            <p:spPr>
              <a:xfrm>
                <a:off x="5322850" y="3393550"/>
                <a:ext cx="14150" cy="16975"/>
              </a:xfrm>
              <a:custGeom>
                <a:avLst/>
                <a:gdLst/>
                <a:ahLst/>
                <a:cxnLst/>
                <a:rect l="l" t="t" r="r" b="b"/>
                <a:pathLst>
                  <a:path w="566" h="679" extrusionOk="0">
                    <a:moveTo>
                      <a:pt x="490" y="1"/>
                    </a:moveTo>
                    <a:cubicBezTo>
                      <a:pt x="354" y="222"/>
                      <a:pt x="187" y="430"/>
                      <a:pt x="1" y="616"/>
                    </a:cubicBezTo>
                    <a:lnTo>
                      <a:pt x="67" y="679"/>
                    </a:lnTo>
                    <a:cubicBezTo>
                      <a:pt x="256" y="487"/>
                      <a:pt x="424" y="272"/>
                      <a:pt x="566" y="48"/>
                    </a:cubicBezTo>
                    <a:lnTo>
                      <a:pt x="49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37"/>
              <p:cNvSpPr/>
              <p:nvPr/>
            </p:nvSpPr>
            <p:spPr>
              <a:xfrm>
                <a:off x="5323800" y="3382125"/>
                <a:ext cx="14850" cy="12400"/>
              </a:xfrm>
              <a:custGeom>
                <a:avLst/>
                <a:gdLst/>
                <a:ahLst/>
                <a:cxnLst/>
                <a:rect l="l" t="t" r="r" b="b"/>
                <a:pathLst>
                  <a:path w="594" h="496" extrusionOk="0">
                    <a:moveTo>
                      <a:pt x="537" y="0"/>
                    </a:moveTo>
                    <a:lnTo>
                      <a:pt x="1" y="423"/>
                    </a:lnTo>
                    <a:lnTo>
                      <a:pt x="54" y="496"/>
                    </a:lnTo>
                    <a:lnTo>
                      <a:pt x="594" y="70"/>
                    </a:lnTo>
                    <a:lnTo>
                      <a:pt x="5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37"/>
              <p:cNvSpPr/>
              <p:nvPr/>
            </p:nvSpPr>
            <p:spPr>
              <a:xfrm>
                <a:off x="5089975" y="3203700"/>
                <a:ext cx="264300" cy="211225"/>
              </a:xfrm>
              <a:custGeom>
                <a:avLst/>
                <a:gdLst/>
                <a:ahLst/>
                <a:cxnLst/>
                <a:rect l="l" t="t" r="r" b="b"/>
                <a:pathLst>
                  <a:path w="10572" h="8449" extrusionOk="0">
                    <a:moveTo>
                      <a:pt x="4942" y="1"/>
                    </a:moveTo>
                    <a:cubicBezTo>
                      <a:pt x="4862" y="1"/>
                      <a:pt x="4781" y="10"/>
                      <a:pt x="4701" y="30"/>
                    </a:cubicBezTo>
                    <a:cubicBezTo>
                      <a:pt x="4231" y="143"/>
                      <a:pt x="3789" y="370"/>
                      <a:pt x="3410" y="661"/>
                    </a:cubicBezTo>
                    <a:cubicBezTo>
                      <a:pt x="2764" y="1162"/>
                      <a:pt x="2369" y="1904"/>
                      <a:pt x="2092" y="2651"/>
                    </a:cubicBezTo>
                    <a:cubicBezTo>
                      <a:pt x="1641" y="3891"/>
                      <a:pt x="1470" y="5207"/>
                      <a:pt x="1152" y="6481"/>
                    </a:cubicBezTo>
                    <a:cubicBezTo>
                      <a:pt x="1047" y="6894"/>
                      <a:pt x="975" y="7336"/>
                      <a:pt x="694" y="7677"/>
                    </a:cubicBezTo>
                    <a:cubicBezTo>
                      <a:pt x="521" y="7885"/>
                      <a:pt x="278" y="8046"/>
                      <a:pt x="0" y="8068"/>
                    </a:cubicBezTo>
                    <a:cubicBezTo>
                      <a:pt x="537" y="8358"/>
                      <a:pt x="1243" y="8448"/>
                      <a:pt x="1926" y="8448"/>
                    </a:cubicBezTo>
                    <a:cubicBezTo>
                      <a:pt x="2274" y="8448"/>
                      <a:pt x="2617" y="8425"/>
                      <a:pt x="2928" y="8393"/>
                    </a:cubicBezTo>
                    <a:cubicBezTo>
                      <a:pt x="3912" y="8295"/>
                      <a:pt x="4590" y="8099"/>
                      <a:pt x="5461" y="7797"/>
                    </a:cubicBezTo>
                    <a:cubicBezTo>
                      <a:pt x="5969" y="7617"/>
                      <a:pt x="7139" y="6967"/>
                      <a:pt x="7477" y="6667"/>
                    </a:cubicBezTo>
                    <a:cubicBezTo>
                      <a:pt x="7496" y="6702"/>
                      <a:pt x="7707" y="7055"/>
                      <a:pt x="8108" y="7295"/>
                    </a:cubicBezTo>
                    <a:cubicBezTo>
                      <a:pt x="8455" y="7506"/>
                      <a:pt x="8862" y="7629"/>
                      <a:pt x="9269" y="7664"/>
                    </a:cubicBezTo>
                    <a:cubicBezTo>
                      <a:pt x="9527" y="7689"/>
                      <a:pt x="9789" y="7686"/>
                      <a:pt x="10035" y="7759"/>
                    </a:cubicBezTo>
                    <a:cubicBezTo>
                      <a:pt x="10281" y="7834"/>
                      <a:pt x="10518" y="8008"/>
                      <a:pt x="10572" y="8254"/>
                    </a:cubicBezTo>
                    <a:cubicBezTo>
                      <a:pt x="10572" y="7929"/>
                      <a:pt x="10537" y="7607"/>
                      <a:pt x="10420" y="7301"/>
                    </a:cubicBezTo>
                    <a:cubicBezTo>
                      <a:pt x="10228" y="6797"/>
                      <a:pt x="9849" y="6399"/>
                      <a:pt x="9720" y="5866"/>
                    </a:cubicBezTo>
                    <a:cubicBezTo>
                      <a:pt x="9622" y="5465"/>
                      <a:pt x="9512" y="5058"/>
                      <a:pt x="9464" y="4645"/>
                    </a:cubicBezTo>
                    <a:cubicBezTo>
                      <a:pt x="9395" y="4065"/>
                      <a:pt x="9401" y="3475"/>
                      <a:pt x="9215" y="2923"/>
                    </a:cubicBezTo>
                    <a:cubicBezTo>
                      <a:pt x="8931" y="2090"/>
                      <a:pt x="8205" y="661"/>
                      <a:pt x="7168" y="620"/>
                    </a:cubicBezTo>
                    <a:cubicBezTo>
                      <a:pt x="7167" y="620"/>
                      <a:pt x="7166" y="620"/>
                      <a:pt x="7166" y="620"/>
                    </a:cubicBezTo>
                    <a:cubicBezTo>
                      <a:pt x="7036" y="620"/>
                      <a:pt x="6858" y="1238"/>
                      <a:pt x="6858" y="1238"/>
                    </a:cubicBezTo>
                    <a:cubicBezTo>
                      <a:pt x="6858" y="1238"/>
                      <a:pt x="6578" y="913"/>
                      <a:pt x="6508" y="831"/>
                    </a:cubicBezTo>
                    <a:cubicBezTo>
                      <a:pt x="6398" y="692"/>
                      <a:pt x="6281" y="550"/>
                      <a:pt x="6127" y="456"/>
                    </a:cubicBezTo>
                    <a:cubicBezTo>
                      <a:pt x="5785" y="244"/>
                      <a:pt x="5364" y="1"/>
                      <a:pt x="4942" y="1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37"/>
              <p:cNvSpPr/>
              <p:nvPr/>
            </p:nvSpPr>
            <p:spPr>
              <a:xfrm>
                <a:off x="5260325" y="3234250"/>
                <a:ext cx="51200" cy="137250"/>
              </a:xfrm>
              <a:custGeom>
                <a:avLst/>
                <a:gdLst/>
                <a:ahLst/>
                <a:cxnLst/>
                <a:rect l="l" t="t" r="r" b="b"/>
                <a:pathLst>
                  <a:path w="2048" h="5490" extrusionOk="0">
                    <a:moveTo>
                      <a:pt x="82" y="0"/>
                    </a:moveTo>
                    <a:lnTo>
                      <a:pt x="0" y="38"/>
                    </a:lnTo>
                    <a:cubicBezTo>
                      <a:pt x="19" y="85"/>
                      <a:pt x="552" y="1202"/>
                      <a:pt x="1063" y="1559"/>
                    </a:cubicBezTo>
                    <a:cubicBezTo>
                      <a:pt x="1123" y="1596"/>
                      <a:pt x="1196" y="1609"/>
                      <a:pt x="1275" y="1625"/>
                    </a:cubicBezTo>
                    <a:cubicBezTo>
                      <a:pt x="1521" y="1669"/>
                      <a:pt x="1862" y="1735"/>
                      <a:pt x="1899" y="2820"/>
                    </a:cubicBezTo>
                    <a:cubicBezTo>
                      <a:pt x="1956" y="4218"/>
                      <a:pt x="622" y="5411"/>
                      <a:pt x="612" y="5423"/>
                    </a:cubicBezTo>
                    <a:lnTo>
                      <a:pt x="669" y="5489"/>
                    </a:lnTo>
                    <a:cubicBezTo>
                      <a:pt x="685" y="5477"/>
                      <a:pt x="2048" y="4259"/>
                      <a:pt x="1994" y="2820"/>
                    </a:cubicBezTo>
                    <a:cubicBezTo>
                      <a:pt x="1953" y="1660"/>
                      <a:pt x="1568" y="1590"/>
                      <a:pt x="1294" y="1537"/>
                    </a:cubicBezTo>
                    <a:cubicBezTo>
                      <a:pt x="1221" y="1521"/>
                      <a:pt x="1164" y="1511"/>
                      <a:pt x="1120" y="1483"/>
                    </a:cubicBezTo>
                    <a:cubicBezTo>
                      <a:pt x="628" y="1142"/>
                      <a:pt x="85" y="13"/>
                      <a:pt x="82" y="0"/>
                    </a:cubicBez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37"/>
              <p:cNvSpPr/>
              <p:nvPr/>
            </p:nvSpPr>
            <p:spPr>
              <a:xfrm>
                <a:off x="5206375" y="3272025"/>
                <a:ext cx="83475" cy="8775"/>
              </a:xfrm>
              <a:custGeom>
                <a:avLst/>
                <a:gdLst/>
                <a:ahLst/>
                <a:cxnLst/>
                <a:rect l="l" t="t" r="r" b="b"/>
                <a:pathLst>
                  <a:path w="3339" h="351" extrusionOk="0">
                    <a:moveTo>
                      <a:pt x="3313" y="0"/>
                    </a:moveTo>
                    <a:cubicBezTo>
                      <a:pt x="2628" y="172"/>
                      <a:pt x="1915" y="257"/>
                      <a:pt x="1203" y="257"/>
                    </a:cubicBezTo>
                    <a:cubicBezTo>
                      <a:pt x="804" y="257"/>
                      <a:pt x="405" y="230"/>
                      <a:pt x="13" y="177"/>
                    </a:cubicBezTo>
                    <a:lnTo>
                      <a:pt x="0" y="268"/>
                    </a:lnTo>
                    <a:cubicBezTo>
                      <a:pt x="395" y="322"/>
                      <a:pt x="799" y="350"/>
                      <a:pt x="1199" y="350"/>
                    </a:cubicBezTo>
                    <a:cubicBezTo>
                      <a:pt x="1922" y="350"/>
                      <a:pt x="2641" y="259"/>
                      <a:pt x="3338" y="85"/>
                    </a:cubicBezTo>
                    <a:lnTo>
                      <a:pt x="3313" y="0"/>
                    </a:ln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37"/>
              <p:cNvSpPr/>
              <p:nvPr/>
            </p:nvSpPr>
            <p:spPr>
              <a:xfrm>
                <a:off x="5204800" y="3253475"/>
                <a:ext cx="59800" cy="25275"/>
              </a:xfrm>
              <a:custGeom>
                <a:avLst/>
                <a:gdLst/>
                <a:ahLst/>
                <a:cxnLst/>
                <a:rect l="l" t="t" r="r" b="b"/>
                <a:pathLst>
                  <a:path w="2392" h="1011" extrusionOk="0">
                    <a:moveTo>
                      <a:pt x="51" y="1"/>
                    </a:moveTo>
                    <a:lnTo>
                      <a:pt x="0" y="73"/>
                    </a:lnTo>
                    <a:cubicBezTo>
                      <a:pt x="713" y="537"/>
                      <a:pt x="1534" y="859"/>
                      <a:pt x="2376" y="1010"/>
                    </a:cubicBezTo>
                    <a:lnTo>
                      <a:pt x="2392" y="922"/>
                    </a:lnTo>
                    <a:cubicBezTo>
                      <a:pt x="1562" y="777"/>
                      <a:pt x="754" y="458"/>
                      <a:pt x="51" y="1"/>
                    </a:cubicBez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37"/>
              <p:cNvSpPr/>
              <p:nvPr/>
            </p:nvSpPr>
            <p:spPr>
              <a:xfrm>
                <a:off x="5102825" y="3333375"/>
                <a:ext cx="138675" cy="66425"/>
              </a:xfrm>
              <a:custGeom>
                <a:avLst/>
                <a:gdLst/>
                <a:ahLst/>
                <a:cxnLst/>
                <a:rect l="l" t="t" r="r" b="b"/>
                <a:pathLst>
                  <a:path w="5547" h="2657" extrusionOk="0">
                    <a:moveTo>
                      <a:pt x="5483" y="1"/>
                    </a:moveTo>
                    <a:cubicBezTo>
                      <a:pt x="3988" y="1379"/>
                      <a:pt x="2041" y="2288"/>
                      <a:pt x="0" y="2565"/>
                    </a:cubicBezTo>
                    <a:lnTo>
                      <a:pt x="13" y="2657"/>
                    </a:lnTo>
                    <a:cubicBezTo>
                      <a:pt x="2073" y="2376"/>
                      <a:pt x="4035" y="1461"/>
                      <a:pt x="5546" y="67"/>
                    </a:cubicBezTo>
                    <a:lnTo>
                      <a:pt x="5483" y="1"/>
                    </a:ln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37"/>
              <p:cNvSpPr/>
              <p:nvPr/>
            </p:nvSpPr>
            <p:spPr>
              <a:xfrm>
                <a:off x="5287225" y="3355850"/>
                <a:ext cx="45675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004" extrusionOk="0">
                    <a:moveTo>
                      <a:pt x="66" y="1"/>
                    </a:moveTo>
                    <a:lnTo>
                      <a:pt x="0" y="64"/>
                    </a:lnTo>
                    <a:cubicBezTo>
                      <a:pt x="164" y="244"/>
                      <a:pt x="363" y="411"/>
                      <a:pt x="596" y="569"/>
                    </a:cubicBezTo>
                    <a:cubicBezTo>
                      <a:pt x="710" y="647"/>
                      <a:pt x="864" y="748"/>
                      <a:pt x="1032" y="805"/>
                    </a:cubicBezTo>
                    <a:cubicBezTo>
                      <a:pt x="1151" y="846"/>
                      <a:pt x="1268" y="868"/>
                      <a:pt x="1388" y="894"/>
                    </a:cubicBezTo>
                    <a:cubicBezTo>
                      <a:pt x="1533" y="922"/>
                      <a:pt x="1669" y="947"/>
                      <a:pt x="1795" y="1004"/>
                    </a:cubicBezTo>
                    <a:lnTo>
                      <a:pt x="1827" y="916"/>
                    </a:lnTo>
                    <a:cubicBezTo>
                      <a:pt x="1691" y="859"/>
                      <a:pt x="1546" y="830"/>
                      <a:pt x="1404" y="802"/>
                    </a:cubicBezTo>
                    <a:cubicBezTo>
                      <a:pt x="1293" y="783"/>
                      <a:pt x="1174" y="758"/>
                      <a:pt x="1063" y="720"/>
                    </a:cubicBezTo>
                    <a:cubicBezTo>
                      <a:pt x="902" y="663"/>
                      <a:pt x="757" y="569"/>
                      <a:pt x="647" y="496"/>
                    </a:cubicBezTo>
                    <a:cubicBezTo>
                      <a:pt x="423" y="341"/>
                      <a:pt x="227" y="174"/>
                      <a:pt x="66" y="1"/>
                    </a:cubicBez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37"/>
              <p:cNvSpPr/>
              <p:nvPr/>
            </p:nvSpPr>
            <p:spPr>
              <a:xfrm>
                <a:off x="5232250" y="3192125"/>
                <a:ext cx="52700" cy="52450"/>
              </a:xfrm>
              <a:custGeom>
                <a:avLst/>
                <a:gdLst/>
                <a:ahLst/>
                <a:cxnLst/>
                <a:rect l="l" t="t" r="r" b="b"/>
                <a:pathLst>
                  <a:path w="2108" h="2098" extrusionOk="0">
                    <a:moveTo>
                      <a:pt x="492" y="1"/>
                    </a:moveTo>
                    <a:lnTo>
                      <a:pt x="0" y="751"/>
                    </a:lnTo>
                    <a:cubicBezTo>
                      <a:pt x="0" y="751"/>
                      <a:pt x="1115" y="2098"/>
                      <a:pt x="1406" y="2098"/>
                    </a:cubicBezTo>
                    <a:cubicBezTo>
                      <a:pt x="1413" y="2098"/>
                      <a:pt x="1420" y="2097"/>
                      <a:pt x="1426" y="2095"/>
                    </a:cubicBezTo>
                    <a:cubicBezTo>
                      <a:pt x="1584" y="2051"/>
                      <a:pt x="1631" y="1688"/>
                      <a:pt x="1631" y="1688"/>
                    </a:cubicBezTo>
                    <a:lnTo>
                      <a:pt x="2108" y="745"/>
                    </a:lnTo>
                    <a:lnTo>
                      <a:pt x="492" y="1"/>
                    </a:lnTo>
                    <a:close/>
                  </a:path>
                </a:pathLst>
              </a:custGeom>
              <a:solidFill>
                <a:srgbClr val="A64C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37"/>
              <p:cNvSpPr/>
              <p:nvPr/>
            </p:nvSpPr>
            <p:spPr>
              <a:xfrm>
                <a:off x="5228850" y="3141350"/>
                <a:ext cx="86475" cy="88750"/>
              </a:xfrm>
              <a:custGeom>
                <a:avLst/>
                <a:gdLst/>
                <a:ahLst/>
                <a:cxnLst/>
                <a:rect l="l" t="t" r="r" b="b"/>
                <a:pathLst>
                  <a:path w="3459" h="3550" extrusionOk="0">
                    <a:moveTo>
                      <a:pt x="1867" y="0"/>
                    </a:moveTo>
                    <a:cubicBezTo>
                      <a:pt x="1541" y="0"/>
                      <a:pt x="1214" y="79"/>
                      <a:pt x="934" y="221"/>
                    </a:cubicBezTo>
                    <a:cubicBezTo>
                      <a:pt x="288" y="549"/>
                      <a:pt x="1" y="1331"/>
                      <a:pt x="111" y="2009"/>
                    </a:cubicBezTo>
                    <a:cubicBezTo>
                      <a:pt x="243" y="2833"/>
                      <a:pt x="814" y="3120"/>
                      <a:pt x="1392" y="3306"/>
                    </a:cubicBezTo>
                    <a:cubicBezTo>
                      <a:pt x="1654" y="3388"/>
                      <a:pt x="2055" y="3549"/>
                      <a:pt x="2396" y="3549"/>
                    </a:cubicBezTo>
                    <a:cubicBezTo>
                      <a:pt x="2538" y="3549"/>
                      <a:pt x="2670" y="3521"/>
                      <a:pt x="2777" y="3448"/>
                    </a:cubicBezTo>
                    <a:cubicBezTo>
                      <a:pt x="3105" y="3215"/>
                      <a:pt x="3237" y="2871"/>
                      <a:pt x="3294" y="2502"/>
                    </a:cubicBezTo>
                    <a:cubicBezTo>
                      <a:pt x="3363" y="2028"/>
                      <a:pt x="3458" y="1404"/>
                      <a:pt x="3379" y="978"/>
                    </a:cubicBezTo>
                    <a:cubicBezTo>
                      <a:pt x="3294" y="514"/>
                      <a:pt x="2966" y="293"/>
                      <a:pt x="2524" y="120"/>
                    </a:cubicBezTo>
                    <a:cubicBezTo>
                      <a:pt x="2317" y="38"/>
                      <a:pt x="2093" y="0"/>
                      <a:pt x="1867" y="0"/>
                    </a:cubicBezTo>
                    <a:close/>
                  </a:path>
                </a:pathLst>
              </a:custGeom>
              <a:solidFill>
                <a:srgbClr val="A64C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37"/>
              <p:cNvSpPr/>
              <p:nvPr/>
            </p:nvSpPr>
            <p:spPr>
              <a:xfrm>
                <a:off x="5200450" y="3126150"/>
                <a:ext cx="123225" cy="132575"/>
              </a:xfrm>
              <a:custGeom>
                <a:avLst/>
                <a:gdLst/>
                <a:ahLst/>
                <a:cxnLst/>
                <a:rect l="l" t="t" r="r" b="b"/>
                <a:pathLst>
                  <a:path w="4929" h="5303" extrusionOk="0">
                    <a:moveTo>
                      <a:pt x="2891" y="0"/>
                    </a:moveTo>
                    <a:cubicBezTo>
                      <a:pt x="2401" y="0"/>
                      <a:pt x="1908" y="144"/>
                      <a:pt x="1547" y="415"/>
                    </a:cubicBezTo>
                    <a:cubicBezTo>
                      <a:pt x="1013" y="810"/>
                      <a:pt x="843" y="1387"/>
                      <a:pt x="471" y="1923"/>
                    </a:cubicBezTo>
                    <a:cubicBezTo>
                      <a:pt x="212" y="2293"/>
                      <a:pt x="7" y="2718"/>
                      <a:pt x="4" y="3163"/>
                    </a:cubicBezTo>
                    <a:cubicBezTo>
                      <a:pt x="1" y="3491"/>
                      <a:pt x="108" y="3819"/>
                      <a:pt x="304" y="4084"/>
                    </a:cubicBezTo>
                    <a:cubicBezTo>
                      <a:pt x="543" y="4406"/>
                      <a:pt x="906" y="4630"/>
                      <a:pt x="1143" y="4958"/>
                    </a:cubicBezTo>
                    <a:cubicBezTo>
                      <a:pt x="1250" y="5103"/>
                      <a:pt x="1364" y="5290"/>
                      <a:pt x="1550" y="5302"/>
                    </a:cubicBezTo>
                    <a:cubicBezTo>
                      <a:pt x="1554" y="5302"/>
                      <a:pt x="1558" y="5302"/>
                      <a:pt x="1561" y="5302"/>
                    </a:cubicBezTo>
                    <a:cubicBezTo>
                      <a:pt x="1695" y="5302"/>
                      <a:pt x="1813" y="5198"/>
                      <a:pt x="1868" y="5081"/>
                    </a:cubicBezTo>
                    <a:cubicBezTo>
                      <a:pt x="2023" y="4756"/>
                      <a:pt x="1812" y="4390"/>
                      <a:pt x="1758" y="4037"/>
                    </a:cubicBezTo>
                    <a:cubicBezTo>
                      <a:pt x="1685" y="3535"/>
                      <a:pt x="1938" y="3053"/>
                      <a:pt x="2178" y="2608"/>
                    </a:cubicBezTo>
                    <a:cubicBezTo>
                      <a:pt x="2187" y="2605"/>
                      <a:pt x="2190" y="2602"/>
                      <a:pt x="2190" y="2592"/>
                    </a:cubicBezTo>
                    <a:cubicBezTo>
                      <a:pt x="2256" y="2475"/>
                      <a:pt x="2326" y="2352"/>
                      <a:pt x="2439" y="2270"/>
                    </a:cubicBezTo>
                    <a:cubicBezTo>
                      <a:pt x="2591" y="2154"/>
                      <a:pt x="2793" y="2135"/>
                      <a:pt x="2957" y="2043"/>
                    </a:cubicBezTo>
                    <a:cubicBezTo>
                      <a:pt x="3294" y="1863"/>
                      <a:pt x="3405" y="1444"/>
                      <a:pt x="3439" y="1075"/>
                    </a:cubicBezTo>
                    <a:cubicBezTo>
                      <a:pt x="3774" y="1119"/>
                      <a:pt x="4086" y="1299"/>
                      <a:pt x="4288" y="1564"/>
                    </a:cubicBezTo>
                    <a:cubicBezTo>
                      <a:pt x="4484" y="1829"/>
                      <a:pt x="4563" y="2176"/>
                      <a:pt x="4499" y="2498"/>
                    </a:cubicBezTo>
                    <a:cubicBezTo>
                      <a:pt x="4824" y="2210"/>
                      <a:pt x="4928" y="1737"/>
                      <a:pt x="4824" y="1324"/>
                    </a:cubicBezTo>
                    <a:cubicBezTo>
                      <a:pt x="4714" y="908"/>
                      <a:pt x="4414" y="557"/>
                      <a:pt x="4051" y="321"/>
                    </a:cubicBezTo>
                    <a:cubicBezTo>
                      <a:pt x="3720" y="104"/>
                      <a:pt x="3306" y="0"/>
                      <a:pt x="2891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37"/>
              <p:cNvSpPr/>
              <p:nvPr/>
            </p:nvSpPr>
            <p:spPr>
              <a:xfrm>
                <a:off x="5243925" y="3179075"/>
                <a:ext cx="23125" cy="28250"/>
              </a:xfrm>
              <a:custGeom>
                <a:avLst/>
                <a:gdLst/>
                <a:ahLst/>
                <a:cxnLst/>
                <a:rect l="l" t="t" r="r" b="b"/>
                <a:pathLst>
                  <a:path w="925" h="1130" extrusionOk="0">
                    <a:moveTo>
                      <a:pt x="559" y="1"/>
                    </a:moveTo>
                    <a:cubicBezTo>
                      <a:pt x="326" y="1"/>
                      <a:pt x="112" y="215"/>
                      <a:pt x="54" y="428"/>
                    </a:cubicBezTo>
                    <a:cubicBezTo>
                      <a:pt x="0" y="605"/>
                      <a:pt x="38" y="819"/>
                      <a:pt x="170" y="958"/>
                    </a:cubicBezTo>
                    <a:cubicBezTo>
                      <a:pt x="274" y="1063"/>
                      <a:pt x="410" y="1130"/>
                      <a:pt x="537" y="1130"/>
                    </a:cubicBezTo>
                    <a:cubicBezTo>
                      <a:pt x="643" y="1130"/>
                      <a:pt x="743" y="1084"/>
                      <a:pt x="814" y="977"/>
                    </a:cubicBezTo>
                    <a:lnTo>
                      <a:pt x="924" y="343"/>
                    </a:lnTo>
                    <a:cubicBezTo>
                      <a:pt x="902" y="217"/>
                      <a:pt x="820" y="90"/>
                      <a:pt x="732" y="43"/>
                    </a:cubicBezTo>
                    <a:cubicBezTo>
                      <a:pt x="675" y="14"/>
                      <a:pt x="616" y="1"/>
                      <a:pt x="559" y="1"/>
                    </a:cubicBezTo>
                    <a:close/>
                  </a:path>
                </a:pathLst>
              </a:custGeom>
              <a:solidFill>
                <a:srgbClr val="A64C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37"/>
              <p:cNvSpPr/>
              <p:nvPr/>
            </p:nvSpPr>
            <p:spPr>
              <a:xfrm>
                <a:off x="5251325" y="3185750"/>
                <a:ext cx="14225" cy="13725"/>
              </a:xfrm>
              <a:custGeom>
                <a:avLst/>
                <a:gdLst/>
                <a:ahLst/>
                <a:cxnLst/>
                <a:rect l="l" t="t" r="r" b="b"/>
                <a:pathLst>
                  <a:path w="569" h="549" extrusionOk="0">
                    <a:moveTo>
                      <a:pt x="64" y="0"/>
                    </a:moveTo>
                    <a:lnTo>
                      <a:pt x="1" y="66"/>
                    </a:lnTo>
                    <a:cubicBezTo>
                      <a:pt x="168" y="224"/>
                      <a:pt x="335" y="385"/>
                      <a:pt x="502" y="549"/>
                    </a:cubicBezTo>
                    <a:lnTo>
                      <a:pt x="568" y="480"/>
                    </a:lnTo>
                    <a:cubicBezTo>
                      <a:pt x="404" y="319"/>
                      <a:pt x="234" y="158"/>
                      <a:pt x="64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37"/>
              <p:cNvSpPr/>
              <p:nvPr/>
            </p:nvSpPr>
            <p:spPr>
              <a:xfrm>
                <a:off x="5263550" y="3181250"/>
                <a:ext cx="5300" cy="8775"/>
              </a:xfrm>
              <a:custGeom>
                <a:avLst/>
                <a:gdLst/>
                <a:ahLst/>
                <a:cxnLst/>
                <a:rect l="l" t="t" r="r" b="b"/>
                <a:pathLst>
                  <a:path w="212" h="351" extrusionOk="0">
                    <a:moveTo>
                      <a:pt x="67" y="0"/>
                    </a:moveTo>
                    <a:lnTo>
                      <a:pt x="1" y="60"/>
                    </a:lnTo>
                    <a:cubicBezTo>
                      <a:pt x="73" y="139"/>
                      <a:pt x="114" y="243"/>
                      <a:pt x="124" y="350"/>
                    </a:cubicBezTo>
                    <a:lnTo>
                      <a:pt x="212" y="344"/>
                    </a:lnTo>
                    <a:cubicBezTo>
                      <a:pt x="206" y="218"/>
                      <a:pt x="152" y="98"/>
                      <a:pt x="67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37"/>
              <p:cNvSpPr/>
              <p:nvPr/>
            </p:nvSpPr>
            <p:spPr>
              <a:xfrm>
                <a:off x="5243350" y="3193700"/>
                <a:ext cx="22125" cy="14550"/>
              </a:xfrm>
              <a:custGeom>
                <a:avLst/>
                <a:gdLst/>
                <a:ahLst/>
                <a:cxnLst/>
                <a:rect l="l" t="t" r="r" b="b"/>
                <a:pathLst>
                  <a:path w="885" h="582" extrusionOk="0">
                    <a:moveTo>
                      <a:pt x="1" y="1"/>
                    </a:moveTo>
                    <a:cubicBezTo>
                      <a:pt x="4" y="196"/>
                      <a:pt x="99" y="389"/>
                      <a:pt x="250" y="490"/>
                    </a:cubicBezTo>
                    <a:cubicBezTo>
                      <a:pt x="335" y="550"/>
                      <a:pt x="439" y="581"/>
                      <a:pt x="537" y="581"/>
                    </a:cubicBezTo>
                    <a:cubicBezTo>
                      <a:pt x="632" y="581"/>
                      <a:pt x="727" y="553"/>
                      <a:pt x="802" y="496"/>
                    </a:cubicBezTo>
                    <a:cubicBezTo>
                      <a:pt x="824" y="477"/>
                      <a:pt x="850" y="458"/>
                      <a:pt x="869" y="439"/>
                    </a:cubicBezTo>
                    <a:lnTo>
                      <a:pt x="884" y="423"/>
                    </a:lnTo>
                    <a:lnTo>
                      <a:pt x="821" y="354"/>
                    </a:lnTo>
                    <a:lnTo>
                      <a:pt x="805" y="370"/>
                    </a:lnTo>
                    <a:cubicBezTo>
                      <a:pt x="787" y="386"/>
                      <a:pt x="764" y="408"/>
                      <a:pt x="745" y="423"/>
                    </a:cubicBezTo>
                    <a:cubicBezTo>
                      <a:pt x="689" y="465"/>
                      <a:pt x="613" y="486"/>
                      <a:pt x="535" y="486"/>
                    </a:cubicBezTo>
                    <a:cubicBezTo>
                      <a:pt x="453" y="486"/>
                      <a:pt x="369" y="462"/>
                      <a:pt x="301" y="414"/>
                    </a:cubicBezTo>
                    <a:cubicBezTo>
                      <a:pt x="174" y="329"/>
                      <a:pt x="96" y="171"/>
                      <a:pt x="92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37"/>
              <p:cNvSpPr/>
              <p:nvPr/>
            </p:nvSpPr>
            <p:spPr>
              <a:xfrm>
                <a:off x="5249750" y="3208925"/>
                <a:ext cx="27700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108" h="815" extrusionOk="0">
                    <a:moveTo>
                      <a:pt x="79" y="0"/>
                    </a:moveTo>
                    <a:lnTo>
                      <a:pt x="1" y="42"/>
                    </a:lnTo>
                    <a:cubicBezTo>
                      <a:pt x="215" y="430"/>
                      <a:pt x="698" y="698"/>
                      <a:pt x="1083" y="814"/>
                    </a:cubicBezTo>
                    <a:lnTo>
                      <a:pt x="1108" y="729"/>
                    </a:lnTo>
                    <a:cubicBezTo>
                      <a:pt x="742" y="616"/>
                      <a:pt x="281" y="363"/>
                      <a:pt x="79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37"/>
              <p:cNvSpPr/>
              <p:nvPr/>
            </p:nvSpPr>
            <p:spPr>
              <a:xfrm>
                <a:off x="5293200" y="3192375"/>
                <a:ext cx="7750" cy="15075"/>
              </a:xfrm>
              <a:custGeom>
                <a:avLst/>
                <a:gdLst/>
                <a:ahLst/>
                <a:cxnLst/>
                <a:rect l="l" t="t" r="r" b="b"/>
                <a:pathLst>
                  <a:path w="310" h="603" extrusionOk="0">
                    <a:moveTo>
                      <a:pt x="196" y="0"/>
                    </a:moveTo>
                    <a:lnTo>
                      <a:pt x="105" y="19"/>
                    </a:lnTo>
                    <a:cubicBezTo>
                      <a:pt x="124" y="104"/>
                      <a:pt x="149" y="189"/>
                      <a:pt x="174" y="271"/>
                    </a:cubicBezTo>
                    <a:cubicBezTo>
                      <a:pt x="190" y="325"/>
                      <a:pt x="212" y="382"/>
                      <a:pt x="190" y="426"/>
                    </a:cubicBezTo>
                    <a:cubicBezTo>
                      <a:pt x="181" y="451"/>
                      <a:pt x="155" y="473"/>
                      <a:pt x="121" y="489"/>
                    </a:cubicBezTo>
                    <a:cubicBezTo>
                      <a:pt x="86" y="498"/>
                      <a:pt x="45" y="508"/>
                      <a:pt x="1" y="511"/>
                    </a:cubicBezTo>
                    <a:lnTo>
                      <a:pt x="13" y="603"/>
                    </a:lnTo>
                    <a:cubicBezTo>
                      <a:pt x="61" y="593"/>
                      <a:pt x="108" y="590"/>
                      <a:pt x="152" y="574"/>
                    </a:cubicBezTo>
                    <a:cubicBezTo>
                      <a:pt x="212" y="549"/>
                      <a:pt x="253" y="511"/>
                      <a:pt x="275" y="464"/>
                    </a:cubicBezTo>
                    <a:cubicBezTo>
                      <a:pt x="310" y="388"/>
                      <a:pt x="282" y="306"/>
                      <a:pt x="263" y="243"/>
                    </a:cubicBezTo>
                    <a:cubicBezTo>
                      <a:pt x="237" y="164"/>
                      <a:pt x="215" y="82"/>
                      <a:pt x="196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37"/>
              <p:cNvSpPr/>
              <p:nvPr/>
            </p:nvSpPr>
            <p:spPr>
              <a:xfrm>
                <a:off x="5276575" y="3173675"/>
                <a:ext cx="15700" cy="8700"/>
              </a:xfrm>
              <a:custGeom>
                <a:avLst/>
                <a:gdLst/>
                <a:ahLst/>
                <a:cxnLst/>
                <a:rect l="l" t="t" r="r" b="b"/>
                <a:pathLst>
                  <a:path w="628" h="348" extrusionOk="0">
                    <a:moveTo>
                      <a:pt x="565" y="0"/>
                    </a:moveTo>
                    <a:cubicBezTo>
                      <a:pt x="467" y="101"/>
                      <a:pt x="341" y="171"/>
                      <a:pt x="205" y="215"/>
                    </a:cubicBezTo>
                    <a:cubicBezTo>
                      <a:pt x="161" y="231"/>
                      <a:pt x="120" y="237"/>
                      <a:pt x="76" y="250"/>
                    </a:cubicBezTo>
                    <a:cubicBezTo>
                      <a:pt x="51" y="253"/>
                      <a:pt x="29" y="259"/>
                      <a:pt x="10" y="259"/>
                    </a:cubicBezTo>
                    <a:lnTo>
                      <a:pt x="0" y="347"/>
                    </a:lnTo>
                    <a:lnTo>
                      <a:pt x="16" y="347"/>
                    </a:lnTo>
                    <a:cubicBezTo>
                      <a:pt x="44" y="347"/>
                      <a:pt x="70" y="344"/>
                      <a:pt x="98" y="338"/>
                    </a:cubicBezTo>
                    <a:cubicBezTo>
                      <a:pt x="142" y="325"/>
                      <a:pt x="189" y="316"/>
                      <a:pt x="234" y="300"/>
                    </a:cubicBezTo>
                    <a:cubicBezTo>
                      <a:pt x="379" y="253"/>
                      <a:pt x="517" y="174"/>
                      <a:pt x="628" y="67"/>
                    </a:cubicBezTo>
                    <a:lnTo>
                      <a:pt x="565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37"/>
              <p:cNvSpPr/>
              <p:nvPr/>
            </p:nvSpPr>
            <p:spPr>
              <a:xfrm>
                <a:off x="5303450" y="3175950"/>
                <a:ext cx="10525" cy="8775"/>
              </a:xfrm>
              <a:custGeom>
                <a:avLst/>
                <a:gdLst/>
                <a:ahLst/>
                <a:cxnLst/>
                <a:rect l="l" t="t" r="r" b="b"/>
                <a:pathLst>
                  <a:path w="421" h="351" extrusionOk="0">
                    <a:moveTo>
                      <a:pt x="77" y="1"/>
                    </a:moveTo>
                    <a:lnTo>
                      <a:pt x="1" y="51"/>
                    </a:lnTo>
                    <a:cubicBezTo>
                      <a:pt x="96" y="184"/>
                      <a:pt x="231" y="288"/>
                      <a:pt x="386" y="351"/>
                    </a:cubicBezTo>
                    <a:lnTo>
                      <a:pt x="420" y="269"/>
                    </a:lnTo>
                    <a:cubicBezTo>
                      <a:pt x="282" y="215"/>
                      <a:pt x="159" y="121"/>
                      <a:pt x="77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37"/>
              <p:cNvSpPr/>
              <p:nvPr/>
            </p:nvSpPr>
            <p:spPr>
              <a:xfrm>
                <a:off x="5279175" y="3186600"/>
                <a:ext cx="11600" cy="5625"/>
              </a:xfrm>
              <a:custGeom>
                <a:avLst/>
                <a:gdLst/>
                <a:ahLst/>
                <a:cxnLst/>
                <a:rect l="l" t="t" r="r" b="b"/>
                <a:pathLst>
                  <a:path w="464" h="225" extrusionOk="0">
                    <a:moveTo>
                      <a:pt x="388" y="1"/>
                    </a:moveTo>
                    <a:lnTo>
                      <a:pt x="379" y="20"/>
                    </a:lnTo>
                    <a:cubicBezTo>
                      <a:pt x="328" y="92"/>
                      <a:pt x="303" y="127"/>
                      <a:pt x="237" y="136"/>
                    </a:cubicBezTo>
                    <a:cubicBezTo>
                      <a:pt x="234" y="137"/>
                      <a:pt x="231" y="137"/>
                      <a:pt x="227" y="137"/>
                    </a:cubicBezTo>
                    <a:cubicBezTo>
                      <a:pt x="162" y="137"/>
                      <a:pt x="103" y="105"/>
                      <a:pt x="82" y="48"/>
                    </a:cubicBezTo>
                    <a:lnTo>
                      <a:pt x="0" y="83"/>
                    </a:lnTo>
                    <a:cubicBezTo>
                      <a:pt x="38" y="171"/>
                      <a:pt x="126" y="225"/>
                      <a:pt x="221" y="225"/>
                    </a:cubicBezTo>
                    <a:lnTo>
                      <a:pt x="243" y="225"/>
                    </a:lnTo>
                    <a:cubicBezTo>
                      <a:pt x="357" y="218"/>
                      <a:pt x="404" y="143"/>
                      <a:pt x="451" y="73"/>
                    </a:cubicBezTo>
                    <a:lnTo>
                      <a:pt x="464" y="51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37"/>
              <p:cNvSpPr/>
              <p:nvPr/>
            </p:nvSpPr>
            <p:spPr>
              <a:xfrm>
                <a:off x="5304650" y="3189200"/>
                <a:ext cx="9175" cy="6100"/>
              </a:xfrm>
              <a:custGeom>
                <a:avLst/>
                <a:gdLst/>
                <a:ahLst/>
                <a:cxnLst/>
                <a:rect l="l" t="t" r="r" b="b"/>
                <a:pathLst>
                  <a:path w="367" h="244" extrusionOk="0">
                    <a:moveTo>
                      <a:pt x="89" y="1"/>
                    </a:moveTo>
                    <a:lnTo>
                      <a:pt x="0" y="20"/>
                    </a:lnTo>
                    <a:cubicBezTo>
                      <a:pt x="41" y="168"/>
                      <a:pt x="104" y="244"/>
                      <a:pt x="199" y="244"/>
                    </a:cubicBezTo>
                    <a:lnTo>
                      <a:pt x="215" y="244"/>
                    </a:lnTo>
                    <a:cubicBezTo>
                      <a:pt x="297" y="237"/>
                      <a:pt x="354" y="159"/>
                      <a:pt x="366" y="86"/>
                    </a:cubicBezTo>
                    <a:lnTo>
                      <a:pt x="278" y="67"/>
                    </a:lnTo>
                    <a:cubicBezTo>
                      <a:pt x="265" y="111"/>
                      <a:pt x="237" y="149"/>
                      <a:pt x="202" y="152"/>
                    </a:cubicBezTo>
                    <a:cubicBezTo>
                      <a:pt x="199" y="153"/>
                      <a:pt x="194" y="154"/>
                      <a:pt x="189" y="154"/>
                    </a:cubicBezTo>
                    <a:cubicBezTo>
                      <a:pt x="163" y="154"/>
                      <a:pt x="120" y="133"/>
                      <a:pt x="89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37"/>
              <p:cNvSpPr/>
              <p:nvPr/>
            </p:nvSpPr>
            <p:spPr>
              <a:xfrm>
                <a:off x="5285325" y="3209700"/>
                <a:ext cx="12650" cy="3575"/>
              </a:xfrm>
              <a:custGeom>
                <a:avLst/>
                <a:gdLst/>
                <a:ahLst/>
                <a:cxnLst/>
                <a:rect l="l" t="t" r="r" b="b"/>
                <a:pathLst>
                  <a:path w="506" h="143" extrusionOk="0">
                    <a:moveTo>
                      <a:pt x="229" y="1"/>
                    </a:moveTo>
                    <a:cubicBezTo>
                      <a:pt x="159" y="1"/>
                      <a:pt x="83" y="11"/>
                      <a:pt x="0" y="33"/>
                    </a:cubicBezTo>
                    <a:lnTo>
                      <a:pt x="26" y="118"/>
                    </a:lnTo>
                    <a:cubicBezTo>
                      <a:pt x="95" y="100"/>
                      <a:pt x="162" y="91"/>
                      <a:pt x="224" y="91"/>
                    </a:cubicBezTo>
                    <a:cubicBezTo>
                      <a:pt x="280" y="91"/>
                      <a:pt x="332" y="98"/>
                      <a:pt x="379" y="111"/>
                    </a:cubicBezTo>
                    <a:cubicBezTo>
                      <a:pt x="410" y="118"/>
                      <a:pt x="429" y="130"/>
                      <a:pt x="442" y="143"/>
                    </a:cubicBezTo>
                    <a:lnTo>
                      <a:pt x="505" y="74"/>
                    </a:lnTo>
                    <a:cubicBezTo>
                      <a:pt x="473" y="48"/>
                      <a:pt x="429" y="33"/>
                      <a:pt x="404" y="23"/>
                    </a:cubicBezTo>
                    <a:cubicBezTo>
                      <a:pt x="350" y="8"/>
                      <a:pt x="292" y="1"/>
                      <a:pt x="229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12" name="Google Shape;1012;p37"/>
            <p:cNvGrpSpPr/>
            <p:nvPr/>
          </p:nvGrpSpPr>
          <p:grpSpPr>
            <a:xfrm>
              <a:off x="4912636" y="824466"/>
              <a:ext cx="423369" cy="3391234"/>
              <a:chOff x="3075525" y="3637175"/>
              <a:chExt cx="149000" cy="1193550"/>
            </a:xfrm>
          </p:grpSpPr>
          <p:sp>
            <p:nvSpPr>
              <p:cNvPr id="1013" name="Google Shape;1013;p37"/>
              <p:cNvSpPr/>
              <p:nvPr/>
            </p:nvSpPr>
            <p:spPr>
              <a:xfrm>
                <a:off x="3090425" y="3675125"/>
                <a:ext cx="119900" cy="114775"/>
              </a:xfrm>
              <a:custGeom>
                <a:avLst/>
                <a:gdLst/>
                <a:ahLst/>
                <a:cxnLst/>
                <a:rect l="l" t="t" r="r" b="b"/>
                <a:pathLst>
                  <a:path w="4796" h="4591" extrusionOk="0">
                    <a:moveTo>
                      <a:pt x="0" y="0"/>
                    </a:moveTo>
                    <a:lnTo>
                      <a:pt x="868" y="4590"/>
                    </a:lnTo>
                    <a:lnTo>
                      <a:pt x="3928" y="4590"/>
                    </a:lnTo>
                    <a:lnTo>
                      <a:pt x="4796" y="0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37"/>
              <p:cNvSpPr/>
              <p:nvPr/>
            </p:nvSpPr>
            <p:spPr>
              <a:xfrm>
                <a:off x="3075525" y="3666450"/>
                <a:ext cx="149000" cy="17375"/>
              </a:xfrm>
              <a:custGeom>
                <a:avLst/>
                <a:gdLst/>
                <a:ahLst/>
                <a:cxnLst/>
                <a:rect l="l" t="t" r="r" b="b"/>
                <a:pathLst>
                  <a:path w="5960" h="695" extrusionOk="0">
                    <a:moveTo>
                      <a:pt x="347" y="0"/>
                    </a:moveTo>
                    <a:cubicBezTo>
                      <a:pt x="155" y="0"/>
                      <a:pt x="0" y="152"/>
                      <a:pt x="0" y="347"/>
                    </a:cubicBezTo>
                    <a:cubicBezTo>
                      <a:pt x="0" y="540"/>
                      <a:pt x="155" y="694"/>
                      <a:pt x="347" y="694"/>
                    </a:cubicBezTo>
                    <a:lnTo>
                      <a:pt x="5609" y="694"/>
                    </a:lnTo>
                    <a:cubicBezTo>
                      <a:pt x="5802" y="694"/>
                      <a:pt x="5959" y="540"/>
                      <a:pt x="5956" y="347"/>
                    </a:cubicBezTo>
                    <a:cubicBezTo>
                      <a:pt x="5956" y="152"/>
                      <a:pt x="5802" y="0"/>
                      <a:pt x="5609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37"/>
              <p:cNvSpPr/>
              <p:nvPr/>
            </p:nvSpPr>
            <p:spPr>
              <a:xfrm>
                <a:off x="3100525" y="3781200"/>
                <a:ext cx="99150" cy="17375"/>
              </a:xfrm>
              <a:custGeom>
                <a:avLst/>
                <a:gdLst/>
                <a:ahLst/>
                <a:cxnLst/>
                <a:rect l="l" t="t" r="r" b="b"/>
                <a:pathLst>
                  <a:path w="3966" h="695" extrusionOk="0">
                    <a:moveTo>
                      <a:pt x="347" y="0"/>
                    </a:moveTo>
                    <a:cubicBezTo>
                      <a:pt x="152" y="0"/>
                      <a:pt x="0" y="155"/>
                      <a:pt x="0" y="347"/>
                    </a:cubicBezTo>
                    <a:cubicBezTo>
                      <a:pt x="0" y="540"/>
                      <a:pt x="152" y="694"/>
                      <a:pt x="347" y="694"/>
                    </a:cubicBezTo>
                    <a:lnTo>
                      <a:pt x="3619" y="694"/>
                    </a:lnTo>
                    <a:cubicBezTo>
                      <a:pt x="3808" y="694"/>
                      <a:pt x="3966" y="540"/>
                      <a:pt x="3966" y="347"/>
                    </a:cubicBezTo>
                    <a:cubicBezTo>
                      <a:pt x="3966" y="155"/>
                      <a:pt x="3814" y="0"/>
                      <a:pt x="3619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37"/>
              <p:cNvSpPr/>
              <p:nvPr/>
            </p:nvSpPr>
            <p:spPr>
              <a:xfrm>
                <a:off x="3113225" y="3637175"/>
                <a:ext cx="75175" cy="31975"/>
              </a:xfrm>
              <a:custGeom>
                <a:avLst/>
                <a:gdLst/>
                <a:ahLst/>
                <a:cxnLst/>
                <a:rect l="l" t="t" r="r" b="b"/>
                <a:pathLst>
                  <a:path w="3007" h="1279" extrusionOk="0">
                    <a:moveTo>
                      <a:pt x="1278" y="1"/>
                    </a:moveTo>
                    <a:cubicBezTo>
                      <a:pt x="571" y="1"/>
                      <a:pt x="0" y="572"/>
                      <a:pt x="0" y="1278"/>
                    </a:cubicBezTo>
                    <a:lnTo>
                      <a:pt x="3000" y="1278"/>
                    </a:lnTo>
                    <a:cubicBezTo>
                      <a:pt x="3007" y="569"/>
                      <a:pt x="2432" y="1"/>
                      <a:pt x="1729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37"/>
              <p:cNvSpPr/>
              <p:nvPr/>
            </p:nvSpPr>
            <p:spPr>
              <a:xfrm>
                <a:off x="3144600" y="3659350"/>
                <a:ext cx="12400" cy="131650"/>
              </a:xfrm>
              <a:custGeom>
                <a:avLst/>
                <a:gdLst/>
                <a:ahLst/>
                <a:cxnLst/>
                <a:rect l="l" t="t" r="r" b="b"/>
                <a:pathLst>
                  <a:path w="496" h="5266" extrusionOk="0">
                    <a:moveTo>
                      <a:pt x="1" y="0"/>
                    </a:moveTo>
                    <a:lnTo>
                      <a:pt x="1" y="5265"/>
                    </a:lnTo>
                    <a:lnTo>
                      <a:pt x="496" y="5265"/>
                    </a:lnTo>
                    <a:lnTo>
                      <a:pt x="496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37"/>
              <p:cNvSpPr/>
              <p:nvPr/>
            </p:nvSpPr>
            <p:spPr>
              <a:xfrm>
                <a:off x="3138850" y="3790975"/>
                <a:ext cx="26375" cy="828375"/>
              </a:xfrm>
              <a:custGeom>
                <a:avLst/>
                <a:gdLst/>
                <a:ahLst/>
                <a:cxnLst/>
                <a:rect l="l" t="t" r="r" b="b"/>
                <a:pathLst>
                  <a:path w="1055" h="33135" extrusionOk="0">
                    <a:moveTo>
                      <a:pt x="0" y="0"/>
                    </a:moveTo>
                    <a:lnTo>
                      <a:pt x="0" y="33135"/>
                    </a:lnTo>
                    <a:lnTo>
                      <a:pt x="1054" y="33135"/>
                    </a:lnTo>
                    <a:lnTo>
                      <a:pt x="1054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37"/>
              <p:cNvSpPr/>
              <p:nvPr/>
            </p:nvSpPr>
            <p:spPr>
              <a:xfrm>
                <a:off x="3123075" y="4593150"/>
                <a:ext cx="55850" cy="237575"/>
              </a:xfrm>
              <a:custGeom>
                <a:avLst/>
                <a:gdLst/>
                <a:ahLst/>
                <a:cxnLst/>
                <a:rect l="l" t="t" r="r" b="b"/>
                <a:pathLst>
                  <a:path w="2234" h="9503" extrusionOk="0">
                    <a:moveTo>
                      <a:pt x="1117" y="0"/>
                    </a:moveTo>
                    <a:cubicBezTo>
                      <a:pt x="502" y="0"/>
                      <a:pt x="0" y="502"/>
                      <a:pt x="0" y="1117"/>
                    </a:cubicBezTo>
                    <a:lnTo>
                      <a:pt x="0" y="9502"/>
                    </a:lnTo>
                    <a:lnTo>
                      <a:pt x="2228" y="9502"/>
                    </a:lnTo>
                    <a:lnTo>
                      <a:pt x="2228" y="1117"/>
                    </a:lnTo>
                    <a:cubicBezTo>
                      <a:pt x="2234" y="496"/>
                      <a:pt x="1732" y="0"/>
                      <a:pt x="1117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20" name="Google Shape;1020;p37"/>
            <p:cNvGrpSpPr/>
            <p:nvPr/>
          </p:nvGrpSpPr>
          <p:grpSpPr>
            <a:xfrm>
              <a:off x="5335940" y="3496344"/>
              <a:ext cx="1237152" cy="719433"/>
              <a:chOff x="5419325" y="3684950"/>
              <a:chExt cx="537425" cy="312525"/>
            </a:xfrm>
          </p:grpSpPr>
          <p:sp>
            <p:nvSpPr>
              <p:cNvPr id="1021" name="Google Shape;1021;p37"/>
              <p:cNvSpPr/>
              <p:nvPr/>
            </p:nvSpPr>
            <p:spPr>
              <a:xfrm>
                <a:off x="5564900" y="3916775"/>
                <a:ext cx="74000" cy="80475"/>
              </a:xfrm>
              <a:custGeom>
                <a:avLst/>
                <a:gdLst/>
                <a:ahLst/>
                <a:cxnLst/>
                <a:rect l="l" t="t" r="r" b="b"/>
                <a:pathLst>
                  <a:path w="2960" h="3219" extrusionOk="0">
                    <a:moveTo>
                      <a:pt x="1433" y="0"/>
                    </a:moveTo>
                    <a:lnTo>
                      <a:pt x="1" y="887"/>
                    </a:lnTo>
                    <a:lnTo>
                      <a:pt x="1433" y="3218"/>
                    </a:lnTo>
                    <a:lnTo>
                      <a:pt x="2960" y="3218"/>
                    </a:lnTo>
                    <a:lnTo>
                      <a:pt x="2102" y="2549"/>
                    </a:lnTo>
                    <a:lnTo>
                      <a:pt x="1433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37"/>
              <p:cNvSpPr/>
              <p:nvPr/>
            </p:nvSpPr>
            <p:spPr>
              <a:xfrm>
                <a:off x="5693775" y="3895325"/>
                <a:ext cx="86700" cy="102150"/>
              </a:xfrm>
              <a:custGeom>
                <a:avLst/>
                <a:gdLst/>
                <a:ahLst/>
                <a:cxnLst/>
                <a:rect l="l" t="t" r="r" b="b"/>
                <a:pathLst>
                  <a:path w="3468" h="4086" extrusionOk="0">
                    <a:moveTo>
                      <a:pt x="2591" y="0"/>
                    </a:moveTo>
                    <a:cubicBezTo>
                      <a:pt x="2401" y="199"/>
                      <a:pt x="1" y="3407"/>
                      <a:pt x="1" y="3407"/>
                    </a:cubicBezTo>
                    <a:lnTo>
                      <a:pt x="553" y="4086"/>
                    </a:lnTo>
                    <a:lnTo>
                      <a:pt x="1770" y="4086"/>
                    </a:lnTo>
                    <a:lnTo>
                      <a:pt x="1341" y="3360"/>
                    </a:lnTo>
                    <a:lnTo>
                      <a:pt x="3468" y="2095"/>
                    </a:lnTo>
                    <a:lnTo>
                      <a:pt x="2591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37"/>
              <p:cNvSpPr/>
              <p:nvPr/>
            </p:nvSpPr>
            <p:spPr>
              <a:xfrm>
                <a:off x="5506475" y="3758800"/>
                <a:ext cx="363350" cy="161650"/>
              </a:xfrm>
              <a:custGeom>
                <a:avLst/>
                <a:gdLst/>
                <a:ahLst/>
                <a:cxnLst/>
                <a:rect l="l" t="t" r="r" b="b"/>
                <a:pathLst>
                  <a:path w="14534" h="6466" extrusionOk="0">
                    <a:moveTo>
                      <a:pt x="11061" y="0"/>
                    </a:moveTo>
                    <a:cubicBezTo>
                      <a:pt x="10510" y="432"/>
                      <a:pt x="7825" y="534"/>
                      <a:pt x="5418" y="534"/>
                    </a:cubicBezTo>
                    <a:cubicBezTo>
                      <a:pt x="4941" y="534"/>
                      <a:pt x="4475" y="530"/>
                      <a:pt x="4038" y="524"/>
                    </a:cubicBezTo>
                    <a:cubicBezTo>
                      <a:pt x="4024" y="524"/>
                      <a:pt x="4009" y="524"/>
                      <a:pt x="3995" y="524"/>
                    </a:cubicBezTo>
                    <a:cubicBezTo>
                      <a:pt x="2321" y="524"/>
                      <a:pt x="452" y="1793"/>
                      <a:pt x="161" y="3411"/>
                    </a:cubicBezTo>
                    <a:cubicBezTo>
                      <a:pt x="0" y="4310"/>
                      <a:pt x="533" y="5108"/>
                      <a:pt x="865" y="5572"/>
                    </a:cubicBezTo>
                    <a:cubicBezTo>
                      <a:pt x="1399" y="6315"/>
                      <a:pt x="2501" y="6466"/>
                      <a:pt x="4021" y="6466"/>
                    </a:cubicBezTo>
                    <a:cubicBezTo>
                      <a:pt x="5053" y="6466"/>
                      <a:pt x="6277" y="6397"/>
                      <a:pt x="7647" y="6397"/>
                    </a:cubicBezTo>
                    <a:cubicBezTo>
                      <a:pt x="7759" y="6397"/>
                      <a:pt x="7873" y="6397"/>
                      <a:pt x="7988" y="6398"/>
                    </a:cubicBezTo>
                    <a:cubicBezTo>
                      <a:pt x="8026" y="6398"/>
                      <a:pt x="8064" y="6399"/>
                      <a:pt x="8101" y="6399"/>
                    </a:cubicBezTo>
                    <a:cubicBezTo>
                      <a:pt x="11565" y="6399"/>
                      <a:pt x="12142" y="4966"/>
                      <a:pt x="12632" y="3562"/>
                    </a:cubicBezTo>
                    <a:cubicBezTo>
                      <a:pt x="13121" y="2142"/>
                      <a:pt x="14534" y="694"/>
                      <a:pt x="14534" y="694"/>
                    </a:cubicBezTo>
                    <a:lnTo>
                      <a:pt x="11061" y="0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37"/>
              <p:cNvSpPr/>
              <p:nvPr/>
            </p:nvSpPr>
            <p:spPr>
              <a:xfrm>
                <a:off x="5757350" y="3753550"/>
                <a:ext cx="96950" cy="73975"/>
              </a:xfrm>
              <a:custGeom>
                <a:avLst/>
                <a:gdLst/>
                <a:ahLst/>
                <a:cxnLst/>
                <a:rect l="l" t="t" r="r" b="b"/>
                <a:pathLst>
                  <a:path w="3878" h="2959" extrusionOk="0">
                    <a:moveTo>
                      <a:pt x="1190" y="1"/>
                    </a:moveTo>
                    <a:cubicBezTo>
                      <a:pt x="1178" y="1"/>
                      <a:pt x="1165" y="2"/>
                      <a:pt x="1152" y="5"/>
                    </a:cubicBezTo>
                    <a:lnTo>
                      <a:pt x="190" y="273"/>
                    </a:lnTo>
                    <a:cubicBezTo>
                      <a:pt x="60" y="308"/>
                      <a:pt x="0" y="463"/>
                      <a:pt x="76" y="573"/>
                    </a:cubicBezTo>
                    <a:cubicBezTo>
                      <a:pt x="1328" y="2466"/>
                      <a:pt x="2508" y="2870"/>
                      <a:pt x="2985" y="2955"/>
                    </a:cubicBezTo>
                    <a:cubicBezTo>
                      <a:pt x="3003" y="2957"/>
                      <a:pt x="3020" y="2959"/>
                      <a:pt x="3038" y="2959"/>
                    </a:cubicBezTo>
                    <a:cubicBezTo>
                      <a:pt x="3154" y="2959"/>
                      <a:pt x="3260" y="2906"/>
                      <a:pt x="3325" y="2810"/>
                    </a:cubicBezTo>
                    <a:lnTo>
                      <a:pt x="3830" y="2065"/>
                    </a:lnTo>
                    <a:cubicBezTo>
                      <a:pt x="3877" y="1993"/>
                      <a:pt x="3833" y="1908"/>
                      <a:pt x="3751" y="1892"/>
                    </a:cubicBezTo>
                    <a:cubicBezTo>
                      <a:pt x="2571" y="1680"/>
                      <a:pt x="1508" y="349"/>
                      <a:pt x="1278" y="46"/>
                    </a:cubicBezTo>
                    <a:cubicBezTo>
                      <a:pt x="1259" y="15"/>
                      <a:pt x="1227" y="1"/>
                      <a:pt x="1190" y="1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37"/>
              <p:cNvSpPr/>
              <p:nvPr/>
            </p:nvSpPr>
            <p:spPr>
              <a:xfrm>
                <a:off x="5811775" y="3686550"/>
                <a:ext cx="143875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5755" h="4287" extrusionOk="0">
                    <a:moveTo>
                      <a:pt x="1514" y="1"/>
                    </a:moveTo>
                    <a:lnTo>
                      <a:pt x="514" y="360"/>
                    </a:lnTo>
                    <a:lnTo>
                      <a:pt x="0" y="1079"/>
                    </a:lnTo>
                    <a:lnTo>
                      <a:pt x="0" y="4102"/>
                    </a:lnTo>
                    <a:cubicBezTo>
                      <a:pt x="0" y="4102"/>
                      <a:pt x="1690" y="4287"/>
                      <a:pt x="3260" y="4287"/>
                    </a:cubicBezTo>
                    <a:cubicBezTo>
                      <a:pt x="3477" y="4287"/>
                      <a:pt x="3692" y="4283"/>
                      <a:pt x="3899" y="4275"/>
                    </a:cubicBezTo>
                    <a:cubicBezTo>
                      <a:pt x="5612" y="4203"/>
                      <a:pt x="5754" y="2900"/>
                      <a:pt x="5366" y="2477"/>
                    </a:cubicBezTo>
                    <a:cubicBezTo>
                      <a:pt x="4985" y="2054"/>
                      <a:pt x="4145" y="2458"/>
                      <a:pt x="3448" y="1253"/>
                    </a:cubicBezTo>
                    <a:cubicBezTo>
                      <a:pt x="2745" y="51"/>
                      <a:pt x="1514" y="1"/>
                      <a:pt x="1514" y="1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37"/>
              <p:cNvSpPr/>
              <p:nvPr/>
            </p:nvSpPr>
            <p:spPr>
              <a:xfrm>
                <a:off x="5934400" y="3737750"/>
                <a:ext cx="22350" cy="21450"/>
              </a:xfrm>
              <a:custGeom>
                <a:avLst/>
                <a:gdLst/>
                <a:ahLst/>
                <a:cxnLst/>
                <a:rect l="l" t="t" r="r" b="b"/>
                <a:pathLst>
                  <a:path w="894" h="858" extrusionOk="0">
                    <a:moveTo>
                      <a:pt x="345" y="1"/>
                    </a:moveTo>
                    <a:cubicBezTo>
                      <a:pt x="282" y="1"/>
                      <a:pt x="222" y="18"/>
                      <a:pt x="171" y="54"/>
                    </a:cubicBezTo>
                    <a:cubicBezTo>
                      <a:pt x="10" y="167"/>
                      <a:pt x="1" y="432"/>
                      <a:pt x="155" y="637"/>
                    </a:cubicBezTo>
                    <a:cubicBezTo>
                      <a:pt x="261" y="778"/>
                      <a:pt x="413" y="857"/>
                      <a:pt x="549" y="857"/>
                    </a:cubicBezTo>
                    <a:cubicBezTo>
                      <a:pt x="612" y="857"/>
                      <a:pt x="672" y="840"/>
                      <a:pt x="723" y="804"/>
                    </a:cubicBezTo>
                    <a:cubicBezTo>
                      <a:pt x="884" y="688"/>
                      <a:pt x="893" y="426"/>
                      <a:pt x="739" y="221"/>
                    </a:cubicBezTo>
                    <a:cubicBezTo>
                      <a:pt x="633" y="81"/>
                      <a:pt x="482" y="1"/>
                      <a:pt x="345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37"/>
              <p:cNvSpPr/>
              <p:nvPr/>
            </p:nvSpPr>
            <p:spPr>
              <a:xfrm>
                <a:off x="5757325" y="3684950"/>
                <a:ext cx="923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3693" h="6096" extrusionOk="0">
                    <a:moveTo>
                      <a:pt x="3177" y="0"/>
                    </a:moveTo>
                    <a:cubicBezTo>
                      <a:pt x="2191" y="0"/>
                      <a:pt x="1257" y="800"/>
                      <a:pt x="695" y="1405"/>
                    </a:cubicBezTo>
                    <a:cubicBezTo>
                      <a:pt x="320" y="1806"/>
                      <a:pt x="99" y="2323"/>
                      <a:pt x="68" y="2872"/>
                    </a:cubicBezTo>
                    <a:cubicBezTo>
                      <a:pt x="0" y="4048"/>
                      <a:pt x="58" y="6096"/>
                      <a:pt x="1323" y="6096"/>
                    </a:cubicBezTo>
                    <a:cubicBezTo>
                      <a:pt x="1361" y="6096"/>
                      <a:pt x="1400" y="6094"/>
                      <a:pt x="1440" y="6090"/>
                    </a:cubicBezTo>
                    <a:cubicBezTo>
                      <a:pt x="3358" y="5907"/>
                      <a:pt x="2695" y="2828"/>
                      <a:pt x="2806" y="1487"/>
                    </a:cubicBezTo>
                    <a:cubicBezTo>
                      <a:pt x="2916" y="147"/>
                      <a:pt x="3692" y="77"/>
                      <a:pt x="3692" y="77"/>
                    </a:cubicBezTo>
                    <a:cubicBezTo>
                      <a:pt x="3520" y="24"/>
                      <a:pt x="3348" y="0"/>
                      <a:pt x="3177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37"/>
              <p:cNvSpPr/>
              <p:nvPr/>
            </p:nvSpPr>
            <p:spPr>
              <a:xfrm>
                <a:off x="5746925" y="3859750"/>
                <a:ext cx="89700" cy="131575"/>
              </a:xfrm>
              <a:custGeom>
                <a:avLst/>
                <a:gdLst/>
                <a:ahLst/>
                <a:cxnLst/>
                <a:rect l="l" t="t" r="r" b="b"/>
                <a:pathLst>
                  <a:path w="3588" h="5263" extrusionOk="0">
                    <a:moveTo>
                      <a:pt x="2367" y="0"/>
                    </a:moveTo>
                    <a:lnTo>
                      <a:pt x="1" y="1682"/>
                    </a:lnTo>
                    <a:cubicBezTo>
                      <a:pt x="458" y="3165"/>
                      <a:pt x="2591" y="5262"/>
                      <a:pt x="2591" y="5262"/>
                    </a:cubicBezTo>
                    <a:lnTo>
                      <a:pt x="3588" y="5262"/>
                    </a:lnTo>
                    <a:cubicBezTo>
                      <a:pt x="3588" y="5262"/>
                      <a:pt x="3137" y="3972"/>
                      <a:pt x="2591" y="2660"/>
                    </a:cubicBezTo>
                    <a:cubicBezTo>
                      <a:pt x="2045" y="1341"/>
                      <a:pt x="2367" y="1"/>
                      <a:pt x="2367" y="0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37"/>
              <p:cNvSpPr/>
              <p:nvPr/>
            </p:nvSpPr>
            <p:spPr>
              <a:xfrm>
                <a:off x="5480600" y="3886000"/>
                <a:ext cx="138825" cy="109350"/>
              </a:xfrm>
              <a:custGeom>
                <a:avLst/>
                <a:gdLst/>
                <a:ahLst/>
                <a:cxnLst/>
                <a:rect l="l" t="t" r="r" b="b"/>
                <a:pathLst>
                  <a:path w="5553" h="4374" extrusionOk="0">
                    <a:moveTo>
                      <a:pt x="2736" y="1"/>
                    </a:moveTo>
                    <a:cubicBezTo>
                      <a:pt x="0" y="3020"/>
                      <a:pt x="849" y="4373"/>
                      <a:pt x="849" y="4373"/>
                    </a:cubicBezTo>
                    <a:lnTo>
                      <a:pt x="2016" y="4373"/>
                    </a:lnTo>
                    <a:cubicBezTo>
                      <a:pt x="1748" y="4187"/>
                      <a:pt x="1792" y="3869"/>
                      <a:pt x="1903" y="3591"/>
                    </a:cubicBezTo>
                    <a:cubicBezTo>
                      <a:pt x="2016" y="3307"/>
                      <a:pt x="2224" y="3064"/>
                      <a:pt x="2474" y="2878"/>
                    </a:cubicBezTo>
                    <a:lnTo>
                      <a:pt x="5553" y="600"/>
                    </a:lnTo>
                    <a:lnTo>
                      <a:pt x="2736" y="1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37"/>
              <p:cNvSpPr/>
              <p:nvPr/>
            </p:nvSpPr>
            <p:spPr>
              <a:xfrm>
                <a:off x="5419325" y="3696175"/>
                <a:ext cx="136375" cy="121000"/>
              </a:xfrm>
              <a:custGeom>
                <a:avLst/>
                <a:gdLst/>
                <a:ahLst/>
                <a:cxnLst/>
                <a:rect l="l" t="t" r="r" b="b"/>
                <a:pathLst>
                  <a:path w="5455" h="4840" extrusionOk="0">
                    <a:moveTo>
                      <a:pt x="1054" y="0"/>
                    </a:moveTo>
                    <a:cubicBezTo>
                      <a:pt x="663" y="136"/>
                      <a:pt x="369" y="458"/>
                      <a:pt x="290" y="862"/>
                    </a:cubicBezTo>
                    <a:cubicBezTo>
                      <a:pt x="142" y="1635"/>
                      <a:pt x="155" y="2878"/>
                      <a:pt x="1537" y="3417"/>
                    </a:cubicBezTo>
                    <a:cubicBezTo>
                      <a:pt x="1537" y="3417"/>
                      <a:pt x="1232" y="3528"/>
                      <a:pt x="868" y="3528"/>
                    </a:cubicBezTo>
                    <a:cubicBezTo>
                      <a:pt x="574" y="3528"/>
                      <a:pt x="241" y="3455"/>
                      <a:pt x="0" y="3193"/>
                    </a:cubicBezTo>
                    <a:lnTo>
                      <a:pt x="0" y="3193"/>
                    </a:lnTo>
                    <a:cubicBezTo>
                      <a:pt x="0" y="3745"/>
                      <a:pt x="376" y="4225"/>
                      <a:pt x="915" y="4370"/>
                    </a:cubicBezTo>
                    <a:cubicBezTo>
                      <a:pt x="1204" y="4448"/>
                      <a:pt x="1543" y="4508"/>
                      <a:pt x="1907" y="4508"/>
                    </a:cubicBezTo>
                    <a:cubicBezTo>
                      <a:pt x="2333" y="4508"/>
                      <a:pt x="2793" y="4426"/>
                      <a:pt x="3250" y="4196"/>
                    </a:cubicBezTo>
                    <a:cubicBezTo>
                      <a:pt x="3593" y="4023"/>
                      <a:pt x="3885" y="3955"/>
                      <a:pt x="4132" y="3955"/>
                    </a:cubicBezTo>
                    <a:cubicBezTo>
                      <a:pt x="5025" y="3955"/>
                      <a:pt x="5328" y="4840"/>
                      <a:pt x="5328" y="4840"/>
                    </a:cubicBezTo>
                    <a:lnTo>
                      <a:pt x="5455" y="4363"/>
                    </a:lnTo>
                    <a:cubicBezTo>
                      <a:pt x="5455" y="4363"/>
                      <a:pt x="5240" y="3161"/>
                      <a:pt x="3587" y="2824"/>
                    </a:cubicBezTo>
                    <a:cubicBezTo>
                      <a:pt x="1937" y="2490"/>
                      <a:pt x="966" y="2098"/>
                      <a:pt x="1054" y="0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37"/>
              <p:cNvSpPr/>
              <p:nvPr/>
            </p:nvSpPr>
            <p:spPr>
              <a:xfrm>
                <a:off x="5884875" y="3705850"/>
                <a:ext cx="32125" cy="15350"/>
              </a:xfrm>
              <a:custGeom>
                <a:avLst/>
                <a:gdLst/>
                <a:ahLst/>
                <a:cxnLst/>
                <a:rect l="l" t="t" r="r" b="b"/>
                <a:pathLst>
                  <a:path w="1285" h="614" extrusionOk="0">
                    <a:moveTo>
                      <a:pt x="224" y="0"/>
                    </a:moveTo>
                    <a:cubicBezTo>
                      <a:pt x="154" y="0"/>
                      <a:pt x="79" y="5"/>
                      <a:pt x="0" y="14"/>
                    </a:cubicBezTo>
                    <a:lnTo>
                      <a:pt x="26" y="244"/>
                    </a:lnTo>
                    <a:cubicBezTo>
                      <a:pt x="94" y="236"/>
                      <a:pt x="158" y="233"/>
                      <a:pt x="219" y="233"/>
                    </a:cubicBezTo>
                    <a:cubicBezTo>
                      <a:pt x="821" y="233"/>
                      <a:pt x="1077" y="593"/>
                      <a:pt x="1089" y="613"/>
                    </a:cubicBezTo>
                    <a:lnTo>
                      <a:pt x="1284" y="481"/>
                    </a:lnTo>
                    <a:cubicBezTo>
                      <a:pt x="1270" y="461"/>
                      <a:pt x="954" y="0"/>
                      <a:pt x="224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37"/>
              <p:cNvSpPr/>
              <p:nvPr/>
            </p:nvSpPr>
            <p:spPr>
              <a:xfrm>
                <a:off x="5837150" y="3707800"/>
                <a:ext cx="31650" cy="14025"/>
              </a:xfrm>
              <a:custGeom>
                <a:avLst/>
                <a:gdLst/>
                <a:ahLst/>
                <a:cxnLst/>
                <a:rect l="l" t="t" r="r" b="b"/>
                <a:pathLst>
                  <a:path w="1266" h="561" extrusionOk="0">
                    <a:moveTo>
                      <a:pt x="1051" y="1"/>
                    </a:moveTo>
                    <a:cubicBezTo>
                      <a:pt x="470" y="1"/>
                      <a:pt x="21" y="367"/>
                      <a:pt x="1" y="384"/>
                    </a:cubicBezTo>
                    <a:lnTo>
                      <a:pt x="149" y="561"/>
                    </a:lnTo>
                    <a:cubicBezTo>
                      <a:pt x="152" y="558"/>
                      <a:pt x="552" y="231"/>
                      <a:pt x="1053" y="231"/>
                    </a:cubicBezTo>
                    <a:cubicBezTo>
                      <a:pt x="1111" y="231"/>
                      <a:pt x="1171" y="235"/>
                      <a:pt x="1231" y="245"/>
                    </a:cubicBezTo>
                    <a:lnTo>
                      <a:pt x="1266" y="18"/>
                    </a:lnTo>
                    <a:cubicBezTo>
                      <a:pt x="1193" y="6"/>
                      <a:pt x="1121" y="1"/>
                      <a:pt x="1051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37"/>
              <p:cNvSpPr/>
              <p:nvPr/>
            </p:nvSpPr>
            <p:spPr>
              <a:xfrm>
                <a:off x="5853725" y="3730800"/>
                <a:ext cx="9875" cy="14850"/>
              </a:xfrm>
              <a:custGeom>
                <a:avLst/>
                <a:gdLst/>
                <a:ahLst/>
                <a:cxnLst/>
                <a:rect l="l" t="t" r="r" b="b"/>
                <a:pathLst>
                  <a:path w="395" h="594" extrusionOk="0">
                    <a:moveTo>
                      <a:pt x="196" y="0"/>
                    </a:moveTo>
                    <a:cubicBezTo>
                      <a:pt x="86" y="0"/>
                      <a:pt x="0" y="133"/>
                      <a:pt x="0" y="297"/>
                    </a:cubicBezTo>
                    <a:cubicBezTo>
                      <a:pt x="0" y="461"/>
                      <a:pt x="86" y="593"/>
                      <a:pt x="196" y="593"/>
                    </a:cubicBezTo>
                    <a:cubicBezTo>
                      <a:pt x="306" y="593"/>
                      <a:pt x="395" y="461"/>
                      <a:pt x="395" y="297"/>
                    </a:cubicBezTo>
                    <a:cubicBezTo>
                      <a:pt x="395" y="133"/>
                      <a:pt x="306" y="0"/>
                      <a:pt x="196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37"/>
              <p:cNvSpPr/>
              <p:nvPr/>
            </p:nvSpPr>
            <p:spPr>
              <a:xfrm>
                <a:off x="5893000" y="3728125"/>
                <a:ext cx="9875" cy="14850"/>
              </a:xfrm>
              <a:custGeom>
                <a:avLst/>
                <a:gdLst/>
                <a:ahLst/>
                <a:cxnLst/>
                <a:rect l="l" t="t" r="r" b="b"/>
                <a:pathLst>
                  <a:path w="395" h="594" extrusionOk="0">
                    <a:moveTo>
                      <a:pt x="199" y="0"/>
                    </a:moveTo>
                    <a:cubicBezTo>
                      <a:pt x="89" y="0"/>
                      <a:pt x="0" y="136"/>
                      <a:pt x="0" y="297"/>
                    </a:cubicBezTo>
                    <a:cubicBezTo>
                      <a:pt x="0" y="458"/>
                      <a:pt x="89" y="593"/>
                      <a:pt x="199" y="593"/>
                    </a:cubicBezTo>
                    <a:cubicBezTo>
                      <a:pt x="310" y="593"/>
                      <a:pt x="395" y="458"/>
                      <a:pt x="395" y="297"/>
                    </a:cubicBezTo>
                    <a:cubicBezTo>
                      <a:pt x="395" y="133"/>
                      <a:pt x="310" y="0"/>
                      <a:pt x="199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37"/>
              <p:cNvSpPr/>
              <p:nvPr/>
            </p:nvSpPr>
            <p:spPr>
              <a:xfrm>
                <a:off x="5894425" y="3771000"/>
                <a:ext cx="18550" cy="4700"/>
              </a:xfrm>
              <a:custGeom>
                <a:avLst/>
                <a:gdLst/>
                <a:ahLst/>
                <a:cxnLst/>
                <a:rect l="l" t="t" r="r" b="b"/>
                <a:pathLst>
                  <a:path w="742" h="188" extrusionOk="0">
                    <a:moveTo>
                      <a:pt x="62" y="1"/>
                    </a:moveTo>
                    <a:cubicBezTo>
                      <a:pt x="33" y="1"/>
                      <a:pt x="9" y="17"/>
                      <a:pt x="3" y="45"/>
                    </a:cubicBezTo>
                    <a:cubicBezTo>
                      <a:pt x="0" y="77"/>
                      <a:pt x="16" y="105"/>
                      <a:pt x="48" y="112"/>
                    </a:cubicBezTo>
                    <a:cubicBezTo>
                      <a:pt x="54" y="112"/>
                      <a:pt x="313" y="168"/>
                      <a:pt x="682" y="187"/>
                    </a:cubicBezTo>
                    <a:cubicBezTo>
                      <a:pt x="710" y="187"/>
                      <a:pt x="732" y="162"/>
                      <a:pt x="738" y="137"/>
                    </a:cubicBezTo>
                    <a:cubicBezTo>
                      <a:pt x="742" y="105"/>
                      <a:pt x="716" y="77"/>
                      <a:pt x="685" y="77"/>
                    </a:cubicBezTo>
                    <a:cubicBezTo>
                      <a:pt x="325" y="58"/>
                      <a:pt x="76" y="1"/>
                      <a:pt x="70" y="1"/>
                    </a:cubicBezTo>
                    <a:cubicBezTo>
                      <a:pt x="67" y="1"/>
                      <a:pt x="64" y="1"/>
                      <a:pt x="62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38"/>
          <p:cNvSpPr txBox="1">
            <a:spLocks noGrp="1"/>
          </p:cNvSpPr>
          <p:nvPr>
            <p:ph type="subTitle" idx="1"/>
          </p:nvPr>
        </p:nvSpPr>
        <p:spPr>
          <a:xfrm>
            <a:off x="4267050" y="1882100"/>
            <a:ext cx="43617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Shelter Helper → selects suitable food items → creates Food Delivery Request → Task Manager receives the request → assigns Driver for delivery → Driver completes task and updates status to Delivered</a:t>
            </a:r>
            <a:endParaRPr sz="1900"/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endParaRPr sz="11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38"/>
          <p:cNvSpPr txBox="1">
            <a:spLocks noGrp="1"/>
          </p:cNvSpPr>
          <p:nvPr>
            <p:ph type="title"/>
          </p:nvPr>
        </p:nvSpPr>
        <p:spPr>
          <a:xfrm>
            <a:off x="3486625" y="824475"/>
            <a:ext cx="5289300" cy="85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Cross-Organization Task Assignment Flow</a:t>
            </a:r>
            <a:endParaRPr/>
          </a:p>
        </p:txBody>
      </p:sp>
      <p:grpSp>
        <p:nvGrpSpPr>
          <p:cNvPr id="1042" name="Google Shape;1042;p38"/>
          <p:cNvGrpSpPr/>
          <p:nvPr/>
        </p:nvGrpSpPr>
        <p:grpSpPr>
          <a:xfrm>
            <a:off x="713225" y="824466"/>
            <a:ext cx="3529800" cy="3491334"/>
            <a:chOff x="4853550" y="824466"/>
            <a:chExt cx="3529800" cy="3491334"/>
          </a:xfrm>
        </p:grpSpPr>
        <p:grpSp>
          <p:nvGrpSpPr>
            <p:cNvPr id="1043" name="Google Shape;1043;p38"/>
            <p:cNvGrpSpPr/>
            <p:nvPr/>
          </p:nvGrpSpPr>
          <p:grpSpPr>
            <a:xfrm>
              <a:off x="5159225" y="2194200"/>
              <a:ext cx="2877025" cy="1809000"/>
              <a:chOff x="5293300" y="2202650"/>
              <a:chExt cx="2877025" cy="1809000"/>
            </a:xfrm>
          </p:grpSpPr>
          <p:sp>
            <p:nvSpPr>
              <p:cNvPr id="1044" name="Google Shape;1044;p38"/>
              <p:cNvSpPr/>
              <p:nvPr/>
            </p:nvSpPr>
            <p:spPr>
              <a:xfrm>
                <a:off x="5293300" y="2586850"/>
                <a:ext cx="441900" cy="14247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38"/>
              <p:cNvSpPr/>
              <p:nvPr/>
            </p:nvSpPr>
            <p:spPr>
              <a:xfrm>
                <a:off x="5735200" y="2773450"/>
                <a:ext cx="322500" cy="12381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38"/>
              <p:cNvSpPr/>
              <p:nvPr/>
            </p:nvSpPr>
            <p:spPr>
              <a:xfrm>
                <a:off x="6057700" y="2237675"/>
                <a:ext cx="611100" cy="17739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38"/>
              <p:cNvSpPr/>
              <p:nvPr/>
            </p:nvSpPr>
            <p:spPr>
              <a:xfrm>
                <a:off x="7286525" y="2503825"/>
                <a:ext cx="441900" cy="15078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38"/>
              <p:cNvSpPr/>
              <p:nvPr/>
            </p:nvSpPr>
            <p:spPr>
              <a:xfrm>
                <a:off x="7728425" y="2202650"/>
                <a:ext cx="441900" cy="18090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49" name="Google Shape;1049;p38"/>
            <p:cNvGrpSpPr/>
            <p:nvPr/>
          </p:nvGrpSpPr>
          <p:grpSpPr>
            <a:xfrm>
              <a:off x="5834123" y="1195339"/>
              <a:ext cx="1674781" cy="2487105"/>
              <a:chOff x="2636850" y="669600"/>
              <a:chExt cx="226625" cy="336550"/>
            </a:xfrm>
          </p:grpSpPr>
          <p:sp>
            <p:nvSpPr>
              <p:cNvPr id="1050" name="Google Shape;1050;p38"/>
              <p:cNvSpPr/>
              <p:nvPr/>
            </p:nvSpPr>
            <p:spPr>
              <a:xfrm>
                <a:off x="2636850" y="669600"/>
                <a:ext cx="226450" cy="176900"/>
              </a:xfrm>
              <a:custGeom>
                <a:avLst/>
                <a:gdLst/>
                <a:ahLst/>
                <a:cxnLst/>
                <a:rect l="l" t="t" r="r" b="b"/>
                <a:pathLst>
                  <a:path w="9058" h="7076" extrusionOk="0">
                    <a:moveTo>
                      <a:pt x="3341" y="1"/>
                    </a:moveTo>
                    <a:cubicBezTo>
                      <a:pt x="2572" y="1"/>
                      <a:pt x="1944" y="616"/>
                      <a:pt x="1881" y="1401"/>
                    </a:cubicBezTo>
                    <a:cubicBezTo>
                      <a:pt x="1834" y="1398"/>
                      <a:pt x="1786" y="1395"/>
                      <a:pt x="1739" y="1395"/>
                    </a:cubicBezTo>
                    <a:cubicBezTo>
                      <a:pt x="777" y="1395"/>
                      <a:pt x="1" y="2206"/>
                      <a:pt x="1" y="3209"/>
                    </a:cubicBezTo>
                    <a:cubicBezTo>
                      <a:pt x="1" y="3881"/>
                      <a:pt x="351" y="4464"/>
                      <a:pt x="871" y="4780"/>
                    </a:cubicBezTo>
                    <a:cubicBezTo>
                      <a:pt x="849" y="4871"/>
                      <a:pt x="837" y="4966"/>
                      <a:pt x="837" y="5064"/>
                    </a:cubicBezTo>
                    <a:cubicBezTo>
                      <a:pt x="837" y="5663"/>
                      <a:pt x="1300" y="6149"/>
                      <a:pt x="1878" y="6149"/>
                    </a:cubicBezTo>
                    <a:cubicBezTo>
                      <a:pt x="2108" y="6149"/>
                      <a:pt x="2316" y="6070"/>
                      <a:pt x="2490" y="5941"/>
                    </a:cubicBezTo>
                    <a:cubicBezTo>
                      <a:pt x="2982" y="6646"/>
                      <a:pt x="3808" y="7076"/>
                      <a:pt x="4706" y="7076"/>
                    </a:cubicBezTo>
                    <a:cubicBezTo>
                      <a:pt x="4941" y="7076"/>
                      <a:pt x="5181" y="7047"/>
                      <a:pt x="5420" y="6985"/>
                    </a:cubicBezTo>
                    <a:cubicBezTo>
                      <a:pt x="6506" y="6704"/>
                      <a:pt x="7294" y="5843"/>
                      <a:pt x="7512" y="4837"/>
                    </a:cubicBezTo>
                    <a:cubicBezTo>
                      <a:pt x="8386" y="4745"/>
                      <a:pt x="9058" y="3985"/>
                      <a:pt x="9058" y="3057"/>
                    </a:cubicBezTo>
                    <a:cubicBezTo>
                      <a:pt x="9058" y="2067"/>
                      <a:pt x="8291" y="1269"/>
                      <a:pt x="7345" y="1269"/>
                    </a:cubicBezTo>
                    <a:cubicBezTo>
                      <a:pt x="7272" y="1269"/>
                      <a:pt x="7206" y="1272"/>
                      <a:pt x="7133" y="1278"/>
                    </a:cubicBezTo>
                    <a:lnTo>
                      <a:pt x="7133" y="1275"/>
                    </a:lnTo>
                    <a:cubicBezTo>
                      <a:pt x="7133" y="938"/>
                      <a:pt x="6872" y="660"/>
                      <a:pt x="6544" y="660"/>
                    </a:cubicBezTo>
                    <a:cubicBezTo>
                      <a:pt x="6402" y="660"/>
                      <a:pt x="6272" y="710"/>
                      <a:pt x="6168" y="799"/>
                    </a:cubicBezTo>
                    <a:cubicBezTo>
                      <a:pt x="5963" y="385"/>
                      <a:pt x="5547" y="101"/>
                      <a:pt x="5067" y="101"/>
                    </a:cubicBezTo>
                    <a:cubicBezTo>
                      <a:pt x="4780" y="101"/>
                      <a:pt x="4515" y="202"/>
                      <a:pt x="4304" y="376"/>
                    </a:cubicBezTo>
                    <a:cubicBezTo>
                      <a:pt x="4048" y="143"/>
                      <a:pt x="3711" y="1"/>
                      <a:pt x="3341" y="1"/>
                    </a:cubicBez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38"/>
              <p:cNvSpPr/>
              <p:nvPr/>
            </p:nvSpPr>
            <p:spPr>
              <a:xfrm>
                <a:off x="2657825" y="726475"/>
                <a:ext cx="205650" cy="120175"/>
              </a:xfrm>
              <a:custGeom>
                <a:avLst/>
                <a:gdLst/>
                <a:ahLst/>
                <a:cxnLst/>
                <a:rect l="l" t="t" r="r" b="b"/>
                <a:pathLst>
                  <a:path w="8226" h="4807" extrusionOk="0">
                    <a:moveTo>
                      <a:pt x="7110" y="1"/>
                    </a:moveTo>
                    <a:cubicBezTo>
                      <a:pt x="6433" y="1"/>
                      <a:pt x="5614" y="374"/>
                      <a:pt x="5124" y="1035"/>
                    </a:cubicBezTo>
                    <a:cubicBezTo>
                      <a:pt x="4562" y="1795"/>
                      <a:pt x="3961" y="2087"/>
                      <a:pt x="3336" y="2087"/>
                    </a:cubicBezTo>
                    <a:cubicBezTo>
                      <a:pt x="2978" y="2087"/>
                      <a:pt x="2612" y="1992"/>
                      <a:pt x="2241" y="1833"/>
                    </a:cubicBezTo>
                    <a:cubicBezTo>
                      <a:pt x="1816" y="1649"/>
                      <a:pt x="1472" y="1578"/>
                      <a:pt x="1193" y="1578"/>
                    </a:cubicBezTo>
                    <a:cubicBezTo>
                      <a:pt x="189" y="1578"/>
                      <a:pt x="39" y="2511"/>
                      <a:pt x="39" y="2511"/>
                    </a:cubicBezTo>
                    <a:cubicBezTo>
                      <a:pt x="13" y="2600"/>
                      <a:pt x="1" y="2694"/>
                      <a:pt x="1" y="2795"/>
                    </a:cubicBezTo>
                    <a:cubicBezTo>
                      <a:pt x="1" y="3395"/>
                      <a:pt x="468" y="3877"/>
                      <a:pt x="1042" y="3877"/>
                    </a:cubicBezTo>
                    <a:lnTo>
                      <a:pt x="1086" y="3877"/>
                    </a:lnTo>
                    <a:cubicBezTo>
                      <a:pt x="1107" y="3876"/>
                      <a:pt x="1127" y="3876"/>
                      <a:pt x="1147" y="3876"/>
                    </a:cubicBezTo>
                    <a:cubicBezTo>
                      <a:pt x="1532" y="3876"/>
                      <a:pt x="1901" y="4016"/>
                      <a:pt x="2209" y="4253"/>
                    </a:cubicBezTo>
                    <a:cubicBezTo>
                      <a:pt x="2671" y="4605"/>
                      <a:pt x="3251" y="4807"/>
                      <a:pt x="3863" y="4807"/>
                    </a:cubicBezTo>
                    <a:cubicBezTo>
                      <a:pt x="4100" y="4807"/>
                      <a:pt x="4342" y="4777"/>
                      <a:pt x="4585" y="4713"/>
                    </a:cubicBezTo>
                    <a:cubicBezTo>
                      <a:pt x="5402" y="4505"/>
                      <a:pt x="6048" y="3969"/>
                      <a:pt x="6414" y="3287"/>
                    </a:cubicBezTo>
                    <a:cubicBezTo>
                      <a:pt x="6632" y="2880"/>
                      <a:pt x="6970" y="2568"/>
                      <a:pt x="7358" y="2338"/>
                    </a:cubicBezTo>
                    <a:cubicBezTo>
                      <a:pt x="7872" y="2029"/>
                      <a:pt x="8225" y="1448"/>
                      <a:pt x="8225" y="782"/>
                    </a:cubicBezTo>
                    <a:cubicBezTo>
                      <a:pt x="8114" y="246"/>
                      <a:pt x="7658" y="1"/>
                      <a:pt x="7110" y="1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38"/>
              <p:cNvSpPr/>
              <p:nvPr/>
            </p:nvSpPr>
            <p:spPr>
              <a:xfrm>
                <a:off x="2695300" y="726700"/>
                <a:ext cx="138675" cy="279450"/>
              </a:xfrm>
              <a:custGeom>
                <a:avLst/>
                <a:gdLst/>
                <a:ahLst/>
                <a:cxnLst/>
                <a:rect l="l" t="t" r="r" b="b"/>
                <a:pathLst>
                  <a:path w="5547" h="11178" extrusionOk="0">
                    <a:moveTo>
                      <a:pt x="5442" y="1"/>
                    </a:moveTo>
                    <a:lnTo>
                      <a:pt x="5316" y="13"/>
                    </a:lnTo>
                    <a:cubicBezTo>
                      <a:pt x="5363" y="1038"/>
                      <a:pt x="4322" y="2938"/>
                      <a:pt x="3243" y="3720"/>
                    </a:cubicBezTo>
                    <a:cubicBezTo>
                      <a:pt x="3227" y="3733"/>
                      <a:pt x="3209" y="3738"/>
                      <a:pt x="3192" y="3738"/>
                    </a:cubicBezTo>
                    <a:cubicBezTo>
                      <a:pt x="3130" y="3738"/>
                      <a:pt x="3077" y="3661"/>
                      <a:pt x="3114" y="3594"/>
                    </a:cubicBezTo>
                    <a:cubicBezTo>
                      <a:pt x="3556" y="2802"/>
                      <a:pt x="3754" y="1673"/>
                      <a:pt x="3795" y="824"/>
                    </a:cubicBezTo>
                    <a:lnTo>
                      <a:pt x="3795" y="824"/>
                    </a:lnTo>
                    <a:cubicBezTo>
                      <a:pt x="3707" y="1618"/>
                      <a:pt x="3000" y="3534"/>
                      <a:pt x="2795" y="3534"/>
                    </a:cubicBezTo>
                    <a:cubicBezTo>
                      <a:pt x="2781" y="3534"/>
                      <a:pt x="2770" y="3525"/>
                      <a:pt x="2761" y="3505"/>
                    </a:cubicBezTo>
                    <a:lnTo>
                      <a:pt x="2761" y="1833"/>
                    </a:lnTo>
                    <a:cubicBezTo>
                      <a:pt x="2530" y="1969"/>
                      <a:pt x="2287" y="2039"/>
                      <a:pt x="2045" y="2067"/>
                    </a:cubicBezTo>
                    <a:lnTo>
                      <a:pt x="2045" y="3181"/>
                    </a:lnTo>
                    <a:cubicBezTo>
                      <a:pt x="2039" y="3268"/>
                      <a:pt x="1978" y="3303"/>
                      <a:pt x="1877" y="3303"/>
                    </a:cubicBezTo>
                    <a:cubicBezTo>
                      <a:pt x="1478" y="3303"/>
                      <a:pt x="470" y="2743"/>
                      <a:pt x="16" y="2669"/>
                    </a:cubicBezTo>
                    <a:lnTo>
                      <a:pt x="0" y="2770"/>
                    </a:lnTo>
                    <a:cubicBezTo>
                      <a:pt x="537" y="2912"/>
                      <a:pt x="1133" y="3222"/>
                      <a:pt x="1603" y="3629"/>
                    </a:cubicBezTo>
                    <a:cubicBezTo>
                      <a:pt x="1880" y="3875"/>
                      <a:pt x="2048" y="4237"/>
                      <a:pt x="2048" y="4619"/>
                    </a:cubicBezTo>
                    <a:lnTo>
                      <a:pt x="2048" y="11178"/>
                    </a:lnTo>
                    <a:lnTo>
                      <a:pt x="2764" y="11178"/>
                    </a:lnTo>
                    <a:lnTo>
                      <a:pt x="2764" y="5351"/>
                    </a:lnTo>
                    <a:cubicBezTo>
                      <a:pt x="2764" y="4894"/>
                      <a:pt x="2978" y="4474"/>
                      <a:pt x="3332" y="4203"/>
                    </a:cubicBezTo>
                    <a:cubicBezTo>
                      <a:pt x="4486" y="3329"/>
                      <a:pt x="5546" y="1139"/>
                      <a:pt x="5442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53" name="Google Shape;1053;p38"/>
            <p:cNvGrpSpPr/>
            <p:nvPr/>
          </p:nvGrpSpPr>
          <p:grpSpPr>
            <a:xfrm>
              <a:off x="6278339" y="3569591"/>
              <a:ext cx="657382" cy="509857"/>
              <a:chOff x="4683550" y="1106675"/>
              <a:chExt cx="195475" cy="195700"/>
            </a:xfrm>
          </p:grpSpPr>
          <p:sp>
            <p:nvSpPr>
              <p:cNvPr id="1054" name="Google Shape;1054;p38"/>
              <p:cNvSpPr/>
              <p:nvPr/>
            </p:nvSpPr>
            <p:spPr>
              <a:xfrm>
                <a:off x="4683550" y="1106675"/>
                <a:ext cx="195475" cy="195700"/>
              </a:xfrm>
              <a:custGeom>
                <a:avLst/>
                <a:gdLst/>
                <a:ahLst/>
                <a:cxnLst/>
                <a:rect l="l" t="t" r="r" b="b"/>
                <a:pathLst>
                  <a:path w="7819" h="7828" extrusionOk="0">
                    <a:moveTo>
                      <a:pt x="5916" y="1"/>
                    </a:moveTo>
                    <a:cubicBezTo>
                      <a:pt x="5679" y="1"/>
                      <a:pt x="5479" y="217"/>
                      <a:pt x="5342" y="421"/>
                    </a:cubicBezTo>
                    <a:cubicBezTo>
                      <a:pt x="4774" y="1269"/>
                      <a:pt x="4427" y="2250"/>
                      <a:pt x="4212" y="3250"/>
                    </a:cubicBezTo>
                    <a:cubicBezTo>
                      <a:pt x="4001" y="4247"/>
                      <a:pt x="3909" y="5285"/>
                      <a:pt x="3827" y="6301"/>
                    </a:cubicBezTo>
                    <a:cubicBezTo>
                      <a:pt x="3862" y="5541"/>
                      <a:pt x="3670" y="4774"/>
                      <a:pt x="3279" y="4121"/>
                    </a:cubicBezTo>
                    <a:cubicBezTo>
                      <a:pt x="3190" y="3976"/>
                      <a:pt x="3092" y="3828"/>
                      <a:pt x="2954" y="3727"/>
                    </a:cubicBezTo>
                    <a:cubicBezTo>
                      <a:pt x="2847" y="3645"/>
                      <a:pt x="2712" y="3592"/>
                      <a:pt x="2580" y="3592"/>
                    </a:cubicBezTo>
                    <a:cubicBezTo>
                      <a:pt x="2544" y="3592"/>
                      <a:pt x="2509" y="3596"/>
                      <a:pt x="2474" y="3604"/>
                    </a:cubicBezTo>
                    <a:cubicBezTo>
                      <a:pt x="2304" y="3648"/>
                      <a:pt x="2171" y="3790"/>
                      <a:pt x="2096" y="3951"/>
                    </a:cubicBezTo>
                    <a:cubicBezTo>
                      <a:pt x="2020" y="4112"/>
                      <a:pt x="2001" y="4295"/>
                      <a:pt x="1988" y="4471"/>
                    </a:cubicBezTo>
                    <a:cubicBezTo>
                      <a:pt x="1935" y="5323"/>
                      <a:pt x="2067" y="6244"/>
                      <a:pt x="2354" y="7052"/>
                    </a:cubicBezTo>
                    <a:cubicBezTo>
                      <a:pt x="1988" y="6541"/>
                      <a:pt x="1493" y="6131"/>
                      <a:pt x="928" y="5869"/>
                    </a:cubicBezTo>
                    <a:cubicBezTo>
                      <a:pt x="793" y="5806"/>
                      <a:pt x="651" y="5746"/>
                      <a:pt x="502" y="5746"/>
                    </a:cubicBezTo>
                    <a:cubicBezTo>
                      <a:pt x="351" y="5746"/>
                      <a:pt x="193" y="5809"/>
                      <a:pt x="121" y="5935"/>
                    </a:cubicBezTo>
                    <a:cubicBezTo>
                      <a:pt x="1" y="6131"/>
                      <a:pt x="111" y="6383"/>
                      <a:pt x="231" y="6579"/>
                    </a:cubicBezTo>
                    <a:cubicBezTo>
                      <a:pt x="506" y="7030"/>
                      <a:pt x="875" y="7456"/>
                      <a:pt x="1253" y="7828"/>
                    </a:cubicBezTo>
                    <a:cubicBezTo>
                      <a:pt x="2919" y="7825"/>
                      <a:pt x="4585" y="7815"/>
                      <a:pt x="6253" y="7809"/>
                    </a:cubicBezTo>
                    <a:cubicBezTo>
                      <a:pt x="6973" y="7134"/>
                      <a:pt x="7459" y="6083"/>
                      <a:pt x="7717" y="5134"/>
                    </a:cubicBezTo>
                    <a:cubicBezTo>
                      <a:pt x="7787" y="4885"/>
                      <a:pt x="7818" y="4585"/>
                      <a:pt x="7635" y="4408"/>
                    </a:cubicBezTo>
                    <a:cubicBezTo>
                      <a:pt x="7547" y="4323"/>
                      <a:pt x="7435" y="4290"/>
                      <a:pt x="7315" y="4290"/>
                    </a:cubicBezTo>
                    <a:cubicBezTo>
                      <a:pt x="7150" y="4290"/>
                      <a:pt x="6970" y="4352"/>
                      <a:pt x="6818" y="4427"/>
                    </a:cubicBezTo>
                    <a:cubicBezTo>
                      <a:pt x="6152" y="4768"/>
                      <a:pt x="5597" y="5244"/>
                      <a:pt x="5219" y="5891"/>
                    </a:cubicBezTo>
                    <a:cubicBezTo>
                      <a:pt x="5856" y="4295"/>
                      <a:pt x="6247" y="2597"/>
                      <a:pt x="6370" y="884"/>
                    </a:cubicBezTo>
                    <a:cubicBezTo>
                      <a:pt x="6383" y="705"/>
                      <a:pt x="6389" y="528"/>
                      <a:pt x="6339" y="364"/>
                    </a:cubicBezTo>
                    <a:cubicBezTo>
                      <a:pt x="6288" y="197"/>
                      <a:pt x="6156" y="42"/>
                      <a:pt x="5988" y="7"/>
                    </a:cubicBezTo>
                    <a:cubicBezTo>
                      <a:pt x="5964" y="3"/>
                      <a:pt x="5940" y="1"/>
                      <a:pt x="5916" y="1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38"/>
              <p:cNvSpPr/>
              <p:nvPr/>
            </p:nvSpPr>
            <p:spPr>
              <a:xfrm>
                <a:off x="4792625" y="1137300"/>
                <a:ext cx="33325" cy="143725"/>
              </a:xfrm>
              <a:custGeom>
                <a:avLst/>
                <a:gdLst/>
                <a:ahLst/>
                <a:cxnLst/>
                <a:rect l="l" t="t" r="r" b="b"/>
                <a:pathLst>
                  <a:path w="1333" h="5749" extrusionOk="0">
                    <a:moveTo>
                      <a:pt x="1263" y="0"/>
                    </a:moveTo>
                    <a:cubicBezTo>
                      <a:pt x="1250" y="29"/>
                      <a:pt x="300" y="2710"/>
                      <a:pt x="1" y="5739"/>
                    </a:cubicBezTo>
                    <a:lnTo>
                      <a:pt x="76" y="5748"/>
                    </a:lnTo>
                    <a:cubicBezTo>
                      <a:pt x="376" y="2726"/>
                      <a:pt x="1323" y="57"/>
                      <a:pt x="1332" y="29"/>
                    </a:cubicBezTo>
                    <a:lnTo>
                      <a:pt x="1263" y="0"/>
                    </a:ln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38"/>
              <p:cNvSpPr/>
              <p:nvPr/>
            </p:nvSpPr>
            <p:spPr>
              <a:xfrm>
                <a:off x="4824100" y="1226325"/>
                <a:ext cx="40400" cy="60050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2402" extrusionOk="0">
                    <a:moveTo>
                      <a:pt x="1568" y="1"/>
                    </a:moveTo>
                    <a:cubicBezTo>
                      <a:pt x="1556" y="10"/>
                      <a:pt x="452" y="897"/>
                      <a:pt x="0" y="2379"/>
                    </a:cubicBezTo>
                    <a:lnTo>
                      <a:pt x="73" y="2402"/>
                    </a:lnTo>
                    <a:cubicBezTo>
                      <a:pt x="521" y="944"/>
                      <a:pt x="1603" y="73"/>
                      <a:pt x="1616" y="61"/>
                    </a:cubicBezTo>
                    <a:lnTo>
                      <a:pt x="1568" y="1"/>
                    </a:ln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38"/>
              <p:cNvSpPr/>
              <p:nvPr/>
            </p:nvSpPr>
            <p:spPr>
              <a:xfrm>
                <a:off x="4747275" y="1217900"/>
                <a:ext cx="14150" cy="65250"/>
              </a:xfrm>
              <a:custGeom>
                <a:avLst/>
                <a:gdLst/>
                <a:ahLst/>
                <a:cxnLst/>
                <a:rect l="l" t="t" r="r" b="b"/>
                <a:pathLst>
                  <a:path w="566" h="2610" extrusionOk="0">
                    <a:moveTo>
                      <a:pt x="70" y="0"/>
                    </a:moveTo>
                    <a:lnTo>
                      <a:pt x="1" y="22"/>
                    </a:lnTo>
                    <a:cubicBezTo>
                      <a:pt x="4" y="38"/>
                      <a:pt x="490" y="1455"/>
                      <a:pt x="461" y="2609"/>
                    </a:cubicBezTo>
                    <a:lnTo>
                      <a:pt x="537" y="2609"/>
                    </a:lnTo>
                    <a:cubicBezTo>
                      <a:pt x="565" y="1439"/>
                      <a:pt x="76" y="10"/>
                      <a:pt x="70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38"/>
              <p:cNvSpPr/>
              <p:nvPr/>
            </p:nvSpPr>
            <p:spPr>
              <a:xfrm>
                <a:off x="4699575" y="1264025"/>
                <a:ext cx="30850" cy="31350"/>
              </a:xfrm>
              <a:custGeom>
                <a:avLst/>
                <a:gdLst/>
                <a:ahLst/>
                <a:cxnLst/>
                <a:rect l="l" t="t" r="r" b="b"/>
                <a:pathLst>
                  <a:path w="1234" h="1254" extrusionOk="0">
                    <a:moveTo>
                      <a:pt x="35" y="1"/>
                    </a:moveTo>
                    <a:lnTo>
                      <a:pt x="0" y="67"/>
                    </a:lnTo>
                    <a:cubicBezTo>
                      <a:pt x="3" y="70"/>
                      <a:pt x="647" y="433"/>
                      <a:pt x="1171" y="1253"/>
                    </a:cubicBezTo>
                    <a:lnTo>
                      <a:pt x="1234" y="1209"/>
                    </a:lnTo>
                    <a:cubicBezTo>
                      <a:pt x="701" y="373"/>
                      <a:pt x="44" y="4"/>
                      <a:pt x="35" y="1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59" name="Google Shape;1059;p38"/>
            <p:cNvSpPr/>
            <p:nvPr/>
          </p:nvSpPr>
          <p:spPr>
            <a:xfrm>
              <a:off x="6218374" y="3783653"/>
              <a:ext cx="509258" cy="295746"/>
            </a:xfrm>
            <a:custGeom>
              <a:avLst/>
              <a:gdLst/>
              <a:ahLst/>
              <a:cxnLst/>
              <a:rect l="l" t="t" r="r" b="b"/>
              <a:pathLst>
                <a:path w="8740" h="5075" extrusionOk="0">
                  <a:moveTo>
                    <a:pt x="3537" y="0"/>
                  </a:moveTo>
                  <a:cubicBezTo>
                    <a:pt x="3524" y="0"/>
                    <a:pt x="3512" y="2"/>
                    <a:pt x="3499" y="5"/>
                  </a:cubicBezTo>
                  <a:cubicBezTo>
                    <a:pt x="3253" y="75"/>
                    <a:pt x="3216" y="860"/>
                    <a:pt x="3389" y="2352"/>
                  </a:cubicBezTo>
                  <a:cubicBezTo>
                    <a:pt x="3226" y="2109"/>
                    <a:pt x="2535" y="1093"/>
                    <a:pt x="2140" y="1093"/>
                  </a:cubicBezTo>
                  <a:cubicBezTo>
                    <a:pt x="2114" y="1093"/>
                    <a:pt x="2090" y="1097"/>
                    <a:pt x="2067" y="1106"/>
                  </a:cubicBezTo>
                  <a:cubicBezTo>
                    <a:pt x="1597" y="1289"/>
                    <a:pt x="2039" y="3356"/>
                    <a:pt x="2067" y="3491"/>
                  </a:cubicBezTo>
                  <a:cubicBezTo>
                    <a:pt x="1687" y="3290"/>
                    <a:pt x="1317" y="3208"/>
                    <a:pt x="1004" y="3208"/>
                  </a:cubicBezTo>
                  <a:cubicBezTo>
                    <a:pt x="578" y="3208"/>
                    <a:pt x="257" y="3360"/>
                    <a:pt x="159" y="3567"/>
                  </a:cubicBezTo>
                  <a:cubicBezTo>
                    <a:pt x="1" y="3892"/>
                    <a:pt x="320" y="4630"/>
                    <a:pt x="1039" y="5069"/>
                  </a:cubicBezTo>
                  <a:cubicBezTo>
                    <a:pt x="1489" y="5073"/>
                    <a:pt x="1938" y="5075"/>
                    <a:pt x="2388" y="5075"/>
                  </a:cubicBezTo>
                  <a:cubicBezTo>
                    <a:pt x="3896" y="5075"/>
                    <a:pt x="5404" y="5056"/>
                    <a:pt x="6915" y="5056"/>
                  </a:cubicBezTo>
                  <a:cubicBezTo>
                    <a:pt x="7256" y="5056"/>
                    <a:pt x="7597" y="5057"/>
                    <a:pt x="7938" y="5059"/>
                  </a:cubicBezTo>
                  <a:cubicBezTo>
                    <a:pt x="8531" y="3759"/>
                    <a:pt x="8739" y="3050"/>
                    <a:pt x="8563" y="2936"/>
                  </a:cubicBezTo>
                  <a:cubicBezTo>
                    <a:pt x="8546" y="2925"/>
                    <a:pt x="8525" y="2919"/>
                    <a:pt x="8501" y="2919"/>
                  </a:cubicBezTo>
                  <a:cubicBezTo>
                    <a:pt x="8328" y="2919"/>
                    <a:pt x="7970" y="3208"/>
                    <a:pt x="7427" y="3778"/>
                  </a:cubicBezTo>
                  <a:cubicBezTo>
                    <a:pt x="7320" y="3176"/>
                    <a:pt x="6951" y="1176"/>
                    <a:pt x="6472" y="1176"/>
                  </a:cubicBezTo>
                  <a:cubicBezTo>
                    <a:pt x="6472" y="1176"/>
                    <a:pt x="6472" y="1176"/>
                    <a:pt x="6471" y="1176"/>
                  </a:cubicBezTo>
                  <a:cubicBezTo>
                    <a:pt x="6090" y="1179"/>
                    <a:pt x="5802" y="2472"/>
                    <a:pt x="5664" y="3195"/>
                  </a:cubicBezTo>
                  <a:cubicBezTo>
                    <a:pt x="5389" y="1217"/>
                    <a:pt x="5105" y="226"/>
                    <a:pt x="4821" y="226"/>
                  </a:cubicBezTo>
                  <a:cubicBezTo>
                    <a:pt x="4673" y="226"/>
                    <a:pt x="4525" y="482"/>
                    <a:pt x="4380" y="996"/>
                  </a:cubicBezTo>
                  <a:cubicBezTo>
                    <a:pt x="4000" y="328"/>
                    <a:pt x="3719" y="0"/>
                    <a:pt x="3537" y="0"/>
                  </a:cubicBezTo>
                  <a:close/>
                </a:path>
              </a:pathLst>
            </a:custGeom>
            <a:solidFill>
              <a:srgbClr val="1A75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60" name="Google Shape;1060;p38"/>
            <p:cNvGrpSpPr/>
            <p:nvPr/>
          </p:nvGrpSpPr>
          <p:grpSpPr>
            <a:xfrm>
              <a:off x="7554330" y="3610968"/>
              <a:ext cx="643570" cy="490197"/>
              <a:chOff x="4865900" y="375900"/>
              <a:chExt cx="491050" cy="374025"/>
            </a:xfrm>
          </p:grpSpPr>
          <p:sp>
            <p:nvSpPr>
              <p:cNvPr id="1061" name="Google Shape;1061;p38"/>
              <p:cNvSpPr/>
              <p:nvPr/>
            </p:nvSpPr>
            <p:spPr>
              <a:xfrm>
                <a:off x="4865900" y="375900"/>
                <a:ext cx="491050" cy="374025"/>
              </a:xfrm>
              <a:custGeom>
                <a:avLst/>
                <a:gdLst/>
                <a:ahLst/>
                <a:cxnLst/>
                <a:rect l="l" t="t" r="r" b="b"/>
                <a:pathLst>
                  <a:path w="19642" h="14961" extrusionOk="0">
                    <a:moveTo>
                      <a:pt x="8714" y="0"/>
                    </a:moveTo>
                    <a:cubicBezTo>
                      <a:pt x="7468" y="0"/>
                      <a:pt x="6367" y="1489"/>
                      <a:pt x="5714" y="3748"/>
                    </a:cubicBezTo>
                    <a:lnTo>
                      <a:pt x="6818" y="4007"/>
                    </a:lnTo>
                    <a:lnTo>
                      <a:pt x="5606" y="4139"/>
                    </a:lnTo>
                    <a:cubicBezTo>
                      <a:pt x="5357" y="5117"/>
                      <a:pt x="5190" y="6221"/>
                      <a:pt x="5121" y="7398"/>
                    </a:cubicBezTo>
                    <a:cubicBezTo>
                      <a:pt x="4748" y="6698"/>
                      <a:pt x="4332" y="6105"/>
                      <a:pt x="3906" y="5660"/>
                    </a:cubicBezTo>
                    <a:lnTo>
                      <a:pt x="3259" y="5975"/>
                    </a:lnTo>
                    <a:lnTo>
                      <a:pt x="3748" y="5502"/>
                    </a:lnTo>
                    <a:cubicBezTo>
                      <a:pt x="3229" y="5007"/>
                      <a:pt x="2691" y="4730"/>
                      <a:pt x="2178" y="4730"/>
                    </a:cubicBezTo>
                    <a:cubicBezTo>
                      <a:pt x="2080" y="4730"/>
                      <a:pt x="1983" y="4740"/>
                      <a:pt x="1887" y="4761"/>
                    </a:cubicBezTo>
                    <a:cubicBezTo>
                      <a:pt x="937" y="4969"/>
                      <a:pt x="316" y="6165"/>
                      <a:pt x="101" y="7878"/>
                    </a:cubicBezTo>
                    <a:lnTo>
                      <a:pt x="1672" y="8294"/>
                    </a:lnTo>
                    <a:lnTo>
                      <a:pt x="32" y="8875"/>
                    </a:lnTo>
                    <a:cubicBezTo>
                      <a:pt x="0" y="9976"/>
                      <a:pt x="114" y="11222"/>
                      <a:pt x="395" y="12515"/>
                    </a:cubicBezTo>
                    <a:cubicBezTo>
                      <a:pt x="584" y="13392"/>
                      <a:pt x="925" y="14219"/>
                      <a:pt x="1360" y="14960"/>
                    </a:cubicBezTo>
                    <a:lnTo>
                      <a:pt x="19361" y="14960"/>
                    </a:lnTo>
                    <a:cubicBezTo>
                      <a:pt x="19402" y="14865"/>
                      <a:pt x="19434" y="14774"/>
                      <a:pt x="19449" y="14682"/>
                    </a:cubicBezTo>
                    <a:lnTo>
                      <a:pt x="18667" y="14171"/>
                    </a:lnTo>
                    <a:lnTo>
                      <a:pt x="18667" y="14171"/>
                    </a:lnTo>
                    <a:lnTo>
                      <a:pt x="19531" y="14253"/>
                    </a:lnTo>
                    <a:cubicBezTo>
                      <a:pt x="19610" y="13569"/>
                      <a:pt x="19642" y="12894"/>
                      <a:pt x="19550" y="12266"/>
                    </a:cubicBezTo>
                    <a:lnTo>
                      <a:pt x="18667" y="12266"/>
                    </a:lnTo>
                    <a:lnTo>
                      <a:pt x="19506" y="12010"/>
                    </a:lnTo>
                    <a:cubicBezTo>
                      <a:pt x="19311" y="11023"/>
                      <a:pt x="19077" y="10225"/>
                      <a:pt x="18509" y="10099"/>
                    </a:cubicBezTo>
                    <a:cubicBezTo>
                      <a:pt x="18431" y="10081"/>
                      <a:pt x="18352" y="10073"/>
                      <a:pt x="18272" y="10073"/>
                    </a:cubicBezTo>
                    <a:cubicBezTo>
                      <a:pt x="17704" y="10073"/>
                      <a:pt x="17088" y="10505"/>
                      <a:pt x="16515" y="11244"/>
                    </a:cubicBezTo>
                    <a:cubicBezTo>
                      <a:pt x="16774" y="10225"/>
                      <a:pt x="16913" y="9253"/>
                      <a:pt x="16929" y="8395"/>
                    </a:cubicBezTo>
                    <a:lnTo>
                      <a:pt x="15733" y="8054"/>
                    </a:lnTo>
                    <a:lnTo>
                      <a:pt x="16916" y="7789"/>
                    </a:lnTo>
                    <a:cubicBezTo>
                      <a:pt x="16847" y="6370"/>
                      <a:pt x="16399" y="5344"/>
                      <a:pt x="15601" y="5045"/>
                    </a:cubicBezTo>
                    <a:cubicBezTo>
                      <a:pt x="15444" y="4988"/>
                      <a:pt x="15280" y="4960"/>
                      <a:pt x="15111" y="4960"/>
                    </a:cubicBezTo>
                    <a:cubicBezTo>
                      <a:pt x="14742" y="4960"/>
                      <a:pt x="14346" y="5090"/>
                      <a:pt x="13938" y="5332"/>
                    </a:cubicBezTo>
                    <a:lnTo>
                      <a:pt x="14345" y="5975"/>
                    </a:lnTo>
                    <a:lnTo>
                      <a:pt x="13638" y="5531"/>
                    </a:lnTo>
                    <a:cubicBezTo>
                      <a:pt x="13187" y="5859"/>
                      <a:pt x="12723" y="6316"/>
                      <a:pt x="12276" y="6878"/>
                    </a:cubicBezTo>
                    <a:cubicBezTo>
                      <a:pt x="12219" y="6240"/>
                      <a:pt x="12137" y="5625"/>
                      <a:pt x="12026" y="5045"/>
                    </a:cubicBezTo>
                    <a:lnTo>
                      <a:pt x="9913" y="5045"/>
                    </a:lnTo>
                    <a:lnTo>
                      <a:pt x="11809" y="4086"/>
                    </a:lnTo>
                    <a:cubicBezTo>
                      <a:pt x="11566" y="3139"/>
                      <a:pt x="11241" y="2316"/>
                      <a:pt x="10862" y="1657"/>
                    </a:cubicBezTo>
                    <a:lnTo>
                      <a:pt x="9439" y="1657"/>
                    </a:lnTo>
                    <a:lnTo>
                      <a:pt x="10540" y="1158"/>
                    </a:lnTo>
                    <a:cubicBezTo>
                      <a:pt x="10004" y="423"/>
                      <a:pt x="9379" y="0"/>
                      <a:pt x="8714" y="0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38"/>
              <p:cNvSpPr/>
              <p:nvPr/>
            </p:nvSpPr>
            <p:spPr>
              <a:xfrm>
                <a:off x="5071275" y="545700"/>
                <a:ext cx="23525" cy="204225"/>
              </a:xfrm>
              <a:custGeom>
                <a:avLst/>
                <a:gdLst/>
                <a:ahLst/>
                <a:cxnLst/>
                <a:rect l="l" t="t" r="r" b="b"/>
                <a:pathLst>
                  <a:path w="941" h="8169" extrusionOk="0">
                    <a:moveTo>
                      <a:pt x="186" y="0"/>
                    </a:moveTo>
                    <a:cubicBezTo>
                      <a:pt x="182" y="0"/>
                      <a:pt x="178" y="0"/>
                      <a:pt x="174" y="0"/>
                    </a:cubicBezTo>
                    <a:cubicBezTo>
                      <a:pt x="76" y="10"/>
                      <a:pt x="0" y="95"/>
                      <a:pt x="10" y="193"/>
                    </a:cubicBezTo>
                    <a:lnTo>
                      <a:pt x="581" y="8168"/>
                    </a:lnTo>
                    <a:lnTo>
                      <a:pt x="940" y="8168"/>
                    </a:lnTo>
                    <a:lnTo>
                      <a:pt x="369" y="168"/>
                    </a:lnTo>
                    <a:cubicBezTo>
                      <a:pt x="366" y="71"/>
                      <a:pt x="285" y="0"/>
                      <a:pt x="186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38"/>
              <p:cNvSpPr/>
              <p:nvPr/>
            </p:nvSpPr>
            <p:spPr>
              <a:xfrm>
                <a:off x="5146050" y="659200"/>
                <a:ext cx="35650" cy="90725"/>
              </a:xfrm>
              <a:custGeom>
                <a:avLst/>
                <a:gdLst/>
                <a:ahLst/>
                <a:cxnLst/>
                <a:rect l="l" t="t" r="r" b="b"/>
                <a:pathLst>
                  <a:path w="1426" h="3629" extrusionOk="0">
                    <a:moveTo>
                      <a:pt x="1230" y="0"/>
                    </a:moveTo>
                    <a:cubicBezTo>
                      <a:pt x="1151" y="0"/>
                      <a:pt x="1075" y="51"/>
                      <a:pt x="1054" y="129"/>
                    </a:cubicBezTo>
                    <a:lnTo>
                      <a:pt x="0" y="3628"/>
                    </a:lnTo>
                    <a:lnTo>
                      <a:pt x="375" y="3628"/>
                    </a:lnTo>
                    <a:lnTo>
                      <a:pt x="1401" y="234"/>
                    </a:lnTo>
                    <a:cubicBezTo>
                      <a:pt x="1426" y="139"/>
                      <a:pt x="1372" y="35"/>
                      <a:pt x="1278" y="6"/>
                    </a:cubicBezTo>
                    <a:cubicBezTo>
                      <a:pt x="1262" y="2"/>
                      <a:pt x="1246" y="0"/>
                      <a:pt x="1230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38"/>
              <p:cNvSpPr/>
              <p:nvPr/>
            </p:nvSpPr>
            <p:spPr>
              <a:xfrm>
                <a:off x="4949275" y="639300"/>
                <a:ext cx="100650" cy="110625"/>
              </a:xfrm>
              <a:custGeom>
                <a:avLst/>
                <a:gdLst/>
                <a:ahLst/>
                <a:cxnLst/>
                <a:rect l="l" t="t" r="r" b="b"/>
                <a:pathLst>
                  <a:path w="4026" h="4425" extrusionOk="0">
                    <a:moveTo>
                      <a:pt x="198" y="0"/>
                    </a:moveTo>
                    <a:cubicBezTo>
                      <a:pt x="157" y="0"/>
                      <a:pt x="116" y="14"/>
                      <a:pt x="82" y="42"/>
                    </a:cubicBezTo>
                    <a:cubicBezTo>
                      <a:pt x="9" y="105"/>
                      <a:pt x="0" y="219"/>
                      <a:pt x="63" y="295"/>
                    </a:cubicBezTo>
                    <a:lnTo>
                      <a:pt x="3559" y="4424"/>
                    </a:lnTo>
                    <a:lnTo>
                      <a:pt x="4025" y="4424"/>
                    </a:lnTo>
                    <a:lnTo>
                      <a:pt x="334" y="61"/>
                    </a:lnTo>
                    <a:cubicBezTo>
                      <a:pt x="298" y="21"/>
                      <a:pt x="248" y="0"/>
                      <a:pt x="198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38"/>
              <p:cNvSpPr/>
              <p:nvPr/>
            </p:nvSpPr>
            <p:spPr>
              <a:xfrm>
                <a:off x="5239350" y="740375"/>
                <a:ext cx="25800" cy="9550"/>
              </a:xfrm>
              <a:custGeom>
                <a:avLst/>
                <a:gdLst/>
                <a:ahLst/>
                <a:cxnLst/>
                <a:rect l="l" t="t" r="r" b="b"/>
                <a:pathLst>
                  <a:path w="1032" h="382" extrusionOk="0">
                    <a:moveTo>
                      <a:pt x="829" y="0"/>
                    </a:moveTo>
                    <a:cubicBezTo>
                      <a:pt x="803" y="0"/>
                      <a:pt x="776" y="6"/>
                      <a:pt x="751" y="18"/>
                    </a:cubicBezTo>
                    <a:lnTo>
                      <a:pt x="0" y="381"/>
                    </a:lnTo>
                    <a:lnTo>
                      <a:pt x="823" y="381"/>
                    </a:lnTo>
                    <a:lnTo>
                      <a:pt x="905" y="340"/>
                    </a:lnTo>
                    <a:cubicBezTo>
                      <a:pt x="997" y="293"/>
                      <a:pt x="1032" y="189"/>
                      <a:pt x="994" y="100"/>
                    </a:cubicBezTo>
                    <a:cubicBezTo>
                      <a:pt x="962" y="39"/>
                      <a:pt x="897" y="0"/>
                      <a:pt x="829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66" name="Google Shape;1066;p38"/>
            <p:cNvSpPr/>
            <p:nvPr/>
          </p:nvSpPr>
          <p:spPr>
            <a:xfrm>
              <a:off x="5078549" y="3825503"/>
              <a:ext cx="509258" cy="295746"/>
            </a:xfrm>
            <a:custGeom>
              <a:avLst/>
              <a:gdLst/>
              <a:ahLst/>
              <a:cxnLst/>
              <a:rect l="l" t="t" r="r" b="b"/>
              <a:pathLst>
                <a:path w="8740" h="5075" extrusionOk="0">
                  <a:moveTo>
                    <a:pt x="3537" y="0"/>
                  </a:moveTo>
                  <a:cubicBezTo>
                    <a:pt x="3524" y="0"/>
                    <a:pt x="3512" y="2"/>
                    <a:pt x="3499" y="5"/>
                  </a:cubicBezTo>
                  <a:cubicBezTo>
                    <a:pt x="3253" y="75"/>
                    <a:pt x="3216" y="860"/>
                    <a:pt x="3389" y="2352"/>
                  </a:cubicBezTo>
                  <a:cubicBezTo>
                    <a:pt x="3226" y="2109"/>
                    <a:pt x="2535" y="1093"/>
                    <a:pt x="2140" y="1093"/>
                  </a:cubicBezTo>
                  <a:cubicBezTo>
                    <a:pt x="2114" y="1093"/>
                    <a:pt x="2090" y="1097"/>
                    <a:pt x="2067" y="1106"/>
                  </a:cubicBezTo>
                  <a:cubicBezTo>
                    <a:pt x="1597" y="1289"/>
                    <a:pt x="2039" y="3356"/>
                    <a:pt x="2067" y="3491"/>
                  </a:cubicBezTo>
                  <a:cubicBezTo>
                    <a:pt x="1687" y="3290"/>
                    <a:pt x="1317" y="3208"/>
                    <a:pt x="1004" y="3208"/>
                  </a:cubicBezTo>
                  <a:cubicBezTo>
                    <a:pt x="578" y="3208"/>
                    <a:pt x="257" y="3360"/>
                    <a:pt x="159" y="3567"/>
                  </a:cubicBezTo>
                  <a:cubicBezTo>
                    <a:pt x="1" y="3892"/>
                    <a:pt x="320" y="4630"/>
                    <a:pt x="1039" y="5069"/>
                  </a:cubicBezTo>
                  <a:cubicBezTo>
                    <a:pt x="1489" y="5073"/>
                    <a:pt x="1938" y="5075"/>
                    <a:pt x="2388" y="5075"/>
                  </a:cubicBezTo>
                  <a:cubicBezTo>
                    <a:pt x="3896" y="5075"/>
                    <a:pt x="5404" y="5056"/>
                    <a:pt x="6915" y="5056"/>
                  </a:cubicBezTo>
                  <a:cubicBezTo>
                    <a:pt x="7256" y="5056"/>
                    <a:pt x="7597" y="5057"/>
                    <a:pt x="7938" y="5059"/>
                  </a:cubicBezTo>
                  <a:cubicBezTo>
                    <a:pt x="8531" y="3759"/>
                    <a:pt x="8739" y="3050"/>
                    <a:pt x="8563" y="2936"/>
                  </a:cubicBezTo>
                  <a:cubicBezTo>
                    <a:pt x="8546" y="2925"/>
                    <a:pt x="8525" y="2919"/>
                    <a:pt x="8501" y="2919"/>
                  </a:cubicBezTo>
                  <a:cubicBezTo>
                    <a:pt x="8328" y="2919"/>
                    <a:pt x="7970" y="3208"/>
                    <a:pt x="7427" y="3778"/>
                  </a:cubicBezTo>
                  <a:cubicBezTo>
                    <a:pt x="7320" y="3176"/>
                    <a:pt x="6951" y="1176"/>
                    <a:pt x="6472" y="1176"/>
                  </a:cubicBezTo>
                  <a:cubicBezTo>
                    <a:pt x="6472" y="1176"/>
                    <a:pt x="6472" y="1176"/>
                    <a:pt x="6471" y="1176"/>
                  </a:cubicBezTo>
                  <a:cubicBezTo>
                    <a:pt x="6090" y="1179"/>
                    <a:pt x="5802" y="2472"/>
                    <a:pt x="5664" y="3195"/>
                  </a:cubicBezTo>
                  <a:cubicBezTo>
                    <a:pt x="5389" y="1217"/>
                    <a:pt x="5105" y="226"/>
                    <a:pt x="4821" y="226"/>
                  </a:cubicBezTo>
                  <a:cubicBezTo>
                    <a:pt x="4673" y="226"/>
                    <a:pt x="4525" y="482"/>
                    <a:pt x="4380" y="996"/>
                  </a:cubicBezTo>
                  <a:cubicBezTo>
                    <a:pt x="4000" y="328"/>
                    <a:pt x="3719" y="0"/>
                    <a:pt x="3537" y="0"/>
                  </a:cubicBezTo>
                  <a:close/>
                </a:path>
              </a:pathLst>
            </a:custGeom>
            <a:solidFill>
              <a:srgbClr val="1A75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38"/>
            <p:cNvSpPr/>
            <p:nvPr/>
          </p:nvSpPr>
          <p:spPr>
            <a:xfrm>
              <a:off x="4853550" y="4079400"/>
              <a:ext cx="3529800" cy="236400"/>
            </a:xfrm>
            <a:prstGeom prst="ellipse">
              <a:avLst/>
            </a:prstGeom>
            <a:solidFill>
              <a:srgbClr val="011627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8"/>
            <p:cNvSpPr/>
            <p:nvPr/>
          </p:nvSpPr>
          <p:spPr>
            <a:xfrm>
              <a:off x="5423650" y="4121250"/>
              <a:ext cx="991800" cy="152700"/>
            </a:xfrm>
            <a:prstGeom prst="ellipse">
              <a:avLst/>
            </a:prstGeom>
            <a:solidFill>
              <a:srgbClr val="011627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8"/>
            <p:cNvSpPr/>
            <p:nvPr/>
          </p:nvSpPr>
          <p:spPr>
            <a:xfrm>
              <a:off x="7066700" y="4121250"/>
              <a:ext cx="1195200" cy="152700"/>
            </a:xfrm>
            <a:prstGeom prst="ellipse">
              <a:avLst/>
            </a:prstGeom>
            <a:solidFill>
              <a:srgbClr val="011627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70" name="Google Shape;1070;p38"/>
            <p:cNvGrpSpPr/>
            <p:nvPr/>
          </p:nvGrpSpPr>
          <p:grpSpPr>
            <a:xfrm>
              <a:off x="5463547" y="3001515"/>
              <a:ext cx="2185404" cy="1214247"/>
              <a:chOff x="3605600" y="3935550"/>
              <a:chExt cx="949350" cy="527475"/>
            </a:xfrm>
          </p:grpSpPr>
          <p:sp>
            <p:nvSpPr>
              <p:cNvPr id="1071" name="Google Shape;1071;p38"/>
              <p:cNvSpPr/>
              <p:nvPr/>
            </p:nvSpPr>
            <p:spPr>
              <a:xfrm>
                <a:off x="4437325" y="3935550"/>
                <a:ext cx="31575" cy="527475"/>
              </a:xfrm>
              <a:custGeom>
                <a:avLst/>
                <a:gdLst/>
                <a:ahLst/>
                <a:cxnLst/>
                <a:rect l="l" t="t" r="r" b="b"/>
                <a:pathLst>
                  <a:path w="1263" h="21099" extrusionOk="0">
                    <a:moveTo>
                      <a:pt x="1" y="0"/>
                    </a:moveTo>
                    <a:lnTo>
                      <a:pt x="1" y="21099"/>
                    </a:lnTo>
                    <a:lnTo>
                      <a:pt x="1263" y="21099"/>
                    </a:lnTo>
                    <a:lnTo>
                      <a:pt x="1263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38"/>
              <p:cNvSpPr/>
              <p:nvPr/>
            </p:nvSpPr>
            <p:spPr>
              <a:xfrm>
                <a:off x="4408075" y="4258100"/>
                <a:ext cx="90175" cy="24000"/>
              </a:xfrm>
              <a:custGeom>
                <a:avLst/>
                <a:gdLst/>
                <a:ahLst/>
                <a:cxnLst/>
                <a:rect l="l" t="t" r="r" b="b"/>
                <a:pathLst>
                  <a:path w="3607" h="960" extrusionOk="0">
                    <a:moveTo>
                      <a:pt x="0" y="1"/>
                    </a:moveTo>
                    <a:lnTo>
                      <a:pt x="0" y="960"/>
                    </a:lnTo>
                    <a:lnTo>
                      <a:pt x="3606" y="960"/>
                    </a:lnTo>
                    <a:lnTo>
                      <a:pt x="3606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38"/>
              <p:cNvSpPr/>
              <p:nvPr/>
            </p:nvSpPr>
            <p:spPr>
              <a:xfrm>
                <a:off x="3694150" y="3935550"/>
                <a:ext cx="31575" cy="527475"/>
              </a:xfrm>
              <a:custGeom>
                <a:avLst/>
                <a:gdLst/>
                <a:ahLst/>
                <a:cxnLst/>
                <a:rect l="l" t="t" r="r" b="b"/>
                <a:pathLst>
                  <a:path w="1263" h="21099" extrusionOk="0">
                    <a:moveTo>
                      <a:pt x="1" y="0"/>
                    </a:moveTo>
                    <a:lnTo>
                      <a:pt x="1" y="21099"/>
                    </a:lnTo>
                    <a:lnTo>
                      <a:pt x="1263" y="21099"/>
                    </a:lnTo>
                    <a:lnTo>
                      <a:pt x="1263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38"/>
              <p:cNvSpPr/>
              <p:nvPr/>
            </p:nvSpPr>
            <p:spPr>
              <a:xfrm>
                <a:off x="3664900" y="4258100"/>
                <a:ext cx="90250" cy="24000"/>
              </a:xfrm>
              <a:custGeom>
                <a:avLst/>
                <a:gdLst/>
                <a:ahLst/>
                <a:cxnLst/>
                <a:rect l="l" t="t" r="r" b="b"/>
                <a:pathLst>
                  <a:path w="3610" h="960" extrusionOk="0">
                    <a:moveTo>
                      <a:pt x="0" y="1"/>
                    </a:moveTo>
                    <a:lnTo>
                      <a:pt x="0" y="960"/>
                    </a:lnTo>
                    <a:lnTo>
                      <a:pt x="3609" y="960"/>
                    </a:lnTo>
                    <a:lnTo>
                      <a:pt x="3609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38"/>
              <p:cNvSpPr/>
              <p:nvPr/>
            </p:nvSpPr>
            <p:spPr>
              <a:xfrm>
                <a:off x="3605600" y="4209775"/>
                <a:ext cx="949350" cy="48350"/>
              </a:xfrm>
              <a:custGeom>
                <a:avLst/>
                <a:gdLst/>
                <a:ahLst/>
                <a:cxnLst/>
                <a:rect l="l" t="t" r="r" b="b"/>
                <a:pathLst>
                  <a:path w="37974" h="1934" extrusionOk="0">
                    <a:moveTo>
                      <a:pt x="334" y="0"/>
                    </a:moveTo>
                    <a:cubicBezTo>
                      <a:pt x="148" y="0"/>
                      <a:pt x="0" y="148"/>
                      <a:pt x="0" y="334"/>
                    </a:cubicBezTo>
                    <a:lnTo>
                      <a:pt x="0" y="1600"/>
                    </a:lnTo>
                    <a:cubicBezTo>
                      <a:pt x="0" y="1786"/>
                      <a:pt x="148" y="1934"/>
                      <a:pt x="334" y="1934"/>
                    </a:cubicBezTo>
                    <a:lnTo>
                      <a:pt x="37639" y="1934"/>
                    </a:lnTo>
                    <a:cubicBezTo>
                      <a:pt x="37825" y="1934"/>
                      <a:pt x="37973" y="1786"/>
                      <a:pt x="37973" y="1600"/>
                    </a:cubicBezTo>
                    <a:lnTo>
                      <a:pt x="37973" y="334"/>
                    </a:lnTo>
                    <a:cubicBezTo>
                      <a:pt x="37973" y="148"/>
                      <a:pt x="37825" y="0"/>
                      <a:pt x="37639" y="0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38"/>
              <p:cNvSpPr/>
              <p:nvPr/>
            </p:nvSpPr>
            <p:spPr>
              <a:xfrm>
                <a:off x="3605600" y="3971425"/>
                <a:ext cx="949350" cy="74700"/>
              </a:xfrm>
              <a:custGeom>
                <a:avLst/>
                <a:gdLst/>
                <a:ahLst/>
                <a:cxnLst/>
                <a:rect l="l" t="t" r="r" b="b"/>
                <a:pathLst>
                  <a:path w="37974" h="2988" extrusionOk="0">
                    <a:moveTo>
                      <a:pt x="334" y="0"/>
                    </a:moveTo>
                    <a:cubicBezTo>
                      <a:pt x="148" y="0"/>
                      <a:pt x="0" y="152"/>
                      <a:pt x="0" y="338"/>
                    </a:cubicBezTo>
                    <a:lnTo>
                      <a:pt x="0" y="2650"/>
                    </a:lnTo>
                    <a:cubicBezTo>
                      <a:pt x="0" y="2837"/>
                      <a:pt x="148" y="2988"/>
                      <a:pt x="334" y="2988"/>
                    </a:cubicBezTo>
                    <a:lnTo>
                      <a:pt x="37639" y="2988"/>
                    </a:lnTo>
                    <a:cubicBezTo>
                      <a:pt x="37825" y="2988"/>
                      <a:pt x="37973" y="2833"/>
                      <a:pt x="37973" y="2650"/>
                    </a:cubicBezTo>
                    <a:lnTo>
                      <a:pt x="37973" y="338"/>
                    </a:lnTo>
                    <a:cubicBezTo>
                      <a:pt x="37973" y="152"/>
                      <a:pt x="37825" y="0"/>
                      <a:pt x="37639" y="0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38"/>
              <p:cNvSpPr/>
              <p:nvPr/>
            </p:nvSpPr>
            <p:spPr>
              <a:xfrm>
                <a:off x="3605600" y="4062525"/>
                <a:ext cx="949350" cy="74700"/>
              </a:xfrm>
              <a:custGeom>
                <a:avLst/>
                <a:gdLst/>
                <a:ahLst/>
                <a:cxnLst/>
                <a:rect l="l" t="t" r="r" b="b"/>
                <a:pathLst>
                  <a:path w="37974" h="2988" extrusionOk="0">
                    <a:moveTo>
                      <a:pt x="334" y="0"/>
                    </a:moveTo>
                    <a:cubicBezTo>
                      <a:pt x="148" y="0"/>
                      <a:pt x="0" y="152"/>
                      <a:pt x="0" y="338"/>
                    </a:cubicBezTo>
                    <a:lnTo>
                      <a:pt x="0" y="2650"/>
                    </a:lnTo>
                    <a:cubicBezTo>
                      <a:pt x="0" y="2836"/>
                      <a:pt x="148" y="2988"/>
                      <a:pt x="334" y="2988"/>
                    </a:cubicBezTo>
                    <a:lnTo>
                      <a:pt x="37639" y="2988"/>
                    </a:lnTo>
                    <a:cubicBezTo>
                      <a:pt x="37825" y="2988"/>
                      <a:pt x="37973" y="2836"/>
                      <a:pt x="37973" y="2650"/>
                    </a:cubicBezTo>
                    <a:lnTo>
                      <a:pt x="37973" y="338"/>
                    </a:lnTo>
                    <a:cubicBezTo>
                      <a:pt x="37973" y="152"/>
                      <a:pt x="37825" y="0"/>
                      <a:pt x="37639" y="0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8" name="Google Shape;1078;p38"/>
            <p:cNvGrpSpPr/>
            <p:nvPr/>
          </p:nvGrpSpPr>
          <p:grpSpPr>
            <a:xfrm>
              <a:off x="6999592" y="2586850"/>
              <a:ext cx="1132233" cy="1628862"/>
              <a:chOff x="5089975" y="3126150"/>
              <a:chExt cx="282050" cy="405775"/>
            </a:xfrm>
          </p:grpSpPr>
          <p:sp>
            <p:nvSpPr>
              <p:cNvPr id="1079" name="Google Shape;1079;p38"/>
              <p:cNvSpPr/>
              <p:nvPr/>
            </p:nvSpPr>
            <p:spPr>
              <a:xfrm>
                <a:off x="5297075" y="3472100"/>
                <a:ext cx="74950" cy="48375"/>
              </a:xfrm>
              <a:custGeom>
                <a:avLst/>
                <a:gdLst/>
                <a:ahLst/>
                <a:cxnLst/>
                <a:rect l="l" t="t" r="r" b="b"/>
                <a:pathLst>
                  <a:path w="2998" h="1935" extrusionOk="0">
                    <a:moveTo>
                      <a:pt x="2133" y="1"/>
                    </a:moveTo>
                    <a:lnTo>
                      <a:pt x="67" y="77"/>
                    </a:lnTo>
                    <a:cubicBezTo>
                      <a:pt x="35" y="613"/>
                      <a:pt x="0" y="1146"/>
                      <a:pt x="38" y="1913"/>
                    </a:cubicBezTo>
                    <a:lnTo>
                      <a:pt x="2997" y="1935"/>
                    </a:lnTo>
                    <a:cubicBezTo>
                      <a:pt x="2900" y="1572"/>
                      <a:pt x="2584" y="1499"/>
                      <a:pt x="2300" y="1067"/>
                    </a:cubicBezTo>
                    <a:cubicBezTo>
                      <a:pt x="2243" y="988"/>
                      <a:pt x="2212" y="897"/>
                      <a:pt x="2187" y="805"/>
                    </a:cubicBezTo>
                    <a:cubicBezTo>
                      <a:pt x="2101" y="521"/>
                      <a:pt x="2133" y="1"/>
                      <a:pt x="2133" y="1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38"/>
              <p:cNvSpPr/>
              <p:nvPr/>
            </p:nvSpPr>
            <p:spPr>
              <a:xfrm>
                <a:off x="5297775" y="3511775"/>
                <a:ext cx="70850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59" extrusionOk="0">
                    <a:moveTo>
                      <a:pt x="4" y="1"/>
                    </a:moveTo>
                    <a:lnTo>
                      <a:pt x="1" y="92"/>
                    </a:lnTo>
                    <a:lnTo>
                      <a:pt x="2831" y="158"/>
                    </a:lnTo>
                    <a:lnTo>
                      <a:pt x="2834" y="70"/>
                    </a:lnTo>
                    <a:lnTo>
                      <a:pt x="4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38"/>
              <p:cNvSpPr/>
              <p:nvPr/>
            </p:nvSpPr>
            <p:spPr>
              <a:xfrm>
                <a:off x="5212525" y="3321475"/>
                <a:ext cx="150825" cy="180150"/>
              </a:xfrm>
              <a:custGeom>
                <a:avLst/>
                <a:gdLst/>
                <a:ahLst/>
                <a:cxnLst/>
                <a:rect l="l" t="t" r="r" b="b"/>
                <a:pathLst>
                  <a:path w="6033" h="720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35" y="729"/>
                      <a:pt x="177" y="1477"/>
                      <a:pt x="578" y="2098"/>
                    </a:cubicBezTo>
                    <a:cubicBezTo>
                      <a:pt x="1095" y="2900"/>
                      <a:pt x="1978" y="3404"/>
                      <a:pt x="2578" y="4149"/>
                    </a:cubicBezTo>
                    <a:cubicBezTo>
                      <a:pt x="2688" y="4284"/>
                      <a:pt x="2786" y="4430"/>
                      <a:pt x="2856" y="4587"/>
                    </a:cubicBezTo>
                    <a:cubicBezTo>
                      <a:pt x="2922" y="4745"/>
                      <a:pt x="2956" y="4915"/>
                      <a:pt x="2988" y="5083"/>
                    </a:cubicBezTo>
                    <a:cubicBezTo>
                      <a:pt x="3124" y="5789"/>
                      <a:pt x="3259" y="6499"/>
                      <a:pt x="3398" y="7206"/>
                    </a:cubicBezTo>
                    <a:lnTo>
                      <a:pt x="5742" y="7092"/>
                    </a:lnTo>
                    <a:cubicBezTo>
                      <a:pt x="5742" y="7092"/>
                      <a:pt x="6032" y="4404"/>
                      <a:pt x="5499" y="2928"/>
                    </a:cubicBezTo>
                    <a:cubicBezTo>
                      <a:pt x="5165" y="2000"/>
                      <a:pt x="4376" y="839"/>
                      <a:pt x="3928" y="429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38"/>
              <p:cNvSpPr/>
              <p:nvPr/>
            </p:nvSpPr>
            <p:spPr>
              <a:xfrm>
                <a:off x="5298250" y="3481425"/>
                <a:ext cx="59100" cy="3950"/>
              </a:xfrm>
              <a:custGeom>
                <a:avLst/>
                <a:gdLst/>
                <a:ahLst/>
                <a:cxnLst/>
                <a:rect l="l" t="t" r="r" b="b"/>
                <a:pathLst>
                  <a:path w="2364" h="158" extrusionOk="0">
                    <a:moveTo>
                      <a:pt x="2364" y="0"/>
                    </a:moveTo>
                    <a:lnTo>
                      <a:pt x="1" y="70"/>
                    </a:lnTo>
                    <a:lnTo>
                      <a:pt x="4" y="158"/>
                    </a:lnTo>
                    <a:lnTo>
                      <a:pt x="2364" y="88"/>
                    </a:lnTo>
                    <a:lnTo>
                      <a:pt x="2364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38"/>
              <p:cNvSpPr/>
              <p:nvPr/>
            </p:nvSpPr>
            <p:spPr>
              <a:xfrm>
                <a:off x="5262450" y="3483550"/>
                <a:ext cx="74950" cy="48375"/>
              </a:xfrm>
              <a:custGeom>
                <a:avLst/>
                <a:gdLst/>
                <a:ahLst/>
                <a:cxnLst/>
                <a:rect l="l" t="t" r="r" b="b"/>
                <a:pathLst>
                  <a:path w="2998" h="1935" extrusionOk="0">
                    <a:moveTo>
                      <a:pt x="2133" y="0"/>
                    </a:moveTo>
                    <a:lnTo>
                      <a:pt x="67" y="76"/>
                    </a:lnTo>
                    <a:cubicBezTo>
                      <a:pt x="35" y="612"/>
                      <a:pt x="0" y="1145"/>
                      <a:pt x="41" y="1912"/>
                    </a:cubicBezTo>
                    <a:lnTo>
                      <a:pt x="2997" y="1934"/>
                    </a:lnTo>
                    <a:cubicBezTo>
                      <a:pt x="2900" y="1571"/>
                      <a:pt x="2584" y="1499"/>
                      <a:pt x="2300" y="1067"/>
                    </a:cubicBezTo>
                    <a:cubicBezTo>
                      <a:pt x="2247" y="988"/>
                      <a:pt x="2212" y="896"/>
                      <a:pt x="2187" y="805"/>
                    </a:cubicBezTo>
                    <a:cubicBezTo>
                      <a:pt x="2101" y="521"/>
                      <a:pt x="2133" y="0"/>
                      <a:pt x="2133" y="0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38"/>
              <p:cNvSpPr/>
              <p:nvPr/>
            </p:nvSpPr>
            <p:spPr>
              <a:xfrm>
                <a:off x="5263150" y="3523225"/>
                <a:ext cx="70850" cy="39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58" extrusionOk="0">
                    <a:moveTo>
                      <a:pt x="4" y="0"/>
                    </a:moveTo>
                    <a:lnTo>
                      <a:pt x="1" y="92"/>
                    </a:lnTo>
                    <a:lnTo>
                      <a:pt x="2831" y="158"/>
                    </a:lnTo>
                    <a:lnTo>
                      <a:pt x="2834" y="70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38"/>
              <p:cNvSpPr/>
              <p:nvPr/>
            </p:nvSpPr>
            <p:spPr>
              <a:xfrm>
                <a:off x="5166075" y="3332275"/>
                <a:ext cx="155475" cy="176525"/>
              </a:xfrm>
              <a:custGeom>
                <a:avLst/>
                <a:gdLst/>
                <a:ahLst/>
                <a:cxnLst/>
                <a:rect l="l" t="t" r="r" b="b"/>
                <a:pathLst>
                  <a:path w="6219" h="7061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67" y="732"/>
                      <a:pt x="4" y="1953"/>
                      <a:pt x="433" y="2556"/>
                    </a:cubicBezTo>
                    <a:cubicBezTo>
                      <a:pt x="981" y="3335"/>
                      <a:pt x="2127" y="3322"/>
                      <a:pt x="2758" y="4039"/>
                    </a:cubicBezTo>
                    <a:cubicBezTo>
                      <a:pt x="2871" y="4171"/>
                      <a:pt x="2978" y="4313"/>
                      <a:pt x="3051" y="4468"/>
                    </a:cubicBezTo>
                    <a:cubicBezTo>
                      <a:pt x="3127" y="4619"/>
                      <a:pt x="3168" y="4789"/>
                      <a:pt x="3206" y="4957"/>
                    </a:cubicBezTo>
                    <a:cubicBezTo>
                      <a:pt x="3373" y="5657"/>
                      <a:pt x="3540" y="6360"/>
                      <a:pt x="3710" y="7061"/>
                    </a:cubicBezTo>
                    <a:lnTo>
                      <a:pt x="6045" y="6843"/>
                    </a:lnTo>
                    <a:cubicBezTo>
                      <a:pt x="6045" y="6843"/>
                      <a:pt x="6218" y="4146"/>
                      <a:pt x="5619" y="2691"/>
                    </a:cubicBezTo>
                    <a:cubicBezTo>
                      <a:pt x="5243" y="1777"/>
                      <a:pt x="4404" y="654"/>
                      <a:pt x="3937" y="262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38"/>
              <p:cNvSpPr/>
              <p:nvPr/>
            </p:nvSpPr>
            <p:spPr>
              <a:xfrm>
                <a:off x="5263700" y="3338025"/>
                <a:ext cx="58875" cy="165500"/>
              </a:xfrm>
              <a:custGeom>
                <a:avLst/>
                <a:gdLst/>
                <a:ahLst/>
                <a:cxnLst/>
                <a:rect l="l" t="t" r="r" b="b"/>
                <a:pathLst>
                  <a:path w="2355" h="6620" extrusionOk="0">
                    <a:moveTo>
                      <a:pt x="61" y="1"/>
                    </a:moveTo>
                    <a:lnTo>
                      <a:pt x="1" y="73"/>
                    </a:lnTo>
                    <a:cubicBezTo>
                      <a:pt x="480" y="471"/>
                      <a:pt x="1310" y="1610"/>
                      <a:pt x="1670" y="2480"/>
                    </a:cubicBezTo>
                    <a:cubicBezTo>
                      <a:pt x="2263" y="3910"/>
                      <a:pt x="2096" y="6588"/>
                      <a:pt x="2096" y="6613"/>
                    </a:cubicBezTo>
                    <a:lnTo>
                      <a:pt x="2187" y="6619"/>
                    </a:lnTo>
                    <a:cubicBezTo>
                      <a:pt x="2190" y="6591"/>
                      <a:pt x="2354" y="3894"/>
                      <a:pt x="1758" y="2446"/>
                    </a:cubicBezTo>
                    <a:cubicBezTo>
                      <a:pt x="1386" y="1547"/>
                      <a:pt x="553" y="414"/>
                      <a:pt x="61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38"/>
              <p:cNvSpPr/>
              <p:nvPr/>
            </p:nvSpPr>
            <p:spPr>
              <a:xfrm>
                <a:off x="5254100" y="3486150"/>
                <a:ext cx="63900" cy="7275"/>
              </a:xfrm>
              <a:custGeom>
                <a:avLst/>
                <a:gdLst/>
                <a:ahLst/>
                <a:cxnLst/>
                <a:rect l="l" t="t" r="r" b="b"/>
                <a:pathLst>
                  <a:path w="2556" h="291" extrusionOk="0">
                    <a:moveTo>
                      <a:pt x="2549" y="0"/>
                    </a:moveTo>
                    <a:cubicBezTo>
                      <a:pt x="16" y="196"/>
                      <a:pt x="16" y="196"/>
                      <a:pt x="0" y="221"/>
                    </a:cubicBezTo>
                    <a:lnTo>
                      <a:pt x="35" y="246"/>
                    </a:lnTo>
                    <a:lnTo>
                      <a:pt x="44" y="291"/>
                    </a:lnTo>
                    <a:cubicBezTo>
                      <a:pt x="95" y="284"/>
                      <a:pt x="1707" y="158"/>
                      <a:pt x="2555" y="89"/>
                    </a:cubicBezTo>
                    <a:lnTo>
                      <a:pt x="2549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38"/>
              <p:cNvSpPr/>
              <p:nvPr/>
            </p:nvSpPr>
            <p:spPr>
              <a:xfrm>
                <a:off x="5282800" y="3411850"/>
                <a:ext cx="15250" cy="19750"/>
              </a:xfrm>
              <a:custGeom>
                <a:avLst/>
                <a:gdLst/>
                <a:ahLst/>
                <a:cxnLst/>
                <a:rect l="l" t="t" r="r" b="b"/>
                <a:pathLst>
                  <a:path w="610" h="790" extrusionOk="0">
                    <a:moveTo>
                      <a:pt x="537" y="1"/>
                    </a:moveTo>
                    <a:cubicBezTo>
                      <a:pt x="373" y="253"/>
                      <a:pt x="193" y="499"/>
                      <a:pt x="0" y="733"/>
                    </a:cubicBezTo>
                    <a:lnTo>
                      <a:pt x="70" y="789"/>
                    </a:lnTo>
                    <a:cubicBezTo>
                      <a:pt x="268" y="559"/>
                      <a:pt x="448" y="310"/>
                      <a:pt x="609" y="48"/>
                    </a:cubicBezTo>
                    <a:lnTo>
                      <a:pt x="5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38"/>
              <p:cNvSpPr/>
              <p:nvPr/>
            </p:nvSpPr>
            <p:spPr>
              <a:xfrm>
                <a:off x="5274600" y="3408000"/>
                <a:ext cx="17850" cy="15625"/>
              </a:xfrm>
              <a:custGeom>
                <a:avLst/>
                <a:gdLst/>
                <a:ahLst/>
                <a:cxnLst/>
                <a:rect l="l" t="t" r="r" b="b"/>
                <a:pathLst>
                  <a:path w="714" h="625" extrusionOk="0">
                    <a:moveTo>
                      <a:pt x="644" y="0"/>
                    </a:moveTo>
                    <a:cubicBezTo>
                      <a:pt x="461" y="218"/>
                      <a:pt x="246" y="401"/>
                      <a:pt x="0" y="546"/>
                    </a:cubicBezTo>
                    <a:lnTo>
                      <a:pt x="48" y="625"/>
                    </a:lnTo>
                    <a:cubicBezTo>
                      <a:pt x="300" y="476"/>
                      <a:pt x="524" y="287"/>
                      <a:pt x="713" y="60"/>
                    </a:cubicBezTo>
                    <a:lnTo>
                      <a:pt x="64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38"/>
              <p:cNvSpPr/>
              <p:nvPr/>
            </p:nvSpPr>
            <p:spPr>
              <a:xfrm>
                <a:off x="5284850" y="3414525"/>
                <a:ext cx="20850" cy="26150"/>
              </a:xfrm>
              <a:custGeom>
                <a:avLst/>
                <a:gdLst/>
                <a:ahLst/>
                <a:cxnLst/>
                <a:rect l="l" t="t" r="r" b="b"/>
                <a:pathLst>
                  <a:path w="834" h="1046" extrusionOk="0">
                    <a:moveTo>
                      <a:pt x="754" y="1"/>
                    </a:moveTo>
                    <a:cubicBezTo>
                      <a:pt x="556" y="367"/>
                      <a:pt x="303" y="698"/>
                      <a:pt x="0" y="979"/>
                    </a:cubicBezTo>
                    <a:lnTo>
                      <a:pt x="63" y="1045"/>
                    </a:lnTo>
                    <a:cubicBezTo>
                      <a:pt x="376" y="755"/>
                      <a:pt x="634" y="420"/>
                      <a:pt x="833" y="45"/>
                    </a:cubicBezTo>
                    <a:lnTo>
                      <a:pt x="75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38"/>
              <p:cNvSpPr/>
              <p:nvPr/>
            </p:nvSpPr>
            <p:spPr>
              <a:xfrm>
                <a:off x="5286425" y="3427775"/>
                <a:ext cx="20050" cy="21875"/>
              </a:xfrm>
              <a:custGeom>
                <a:avLst/>
                <a:gdLst/>
                <a:ahLst/>
                <a:cxnLst/>
                <a:rect l="l" t="t" r="r" b="b"/>
                <a:pathLst>
                  <a:path w="802" h="875" extrusionOk="0">
                    <a:moveTo>
                      <a:pt x="720" y="1"/>
                    </a:moveTo>
                    <a:cubicBezTo>
                      <a:pt x="565" y="326"/>
                      <a:pt x="313" y="610"/>
                      <a:pt x="0" y="796"/>
                    </a:cubicBezTo>
                    <a:lnTo>
                      <a:pt x="48" y="875"/>
                    </a:lnTo>
                    <a:cubicBezTo>
                      <a:pt x="373" y="679"/>
                      <a:pt x="641" y="383"/>
                      <a:pt x="802" y="39"/>
                    </a:cubicBezTo>
                    <a:lnTo>
                      <a:pt x="72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38"/>
              <p:cNvSpPr/>
              <p:nvPr/>
            </p:nvSpPr>
            <p:spPr>
              <a:xfrm>
                <a:off x="5329800" y="3392775"/>
                <a:ext cx="13125" cy="29975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199" extrusionOk="0">
                    <a:moveTo>
                      <a:pt x="439" y="0"/>
                    </a:moveTo>
                    <a:cubicBezTo>
                      <a:pt x="332" y="398"/>
                      <a:pt x="184" y="789"/>
                      <a:pt x="1" y="1158"/>
                    </a:cubicBezTo>
                    <a:lnTo>
                      <a:pt x="83" y="1199"/>
                    </a:lnTo>
                    <a:cubicBezTo>
                      <a:pt x="269" y="824"/>
                      <a:pt x="420" y="426"/>
                      <a:pt x="524" y="22"/>
                    </a:cubicBezTo>
                    <a:lnTo>
                      <a:pt x="4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38"/>
              <p:cNvSpPr/>
              <p:nvPr/>
            </p:nvSpPr>
            <p:spPr>
              <a:xfrm>
                <a:off x="5332000" y="3400425"/>
                <a:ext cx="14300" cy="26350"/>
              </a:xfrm>
              <a:custGeom>
                <a:avLst/>
                <a:gdLst/>
                <a:ahLst/>
                <a:cxnLst/>
                <a:rect l="l" t="t" r="r" b="b"/>
                <a:pathLst>
                  <a:path w="572" h="1054" extrusionOk="0">
                    <a:moveTo>
                      <a:pt x="480" y="0"/>
                    </a:moveTo>
                    <a:cubicBezTo>
                      <a:pt x="411" y="372"/>
                      <a:pt x="193" y="707"/>
                      <a:pt x="1" y="1003"/>
                    </a:cubicBezTo>
                    <a:lnTo>
                      <a:pt x="73" y="1054"/>
                    </a:lnTo>
                    <a:cubicBezTo>
                      <a:pt x="269" y="751"/>
                      <a:pt x="493" y="407"/>
                      <a:pt x="572" y="16"/>
                    </a:cubicBezTo>
                    <a:lnTo>
                      <a:pt x="4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38"/>
              <p:cNvSpPr/>
              <p:nvPr/>
            </p:nvSpPr>
            <p:spPr>
              <a:xfrm>
                <a:off x="5322850" y="3393550"/>
                <a:ext cx="14150" cy="16975"/>
              </a:xfrm>
              <a:custGeom>
                <a:avLst/>
                <a:gdLst/>
                <a:ahLst/>
                <a:cxnLst/>
                <a:rect l="l" t="t" r="r" b="b"/>
                <a:pathLst>
                  <a:path w="566" h="679" extrusionOk="0">
                    <a:moveTo>
                      <a:pt x="490" y="1"/>
                    </a:moveTo>
                    <a:cubicBezTo>
                      <a:pt x="354" y="222"/>
                      <a:pt x="187" y="430"/>
                      <a:pt x="1" y="616"/>
                    </a:cubicBezTo>
                    <a:lnTo>
                      <a:pt x="67" y="679"/>
                    </a:lnTo>
                    <a:cubicBezTo>
                      <a:pt x="256" y="487"/>
                      <a:pt x="424" y="272"/>
                      <a:pt x="566" y="48"/>
                    </a:cubicBezTo>
                    <a:lnTo>
                      <a:pt x="49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38"/>
              <p:cNvSpPr/>
              <p:nvPr/>
            </p:nvSpPr>
            <p:spPr>
              <a:xfrm>
                <a:off x="5323800" y="3382125"/>
                <a:ext cx="14850" cy="12400"/>
              </a:xfrm>
              <a:custGeom>
                <a:avLst/>
                <a:gdLst/>
                <a:ahLst/>
                <a:cxnLst/>
                <a:rect l="l" t="t" r="r" b="b"/>
                <a:pathLst>
                  <a:path w="594" h="496" extrusionOk="0">
                    <a:moveTo>
                      <a:pt x="537" y="0"/>
                    </a:moveTo>
                    <a:lnTo>
                      <a:pt x="1" y="423"/>
                    </a:lnTo>
                    <a:lnTo>
                      <a:pt x="54" y="496"/>
                    </a:lnTo>
                    <a:lnTo>
                      <a:pt x="594" y="70"/>
                    </a:lnTo>
                    <a:lnTo>
                      <a:pt x="5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38"/>
              <p:cNvSpPr/>
              <p:nvPr/>
            </p:nvSpPr>
            <p:spPr>
              <a:xfrm>
                <a:off x="5089975" y="3203700"/>
                <a:ext cx="264300" cy="211225"/>
              </a:xfrm>
              <a:custGeom>
                <a:avLst/>
                <a:gdLst/>
                <a:ahLst/>
                <a:cxnLst/>
                <a:rect l="l" t="t" r="r" b="b"/>
                <a:pathLst>
                  <a:path w="10572" h="8449" extrusionOk="0">
                    <a:moveTo>
                      <a:pt x="4942" y="1"/>
                    </a:moveTo>
                    <a:cubicBezTo>
                      <a:pt x="4862" y="1"/>
                      <a:pt x="4781" y="10"/>
                      <a:pt x="4701" y="30"/>
                    </a:cubicBezTo>
                    <a:cubicBezTo>
                      <a:pt x="4231" y="143"/>
                      <a:pt x="3789" y="370"/>
                      <a:pt x="3410" y="661"/>
                    </a:cubicBezTo>
                    <a:cubicBezTo>
                      <a:pt x="2764" y="1162"/>
                      <a:pt x="2369" y="1904"/>
                      <a:pt x="2092" y="2651"/>
                    </a:cubicBezTo>
                    <a:cubicBezTo>
                      <a:pt x="1641" y="3891"/>
                      <a:pt x="1470" y="5207"/>
                      <a:pt x="1152" y="6481"/>
                    </a:cubicBezTo>
                    <a:cubicBezTo>
                      <a:pt x="1047" y="6894"/>
                      <a:pt x="975" y="7336"/>
                      <a:pt x="694" y="7677"/>
                    </a:cubicBezTo>
                    <a:cubicBezTo>
                      <a:pt x="521" y="7885"/>
                      <a:pt x="278" y="8046"/>
                      <a:pt x="0" y="8068"/>
                    </a:cubicBezTo>
                    <a:cubicBezTo>
                      <a:pt x="537" y="8358"/>
                      <a:pt x="1243" y="8448"/>
                      <a:pt x="1926" y="8448"/>
                    </a:cubicBezTo>
                    <a:cubicBezTo>
                      <a:pt x="2274" y="8448"/>
                      <a:pt x="2617" y="8425"/>
                      <a:pt x="2928" y="8393"/>
                    </a:cubicBezTo>
                    <a:cubicBezTo>
                      <a:pt x="3912" y="8295"/>
                      <a:pt x="4590" y="8099"/>
                      <a:pt x="5461" y="7797"/>
                    </a:cubicBezTo>
                    <a:cubicBezTo>
                      <a:pt x="5969" y="7617"/>
                      <a:pt x="7139" y="6967"/>
                      <a:pt x="7477" y="6667"/>
                    </a:cubicBezTo>
                    <a:cubicBezTo>
                      <a:pt x="7496" y="6702"/>
                      <a:pt x="7707" y="7055"/>
                      <a:pt x="8108" y="7295"/>
                    </a:cubicBezTo>
                    <a:cubicBezTo>
                      <a:pt x="8455" y="7506"/>
                      <a:pt x="8862" y="7629"/>
                      <a:pt x="9269" y="7664"/>
                    </a:cubicBezTo>
                    <a:cubicBezTo>
                      <a:pt x="9527" y="7689"/>
                      <a:pt x="9789" y="7686"/>
                      <a:pt x="10035" y="7759"/>
                    </a:cubicBezTo>
                    <a:cubicBezTo>
                      <a:pt x="10281" y="7834"/>
                      <a:pt x="10518" y="8008"/>
                      <a:pt x="10572" y="8254"/>
                    </a:cubicBezTo>
                    <a:cubicBezTo>
                      <a:pt x="10572" y="7929"/>
                      <a:pt x="10537" y="7607"/>
                      <a:pt x="10420" y="7301"/>
                    </a:cubicBezTo>
                    <a:cubicBezTo>
                      <a:pt x="10228" y="6797"/>
                      <a:pt x="9849" y="6399"/>
                      <a:pt x="9720" y="5866"/>
                    </a:cubicBezTo>
                    <a:cubicBezTo>
                      <a:pt x="9622" y="5465"/>
                      <a:pt x="9512" y="5058"/>
                      <a:pt x="9464" y="4645"/>
                    </a:cubicBezTo>
                    <a:cubicBezTo>
                      <a:pt x="9395" y="4065"/>
                      <a:pt x="9401" y="3475"/>
                      <a:pt x="9215" y="2923"/>
                    </a:cubicBezTo>
                    <a:cubicBezTo>
                      <a:pt x="8931" y="2090"/>
                      <a:pt x="8205" y="661"/>
                      <a:pt x="7168" y="620"/>
                    </a:cubicBezTo>
                    <a:cubicBezTo>
                      <a:pt x="7167" y="620"/>
                      <a:pt x="7166" y="620"/>
                      <a:pt x="7166" y="620"/>
                    </a:cubicBezTo>
                    <a:cubicBezTo>
                      <a:pt x="7036" y="620"/>
                      <a:pt x="6858" y="1238"/>
                      <a:pt x="6858" y="1238"/>
                    </a:cubicBezTo>
                    <a:cubicBezTo>
                      <a:pt x="6858" y="1238"/>
                      <a:pt x="6578" y="913"/>
                      <a:pt x="6508" y="831"/>
                    </a:cubicBezTo>
                    <a:cubicBezTo>
                      <a:pt x="6398" y="692"/>
                      <a:pt x="6281" y="550"/>
                      <a:pt x="6127" y="456"/>
                    </a:cubicBezTo>
                    <a:cubicBezTo>
                      <a:pt x="5785" y="244"/>
                      <a:pt x="5364" y="1"/>
                      <a:pt x="4942" y="1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38"/>
              <p:cNvSpPr/>
              <p:nvPr/>
            </p:nvSpPr>
            <p:spPr>
              <a:xfrm>
                <a:off x="5260325" y="3234250"/>
                <a:ext cx="51200" cy="137250"/>
              </a:xfrm>
              <a:custGeom>
                <a:avLst/>
                <a:gdLst/>
                <a:ahLst/>
                <a:cxnLst/>
                <a:rect l="l" t="t" r="r" b="b"/>
                <a:pathLst>
                  <a:path w="2048" h="5490" extrusionOk="0">
                    <a:moveTo>
                      <a:pt x="82" y="0"/>
                    </a:moveTo>
                    <a:lnTo>
                      <a:pt x="0" y="38"/>
                    </a:lnTo>
                    <a:cubicBezTo>
                      <a:pt x="19" y="85"/>
                      <a:pt x="552" y="1202"/>
                      <a:pt x="1063" y="1559"/>
                    </a:cubicBezTo>
                    <a:cubicBezTo>
                      <a:pt x="1123" y="1596"/>
                      <a:pt x="1196" y="1609"/>
                      <a:pt x="1275" y="1625"/>
                    </a:cubicBezTo>
                    <a:cubicBezTo>
                      <a:pt x="1521" y="1669"/>
                      <a:pt x="1862" y="1735"/>
                      <a:pt x="1899" y="2820"/>
                    </a:cubicBezTo>
                    <a:cubicBezTo>
                      <a:pt x="1956" y="4218"/>
                      <a:pt x="622" y="5411"/>
                      <a:pt x="612" y="5423"/>
                    </a:cubicBezTo>
                    <a:lnTo>
                      <a:pt x="669" y="5489"/>
                    </a:lnTo>
                    <a:cubicBezTo>
                      <a:pt x="685" y="5477"/>
                      <a:pt x="2048" y="4259"/>
                      <a:pt x="1994" y="2820"/>
                    </a:cubicBezTo>
                    <a:cubicBezTo>
                      <a:pt x="1953" y="1660"/>
                      <a:pt x="1568" y="1590"/>
                      <a:pt x="1294" y="1537"/>
                    </a:cubicBezTo>
                    <a:cubicBezTo>
                      <a:pt x="1221" y="1521"/>
                      <a:pt x="1164" y="1511"/>
                      <a:pt x="1120" y="1483"/>
                    </a:cubicBezTo>
                    <a:cubicBezTo>
                      <a:pt x="628" y="1142"/>
                      <a:pt x="85" y="13"/>
                      <a:pt x="82" y="0"/>
                    </a:cubicBez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38"/>
              <p:cNvSpPr/>
              <p:nvPr/>
            </p:nvSpPr>
            <p:spPr>
              <a:xfrm>
                <a:off x="5206375" y="3272025"/>
                <a:ext cx="83475" cy="8775"/>
              </a:xfrm>
              <a:custGeom>
                <a:avLst/>
                <a:gdLst/>
                <a:ahLst/>
                <a:cxnLst/>
                <a:rect l="l" t="t" r="r" b="b"/>
                <a:pathLst>
                  <a:path w="3339" h="351" extrusionOk="0">
                    <a:moveTo>
                      <a:pt x="3313" y="0"/>
                    </a:moveTo>
                    <a:cubicBezTo>
                      <a:pt x="2628" y="172"/>
                      <a:pt x="1915" y="257"/>
                      <a:pt x="1203" y="257"/>
                    </a:cubicBezTo>
                    <a:cubicBezTo>
                      <a:pt x="804" y="257"/>
                      <a:pt x="405" y="230"/>
                      <a:pt x="13" y="177"/>
                    </a:cubicBezTo>
                    <a:lnTo>
                      <a:pt x="0" y="268"/>
                    </a:lnTo>
                    <a:cubicBezTo>
                      <a:pt x="395" y="322"/>
                      <a:pt x="799" y="350"/>
                      <a:pt x="1199" y="350"/>
                    </a:cubicBezTo>
                    <a:cubicBezTo>
                      <a:pt x="1922" y="350"/>
                      <a:pt x="2641" y="259"/>
                      <a:pt x="3338" y="85"/>
                    </a:cubicBezTo>
                    <a:lnTo>
                      <a:pt x="3313" y="0"/>
                    </a:ln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38"/>
              <p:cNvSpPr/>
              <p:nvPr/>
            </p:nvSpPr>
            <p:spPr>
              <a:xfrm>
                <a:off x="5204800" y="3253475"/>
                <a:ext cx="59800" cy="25275"/>
              </a:xfrm>
              <a:custGeom>
                <a:avLst/>
                <a:gdLst/>
                <a:ahLst/>
                <a:cxnLst/>
                <a:rect l="l" t="t" r="r" b="b"/>
                <a:pathLst>
                  <a:path w="2392" h="1011" extrusionOk="0">
                    <a:moveTo>
                      <a:pt x="51" y="1"/>
                    </a:moveTo>
                    <a:lnTo>
                      <a:pt x="0" y="73"/>
                    </a:lnTo>
                    <a:cubicBezTo>
                      <a:pt x="713" y="537"/>
                      <a:pt x="1534" y="859"/>
                      <a:pt x="2376" y="1010"/>
                    </a:cubicBezTo>
                    <a:lnTo>
                      <a:pt x="2392" y="922"/>
                    </a:lnTo>
                    <a:cubicBezTo>
                      <a:pt x="1562" y="777"/>
                      <a:pt x="754" y="458"/>
                      <a:pt x="51" y="1"/>
                    </a:cubicBez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38"/>
              <p:cNvSpPr/>
              <p:nvPr/>
            </p:nvSpPr>
            <p:spPr>
              <a:xfrm>
                <a:off x="5102825" y="3333375"/>
                <a:ext cx="138675" cy="66425"/>
              </a:xfrm>
              <a:custGeom>
                <a:avLst/>
                <a:gdLst/>
                <a:ahLst/>
                <a:cxnLst/>
                <a:rect l="l" t="t" r="r" b="b"/>
                <a:pathLst>
                  <a:path w="5547" h="2657" extrusionOk="0">
                    <a:moveTo>
                      <a:pt x="5483" y="1"/>
                    </a:moveTo>
                    <a:cubicBezTo>
                      <a:pt x="3988" y="1379"/>
                      <a:pt x="2041" y="2288"/>
                      <a:pt x="0" y="2565"/>
                    </a:cubicBezTo>
                    <a:lnTo>
                      <a:pt x="13" y="2657"/>
                    </a:lnTo>
                    <a:cubicBezTo>
                      <a:pt x="2073" y="2376"/>
                      <a:pt x="4035" y="1461"/>
                      <a:pt x="5546" y="67"/>
                    </a:cubicBezTo>
                    <a:lnTo>
                      <a:pt x="5483" y="1"/>
                    </a:ln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38"/>
              <p:cNvSpPr/>
              <p:nvPr/>
            </p:nvSpPr>
            <p:spPr>
              <a:xfrm>
                <a:off x="5287225" y="3355850"/>
                <a:ext cx="45675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004" extrusionOk="0">
                    <a:moveTo>
                      <a:pt x="66" y="1"/>
                    </a:moveTo>
                    <a:lnTo>
                      <a:pt x="0" y="64"/>
                    </a:lnTo>
                    <a:cubicBezTo>
                      <a:pt x="164" y="244"/>
                      <a:pt x="363" y="411"/>
                      <a:pt x="596" y="569"/>
                    </a:cubicBezTo>
                    <a:cubicBezTo>
                      <a:pt x="710" y="647"/>
                      <a:pt x="864" y="748"/>
                      <a:pt x="1032" y="805"/>
                    </a:cubicBezTo>
                    <a:cubicBezTo>
                      <a:pt x="1151" y="846"/>
                      <a:pt x="1268" y="868"/>
                      <a:pt x="1388" y="894"/>
                    </a:cubicBezTo>
                    <a:cubicBezTo>
                      <a:pt x="1533" y="922"/>
                      <a:pt x="1669" y="947"/>
                      <a:pt x="1795" y="1004"/>
                    </a:cubicBezTo>
                    <a:lnTo>
                      <a:pt x="1827" y="916"/>
                    </a:lnTo>
                    <a:cubicBezTo>
                      <a:pt x="1691" y="859"/>
                      <a:pt x="1546" y="830"/>
                      <a:pt x="1404" y="802"/>
                    </a:cubicBezTo>
                    <a:cubicBezTo>
                      <a:pt x="1293" y="783"/>
                      <a:pt x="1174" y="758"/>
                      <a:pt x="1063" y="720"/>
                    </a:cubicBezTo>
                    <a:cubicBezTo>
                      <a:pt x="902" y="663"/>
                      <a:pt x="757" y="569"/>
                      <a:pt x="647" y="496"/>
                    </a:cubicBezTo>
                    <a:cubicBezTo>
                      <a:pt x="423" y="341"/>
                      <a:pt x="227" y="174"/>
                      <a:pt x="66" y="1"/>
                    </a:cubicBez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38"/>
              <p:cNvSpPr/>
              <p:nvPr/>
            </p:nvSpPr>
            <p:spPr>
              <a:xfrm>
                <a:off x="5232250" y="3192125"/>
                <a:ext cx="52700" cy="52450"/>
              </a:xfrm>
              <a:custGeom>
                <a:avLst/>
                <a:gdLst/>
                <a:ahLst/>
                <a:cxnLst/>
                <a:rect l="l" t="t" r="r" b="b"/>
                <a:pathLst>
                  <a:path w="2108" h="2098" extrusionOk="0">
                    <a:moveTo>
                      <a:pt x="492" y="1"/>
                    </a:moveTo>
                    <a:lnTo>
                      <a:pt x="0" y="751"/>
                    </a:lnTo>
                    <a:cubicBezTo>
                      <a:pt x="0" y="751"/>
                      <a:pt x="1115" y="2098"/>
                      <a:pt x="1406" y="2098"/>
                    </a:cubicBezTo>
                    <a:cubicBezTo>
                      <a:pt x="1413" y="2098"/>
                      <a:pt x="1420" y="2097"/>
                      <a:pt x="1426" y="2095"/>
                    </a:cubicBezTo>
                    <a:cubicBezTo>
                      <a:pt x="1584" y="2051"/>
                      <a:pt x="1631" y="1688"/>
                      <a:pt x="1631" y="1688"/>
                    </a:cubicBezTo>
                    <a:lnTo>
                      <a:pt x="2108" y="745"/>
                    </a:lnTo>
                    <a:lnTo>
                      <a:pt x="492" y="1"/>
                    </a:lnTo>
                    <a:close/>
                  </a:path>
                </a:pathLst>
              </a:custGeom>
              <a:solidFill>
                <a:srgbClr val="A64C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38"/>
              <p:cNvSpPr/>
              <p:nvPr/>
            </p:nvSpPr>
            <p:spPr>
              <a:xfrm>
                <a:off x="5228850" y="3141350"/>
                <a:ext cx="86475" cy="88750"/>
              </a:xfrm>
              <a:custGeom>
                <a:avLst/>
                <a:gdLst/>
                <a:ahLst/>
                <a:cxnLst/>
                <a:rect l="l" t="t" r="r" b="b"/>
                <a:pathLst>
                  <a:path w="3459" h="3550" extrusionOk="0">
                    <a:moveTo>
                      <a:pt x="1867" y="0"/>
                    </a:moveTo>
                    <a:cubicBezTo>
                      <a:pt x="1541" y="0"/>
                      <a:pt x="1214" y="79"/>
                      <a:pt x="934" y="221"/>
                    </a:cubicBezTo>
                    <a:cubicBezTo>
                      <a:pt x="288" y="549"/>
                      <a:pt x="1" y="1331"/>
                      <a:pt x="111" y="2009"/>
                    </a:cubicBezTo>
                    <a:cubicBezTo>
                      <a:pt x="243" y="2833"/>
                      <a:pt x="814" y="3120"/>
                      <a:pt x="1392" y="3306"/>
                    </a:cubicBezTo>
                    <a:cubicBezTo>
                      <a:pt x="1654" y="3388"/>
                      <a:pt x="2055" y="3549"/>
                      <a:pt x="2396" y="3549"/>
                    </a:cubicBezTo>
                    <a:cubicBezTo>
                      <a:pt x="2538" y="3549"/>
                      <a:pt x="2670" y="3521"/>
                      <a:pt x="2777" y="3448"/>
                    </a:cubicBezTo>
                    <a:cubicBezTo>
                      <a:pt x="3105" y="3215"/>
                      <a:pt x="3237" y="2871"/>
                      <a:pt x="3294" y="2502"/>
                    </a:cubicBezTo>
                    <a:cubicBezTo>
                      <a:pt x="3363" y="2028"/>
                      <a:pt x="3458" y="1404"/>
                      <a:pt x="3379" y="978"/>
                    </a:cubicBezTo>
                    <a:cubicBezTo>
                      <a:pt x="3294" y="514"/>
                      <a:pt x="2966" y="293"/>
                      <a:pt x="2524" y="120"/>
                    </a:cubicBezTo>
                    <a:cubicBezTo>
                      <a:pt x="2317" y="38"/>
                      <a:pt x="2093" y="0"/>
                      <a:pt x="1867" y="0"/>
                    </a:cubicBezTo>
                    <a:close/>
                  </a:path>
                </a:pathLst>
              </a:custGeom>
              <a:solidFill>
                <a:srgbClr val="A64C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38"/>
              <p:cNvSpPr/>
              <p:nvPr/>
            </p:nvSpPr>
            <p:spPr>
              <a:xfrm>
                <a:off x="5200450" y="3126150"/>
                <a:ext cx="123225" cy="132575"/>
              </a:xfrm>
              <a:custGeom>
                <a:avLst/>
                <a:gdLst/>
                <a:ahLst/>
                <a:cxnLst/>
                <a:rect l="l" t="t" r="r" b="b"/>
                <a:pathLst>
                  <a:path w="4929" h="5303" extrusionOk="0">
                    <a:moveTo>
                      <a:pt x="2891" y="0"/>
                    </a:moveTo>
                    <a:cubicBezTo>
                      <a:pt x="2401" y="0"/>
                      <a:pt x="1908" y="144"/>
                      <a:pt x="1547" y="415"/>
                    </a:cubicBezTo>
                    <a:cubicBezTo>
                      <a:pt x="1013" y="810"/>
                      <a:pt x="843" y="1387"/>
                      <a:pt x="471" y="1923"/>
                    </a:cubicBezTo>
                    <a:cubicBezTo>
                      <a:pt x="212" y="2293"/>
                      <a:pt x="7" y="2718"/>
                      <a:pt x="4" y="3163"/>
                    </a:cubicBezTo>
                    <a:cubicBezTo>
                      <a:pt x="1" y="3491"/>
                      <a:pt x="108" y="3819"/>
                      <a:pt x="304" y="4084"/>
                    </a:cubicBezTo>
                    <a:cubicBezTo>
                      <a:pt x="543" y="4406"/>
                      <a:pt x="906" y="4630"/>
                      <a:pt x="1143" y="4958"/>
                    </a:cubicBezTo>
                    <a:cubicBezTo>
                      <a:pt x="1250" y="5103"/>
                      <a:pt x="1364" y="5290"/>
                      <a:pt x="1550" y="5302"/>
                    </a:cubicBezTo>
                    <a:cubicBezTo>
                      <a:pt x="1554" y="5302"/>
                      <a:pt x="1558" y="5302"/>
                      <a:pt x="1561" y="5302"/>
                    </a:cubicBezTo>
                    <a:cubicBezTo>
                      <a:pt x="1695" y="5302"/>
                      <a:pt x="1813" y="5198"/>
                      <a:pt x="1868" y="5081"/>
                    </a:cubicBezTo>
                    <a:cubicBezTo>
                      <a:pt x="2023" y="4756"/>
                      <a:pt x="1812" y="4390"/>
                      <a:pt x="1758" y="4037"/>
                    </a:cubicBezTo>
                    <a:cubicBezTo>
                      <a:pt x="1685" y="3535"/>
                      <a:pt x="1938" y="3053"/>
                      <a:pt x="2178" y="2608"/>
                    </a:cubicBezTo>
                    <a:cubicBezTo>
                      <a:pt x="2187" y="2605"/>
                      <a:pt x="2190" y="2602"/>
                      <a:pt x="2190" y="2592"/>
                    </a:cubicBezTo>
                    <a:cubicBezTo>
                      <a:pt x="2256" y="2475"/>
                      <a:pt x="2326" y="2352"/>
                      <a:pt x="2439" y="2270"/>
                    </a:cubicBezTo>
                    <a:cubicBezTo>
                      <a:pt x="2591" y="2154"/>
                      <a:pt x="2793" y="2135"/>
                      <a:pt x="2957" y="2043"/>
                    </a:cubicBezTo>
                    <a:cubicBezTo>
                      <a:pt x="3294" y="1863"/>
                      <a:pt x="3405" y="1444"/>
                      <a:pt x="3439" y="1075"/>
                    </a:cubicBezTo>
                    <a:cubicBezTo>
                      <a:pt x="3774" y="1119"/>
                      <a:pt x="4086" y="1299"/>
                      <a:pt x="4288" y="1564"/>
                    </a:cubicBezTo>
                    <a:cubicBezTo>
                      <a:pt x="4484" y="1829"/>
                      <a:pt x="4563" y="2176"/>
                      <a:pt x="4499" y="2498"/>
                    </a:cubicBezTo>
                    <a:cubicBezTo>
                      <a:pt x="4824" y="2210"/>
                      <a:pt x="4928" y="1737"/>
                      <a:pt x="4824" y="1324"/>
                    </a:cubicBezTo>
                    <a:cubicBezTo>
                      <a:pt x="4714" y="908"/>
                      <a:pt x="4414" y="557"/>
                      <a:pt x="4051" y="321"/>
                    </a:cubicBezTo>
                    <a:cubicBezTo>
                      <a:pt x="3720" y="104"/>
                      <a:pt x="3306" y="0"/>
                      <a:pt x="2891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38"/>
              <p:cNvSpPr/>
              <p:nvPr/>
            </p:nvSpPr>
            <p:spPr>
              <a:xfrm>
                <a:off x="5243925" y="3179075"/>
                <a:ext cx="23125" cy="28250"/>
              </a:xfrm>
              <a:custGeom>
                <a:avLst/>
                <a:gdLst/>
                <a:ahLst/>
                <a:cxnLst/>
                <a:rect l="l" t="t" r="r" b="b"/>
                <a:pathLst>
                  <a:path w="925" h="1130" extrusionOk="0">
                    <a:moveTo>
                      <a:pt x="559" y="1"/>
                    </a:moveTo>
                    <a:cubicBezTo>
                      <a:pt x="326" y="1"/>
                      <a:pt x="112" y="215"/>
                      <a:pt x="54" y="428"/>
                    </a:cubicBezTo>
                    <a:cubicBezTo>
                      <a:pt x="0" y="605"/>
                      <a:pt x="38" y="819"/>
                      <a:pt x="170" y="958"/>
                    </a:cubicBezTo>
                    <a:cubicBezTo>
                      <a:pt x="274" y="1063"/>
                      <a:pt x="410" y="1130"/>
                      <a:pt x="537" y="1130"/>
                    </a:cubicBezTo>
                    <a:cubicBezTo>
                      <a:pt x="643" y="1130"/>
                      <a:pt x="743" y="1084"/>
                      <a:pt x="814" y="977"/>
                    </a:cubicBezTo>
                    <a:lnTo>
                      <a:pt x="924" y="343"/>
                    </a:lnTo>
                    <a:cubicBezTo>
                      <a:pt x="902" y="217"/>
                      <a:pt x="820" y="90"/>
                      <a:pt x="732" y="43"/>
                    </a:cubicBezTo>
                    <a:cubicBezTo>
                      <a:pt x="675" y="14"/>
                      <a:pt x="616" y="1"/>
                      <a:pt x="559" y="1"/>
                    </a:cubicBezTo>
                    <a:close/>
                  </a:path>
                </a:pathLst>
              </a:custGeom>
              <a:solidFill>
                <a:srgbClr val="A64C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38"/>
              <p:cNvSpPr/>
              <p:nvPr/>
            </p:nvSpPr>
            <p:spPr>
              <a:xfrm>
                <a:off x="5251325" y="3185750"/>
                <a:ext cx="14225" cy="13725"/>
              </a:xfrm>
              <a:custGeom>
                <a:avLst/>
                <a:gdLst/>
                <a:ahLst/>
                <a:cxnLst/>
                <a:rect l="l" t="t" r="r" b="b"/>
                <a:pathLst>
                  <a:path w="569" h="549" extrusionOk="0">
                    <a:moveTo>
                      <a:pt x="64" y="0"/>
                    </a:moveTo>
                    <a:lnTo>
                      <a:pt x="1" y="66"/>
                    </a:lnTo>
                    <a:cubicBezTo>
                      <a:pt x="168" y="224"/>
                      <a:pt x="335" y="385"/>
                      <a:pt x="502" y="549"/>
                    </a:cubicBezTo>
                    <a:lnTo>
                      <a:pt x="568" y="480"/>
                    </a:lnTo>
                    <a:cubicBezTo>
                      <a:pt x="404" y="319"/>
                      <a:pt x="234" y="158"/>
                      <a:pt x="64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38"/>
              <p:cNvSpPr/>
              <p:nvPr/>
            </p:nvSpPr>
            <p:spPr>
              <a:xfrm>
                <a:off x="5263550" y="3181250"/>
                <a:ext cx="5300" cy="8775"/>
              </a:xfrm>
              <a:custGeom>
                <a:avLst/>
                <a:gdLst/>
                <a:ahLst/>
                <a:cxnLst/>
                <a:rect l="l" t="t" r="r" b="b"/>
                <a:pathLst>
                  <a:path w="212" h="351" extrusionOk="0">
                    <a:moveTo>
                      <a:pt x="67" y="0"/>
                    </a:moveTo>
                    <a:lnTo>
                      <a:pt x="1" y="60"/>
                    </a:lnTo>
                    <a:cubicBezTo>
                      <a:pt x="73" y="139"/>
                      <a:pt x="114" y="243"/>
                      <a:pt x="124" y="350"/>
                    </a:cubicBezTo>
                    <a:lnTo>
                      <a:pt x="212" y="344"/>
                    </a:lnTo>
                    <a:cubicBezTo>
                      <a:pt x="206" y="218"/>
                      <a:pt x="152" y="98"/>
                      <a:pt x="67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38"/>
              <p:cNvSpPr/>
              <p:nvPr/>
            </p:nvSpPr>
            <p:spPr>
              <a:xfrm>
                <a:off x="5243350" y="3193700"/>
                <a:ext cx="22125" cy="14550"/>
              </a:xfrm>
              <a:custGeom>
                <a:avLst/>
                <a:gdLst/>
                <a:ahLst/>
                <a:cxnLst/>
                <a:rect l="l" t="t" r="r" b="b"/>
                <a:pathLst>
                  <a:path w="885" h="582" extrusionOk="0">
                    <a:moveTo>
                      <a:pt x="1" y="1"/>
                    </a:moveTo>
                    <a:cubicBezTo>
                      <a:pt x="4" y="196"/>
                      <a:pt x="99" y="389"/>
                      <a:pt x="250" y="490"/>
                    </a:cubicBezTo>
                    <a:cubicBezTo>
                      <a:pt x="335" y="550"/>
                      <a:pt x="439" y="581"/>
                      <a:pt x="537" y="581"/>
                    </a:cubicBezTo>
                    <a:cubicBezTo>
                      <a:pt x="632" y="581"/>
                      <a:pt x="727" y="553"/>
                      <a:pt x="802" y="496"/>
                    </a:cubicBezTo>
                    <a:cubicBezTo>
                      <a:pt x="824" y="477"/>
                      <a:pt x="850" y="458"/>
                      <a:pt x="869" y="439"/>
                    </a:cubicBezTo>
                    <a:lnTo>
                      <a:pt x="884" y="423"/>
                    </a:lnTo>
                    <a:lnTo>
                      <a:pt x="821" y="354"/>
                    </a:lnTo>
                    <a:lnTo>
                      <a:pt x="805" y="370"/>
                    </a:lnTo>
                    <a:cubicBezTo>
                      <a:pt x="787" y="386"/>
                      <a:pt x="764" y="408"/>
                      <a:pt x="745" y="423"/>
                    </a:cubicBezTo>
                    <a:cubicBezTo>
                      <a:pt x="689" y="465"/>
                      <a:pt x="613" y="486"/>
                      <a:pt x="535" y="486"/>
                    </a:cubicBezTo>
                    <a:cubicBezTo>
                      <a:pt x="453" y="486"/>
                      <a:pt x="369" y="462"/>
                      <a:pt x="301" y="414"/>
                    </a:cubicBezTo>
                    <a:cubicBezTo>
                      <a:pt x="174" y="329"/>
                      <a:pt x="96" y="171"/>
                      <a:pt x="92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38"/>
              <p:cNvSpPr/>
              <p:nvPr/>
            </p:nvSpPr>
            <p:spPr>
              <a:xfrm>
                <a:off x="5249750" y="3208925"/>
                <a:ext cx="27700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108" h="815" extrusionOk="0">
                    <a:moveTo>
                      <a:pt x="79" y="0"/>
                    </a:moveTo>
                    <a:lnTo>
                      <a:pt x="1" y="42"/>
                    </a:lnTo>
                    <a:cubicBezTo>
                      <a:pt x="215" y="430"/>
                      <a:pt x="698" y="698"/>
                      <a:pt x="1083" y="814"/>
                    </a:cubicBezTo>
                    <a:lnTo>
                      <a:pt x="1108" y="729"/>
                    </a:lnTo>
                    <a:cubicBezTo>
                      <a:pt x="742" y="616"/>
                      <a:pt x="281" y="363"/>
                      <a:pt x="79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38"/>
              <p:cNvSpPr/>
              <p:nvPr/>
            </p:nvSpPr>
            <p:spPr>
              <a:xfrm>
                <a:off x="5293200" y="3192375"/>
                <a:ext cx="7750" cy="15075"/>
              </a:xfrm>
              <a:custGeom>
                <a:avLst/>
                <a:gdLst/>
                <a:ahLst/>
                <a:cxnLst/>
                <a:rect l="l" t="t" r="r" b="b"/>
                <a:pathLst>
                  <a:path w="310" h="603" extrusionOk="0">
                    <a:moveTo>
                      <a:pt x="196" y="0"/>
                    </a:moveTo>
                    <a:lnTo>
                      <a:pt x="105" y="19"/>
                    </a:lnTo>
                    <a:cubicBezTo>
                      <a:pt x="124" y="104"/>
                      <a:pt x="149" y="189"/>
                      <a:pt x="174" y="271"/>
                    </a:cubicBezTo>
                    <a:cubicBezTo>
                      <a:pt x="190" y="325"/>
                      <a:pt x="212" y="382"/>
                      <a:pt x="190" y="426"/>
                    </a:cubicBezTo>
                    <a:cubicBezTo>
                      <a:pt x="181" y="451"/>
                      <a:pt x="155" y="473"/>
                      <a:pt x="121" y="489"/>
                    </a:cubicBezTo>
                    <a:cubicBezTo>
                      <a:pt x="86" y="498"/>
                      <a:pt x="45" y="508"/>
                      <a:pt x="1" y="511"/>
                    </a:cubicBezTo>
                    <a:lnTo>
                      <a:pt x="13" y="603"/>
                    </a:lnTo>
                    <a:cubicBezTo>
                      <a:pt x="61" y="593"/>
                      <a:pt x="108" y="590"/>
                      <a:pt x="152" y="574"/>
                    </a:cubicBezTo>
                    <a:cubicBezTo>
                      <a:pt x="212" y="549"/>
                      <a:pt x="253" y="511"/>
                      <a:pt x="275" y="464"/>
                    </a:cubicBezTo>
                    <a:cubicBezTo>
                      <a:pt x="310" y="388"/>
                      <a:pt x="282" y="306"/>
                      <a:pt x="263" y="243"/>
                    </a:cubicBezTo>
                    <a:cubicBezTo>
                      <a:pt x="237" y="164"/>
                      <a:pt x="215" y="82"/>
                      <a:pt x="196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38"/>
              <p:cNvSpPr/>
              <p:nvPr/>
            </p:nvSpPr>
            <p:spPr>
              <a:xfrm>
                <a:off x="5276575" y="3173675"/>
                <a:ext cx="15700" cy="8700"/>
              </a:xfrm>
              <a:custGeom>
                <a:avLst/>
                <a:gdLst/>
                <a:ahLst/>
                <a:cxnLst/>
                <a:rect l="l" t="t" r="r" b="b"/>
                <a:pathLst>
                  <a:path w="628" h="348" extrusionOk="0">
                    <a:moveTo>
                      <a:pt x="565" y="0"/>
                    </a:moveTo>
                    <a:cubicBezTo>
                      <a:pt x="467" y="101"/>
                      <a:pt x="341" y="171"/>
                      <a:pt x="205" y="215"/>
                    </a:cubicBezTo>
                    <a:cubicBezTo>
                      <a:pt x="161" y="231"/>
                      <a:pt x="120" y="237"/>
                      <a:pt x="76" y="250"/>
                    </a:cubicBezTo>
                    <a:cubicBezTo>
                      <a:pt x="51" y="253"/>
                      <a:pt x="29" y="259"/>
                      <a:pt x="10" y="259"/>
                    </a:cubicBezTo>
                    <a:lnTo>
                      <a:pt x="0" y="347"/>
                    </a:lnTo>
                    <a:lnTo>
                      <a:pt x="16" y="347"/>
                    </a:lnTo>
                    <a:cubicBezTo>
                      <a:pt x="44" y="347"/>
                      <a:pt x="70" y="344"/>
                      <a:pt x="98" y="338"/>
                    </a:cubicBezTo>
                    <a:cubicBezTo>
                      <a:pt x="142" y="325"/>
                      <a:pt x="189" y="316"/>
                      <a:pt x="234" y="300"/>
                    </a:cubicBezTo>
                    <a:cubicBezTo>
                      <a:pt x="379" y="253"/>
                      <a:pt x="517" y="174"/>
                      <a:pt x="628" y="67"/>
                    </a:cubicBezTo>
                    <a:lnTo>
                      <a:pt x="565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38"/>
              <p:cNvSpPr/>
              <p:nvPr/>
            </p:nvSpPr>
            <p:spPr>
              <a:xfrm>
                <a:off x="5303450" y="3175950"/>
                <a:ext cx="10525" cy="8775"/>
              </a:xfrm>
              <a:custGeom>
                <a:avLst/>
                <a:gdLst/>
                <a:ahLst/>
                <a:cxnLst/>
                <a:rect l="l" t="t" r="r" b="b"/>
                <a:pathLst>
                  <a:path w="421" h="351" extrusionOk="0">
                    <a:moveTo>
                      <a:pt x="77" y="1"/>
                    </a:moveTo>
                    <a:lnTo>
                      <a:pt x="1" y="51"/>
                    </a:lnTo>
                    <a:cubicBezTo>
                      <a:pt x="96" y="184"/>
                      <a:pt x="231" y="288"/>
                      <a:pt x="386" y="351"/>
                    </a:cubicBezTo>
                    <a:lnTo>
                      <a:pt x="420" y="269"/>
                    </a:lnTo>
                    <a:cubicBezTo>
                      <a:pt x="282" y="215"/>
                      <a:pt x="159" y="121"/>
                      <a:pt x="77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38"/>
              <p:cNvSpPr/>
              <p:nvPr/>
            </p:nvSpPr>
            <p:spPr>
              <a:xfrm>
                <a:off x="5279175" y="3186600"/>
                <a:ext cx="11600" cy="5625"/>
              </a:xfrm>
              <a:custGeom>
                <a:avLst/>
                <a:gdLst/>
                <a:ahLst/>
                <a:cxnLst/>
                <a:rect l="l" t="t" r="r" b="b"/>
                <a:pathLst>
                  <a:path w="464" h="225" extrusionOk="0">
                    <a:moveTo>
                      <a:pt x="388" y="1"/>
                    </a:moveTo>
                    <a:lnTo>
                      <a:pt x="379" y="20"/>
                    </a:lnTo>
                    <a:cubicBezTo>
                      <a:pt x="328" y="92"/>
                      <a:pt x="303" y="127"/>
                      <a:pt x="237" y="136"/>
                    </a:cubicBezTo>
                    <a:cubicBezTo>
                      <a:pt x="234" y="137"/>
                      <a:pt x="231" y="137"/>
                      <a:pt x="227" y="137"/>
                    </a:cubicBezTo>
                    <a:cubicBezTo>
                      <a:pt x="162" y="137"/>
                      <a:pt x="103" y="105"/>
                      <a:pt x="82" y="48"/>
                    </a:cubicBezTo>
                    <a:lnTo>
                      <a:pt x="0" y="83"/>
                    </a:lnTo>
                    <a:cubicBezTo>
                      <a:pt x="38" y="171"/>
                      <a:pt x="126" y="225"/>
                      <a:pt x="221" y="225"/>
                    </a:cubicBezTo>
                    <a:lnTo>
                      <a:pt x="243" y="225"/>
                    </a:lnTo>
                    <a:cubicBezTo>
                      <a:pt x="357" y="218"/>
                      <a:pt x="404" y="143"/>
                      <a:pt x="451" y="73"/>
                    </a:cubicBezTo>
                    <a:lnTo>
                      <a:pt x="464" y="51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38"/>
              <p:cNvSpPr/>
              <p:nvPr/>
            </p:nvSpPr>
            <p:spPr>
              <a:xfrm>
                <a:off x="5304650" y="3189200"/>
                <a:ext cx="9175" cy="6100"/>
              </a:xfrm>
              <a:custGeom>
                <a:avLst/>
                <a:gdLst/>
                <a:ahLst/>
                <a:cxnLst/>
                <a:rect l="l" t="t" r="r" b="b"/>
                <a:pathLst>
                  <a:path w="367" h="244" extrusionOk="0">
                    <a:moveTo>
                      <a:pt x="89" y="1"/>
                    </a:moveTo>
                    <a:lnTo>
                      <a:pt x="0" y="20"/>
                    </a:lnTo>
                    <a:cubicBezTo>
                      <a:pt x="41" y="168"/>
                      <a:pt x="104" y="244"/>
                      <a:pt x="199" y="244"/>
                    </a:cubicBezTo>
                    <a:lnTo>
                      <a:pt x="215" y="244"/>
                    </a:lnTo>
                    <a:cubicBezTo>
                      <a:pt x="297" y="237"/>
                      <a:pt x="354" y="159"/>
                      <a:pt x="366" y="86"/>
                    </a:cubicBezTo>
                    <a:lnTo>
                      <a:pt x="278" y="67"/>
                    </a:lnTo>
                    <a:cubicBezTo>
                      <a:pt x="265" y="111"/>
                      <a:pt x="237" y="149"/>
                      <a:pt x="202" y="152"/>
                    </a:cubicBezTo>
                    <a:cubicBezTo>
                      <a:pt x="199" y="153"/>
                      <a:pt x="194" y="154"/>
                      <a:pt x="189" y="154"/>
                    </a:cubicBezTo>
                    <a:cubicBezTo>
                      <a:pt x="163" y="154"/>
                      <a:pt x="120" y="133"/>
                      <a:pt x="89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38"/>
              <p:cNvSpPr/>
              <p:nvPr/>
            </p:nvSpPr>
            <p:spPr>
              <a:xfrm>
                <a:off x="5285325" y="3209700"/>
                <a:ext cx="12650" cy="3575"/>
              </a:xfrm>
              <a:custGeom>
                <a:avLst/>
                <a:gdLst/>
                <a:ahLst/>
                <a:cxnLst/>
                <a:rect l="l" t="t" r="r" b="b"/>
                <a:pathLst>
                  <a:path w="506" h="143" extrusionOk="0">
                    <a:moveTo>
                      <a:pt x="229" y="1"/>
                    </a:moveTo>
                    <a:cubicBezTo>
                      <a:pt x="159" y="1"/>
                      <a:pt x="83" y="11"/>
                      <a:pt x="0" y="33"/>
                    </a:cubicBezTo>
                    <a:lnTo>
                      <a:pt x="26" y="118"/>
                    </a:lnTo>
                    <a:cubicBezTo>
                      <a:pt x="95" y="100"/>
                      <a:pt x="162" y="91"/>
                      <a:pt x="224" y="91"/>
                    </a:cubicBezTo>
                    <a:cubicBezTo>
                      <a:pt x="280" y="91"/>
                      <a:pt x="332" y="98"/>
                      <a:pt x="379" y="111"/>
                    </a:cubicBezTo>
                    <a:cubicBezTo>
                      <a:pt x="410" y="118"/>
                      <a:pt x="429" y="130"/>
                      <a:pt x="442" y="143"/>
                    </a:cubicBezTo>
                    <a:lnTo>
                      <a:pt x="505" y="74"/>
                    </a:lnTo>
                    <a:cubicBezTo>
                      <a:pt x="473" y="48"/>
                      <a:pt x="429" y="33"/>
                      <a:pt x="404" y="23"/>
                    </a:cubicBezTo>
                    <a:cubicBezTo>
                      <a:pt x="350" y="8"/>
                      <a:pt x="292" y="1"/>
                      <a:pt x="229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16" name="Google Shape;1116;p38"/>
            <p:cNvGrpSpPr/>
            <p:nvPr/>
          </p:nvGrpSpPr>
          <p:grpSpPr>
            <a:xfrm>
              <a:off x="4912636" y="824466"/>
              <a:ext cx="423369" cy="3391234"/>
              <a:chOff x="3075525" y="3637175"/>
              <a:chExt cx="149000" cy="1193550"/>
            </a:xfrm>
          </p:grpSpPr>
          <p:sp>
            <p:nvSpPr>
              <p:cNvPr id="1117" name="Google Shape;1117;p38"/>
              <p:cNvSpPr/>
              <p:nvPr/>
            </p:nvSpPr>
            <p:spPr>
              <a:xfrm>
                <a:off x="3090425" y="3675125"/>
                <a:ext cx="119900" cy="114775"/>
              </a:xfrm>
              <a:custGeom>
                <a:avLst/>
                <a:gdLst/>
                <a:ahLst/>
                <a:cxnLst/>
                <a:rect l="l" t="t" r="r" b="b"/>
                <a:pathLst>
                  <a:path w="4796" h="4591" extrusionOk="0">
                    <a:moveTo>
                      <a:pt x="0" y="0"/>
                    </a:moveTo>
                    <a:lnTo>
                      <a:pt x="868" y="4590"/>
                    </a:lnTo>
                    <a:lnTo>
                      <a:pt x="3928" y="4590"/>
                    </a:lnTo>
                    <a:lnTo>
                      <a:pt x="4796" y="0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38"/>
              <p:cNvSpPr/>
              <p:nvPr/>
            </p:nvSpPr>
            <p:spPr>
              <a:xfrm>
                <a:off x="3075525" y="3666450"/>
                <a:ext cx="149000" cy="17375"/>
              </a:xfrm>
              <a:custGeom>
                <a:avLst/>
                <a:gdLst/>
                <a:ahLst/>
                <a:cxnLst/>
                <a:rect l="l" t="t" r="r" b="b"/>
                <a:pathLst>
                  <a:path w="5960" h="695" extrusionOk="0">
                    <a:moveTo>
                      <a:pt x="347" y="0"/>
                    </a:moveTo>
                    <a:cubicBezTo>
                      <a:pt x="155" y="0"/>
                      <a:pt x="0" y="152"/>
                      <a:pt x="0" y="347"/>
                    </a:cubicBezTo>
                    <a:cubicBezTo>
                      <a:pt x="0" y="540"/>
                      <a:pt x="155" y="694"/>
                      <a:pt x="347" y="694"/>
                    </a:cubicBezTo>
                    <a:lnTo>
                      <a:pt x="5609" y="694"/>
                    </a:lnTo>
                    <a:cubicBezTo>
                      <a:pt x="5802" y="694"/>
                      <a:pt x="5959" y="540"/>
                      <a:pt x="5956" y="347"/>
                    </a:cubicBezTo>
                    <a:cubicBezTo>
                      <a:pt x="5956" y="152"/>
                      <a:pt x="5802" y="0"/>
                      <a:pt x="5609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38"/>
              <p:cNvSpPr/>
              <p:nvPr/>
            </p:nvSpPr>
            <p:spPr>
              <a:xfrm>
                <a:off x="3100525" y="3781200"/>
                <a:ext cx="99150" cy="17375"/>
              </a:xfrm>
              <a:custGeom>
                <a:avLst/>
                <a:gdLst/>
                <a:ahLst/>
                <a:cxnLst/>
                <a:rect l="l" t="t" r="r" b="b"/>
                <a:pathLst>
                  <a:path w="3966" h="695" extrusionOk="0">
                    <a:moveTo>
                      <a:pt x="347" y="0"/>
                    </a:moveTo>
                    <a:cubicBezTo>
                      <a:pt x="152" y="0"/>
                      <a:pt x="0" y="155"/>
                      <a:pt x="0" y="347"/>
                    </a:cubicBezTo>
                    <a:cubicBezTo>
                      <a:pt x="0" y="540"/>
                      <a:pt x="152" y="694"/>
                      <a:pt x="347" y="694"/>
                    </a:cubicBezTo>
                    <a:lnTo>
                      <a:pt x="3619" y="694"/>
                    </a:lnTo>
                    <a:cubicBezTo>
                      <a:pt x="3808" y="694"/>
                      <a:pt x="3966" y="540"/>
                      <a:pt x="3966" y="347"/>
                    </a:cubicBezTo>
                    <a:cubicBezTo>
                      <a:pt x="3966" y="155"/>
                      <a:pt x="3814" y="0"/>
                      <a:pt x="3619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Google Shape;1120;p38"/>
              <p:cNvSpPr/>
              <p:nvPr/>
            </p:nvSpPr>
            <p:spPr>
              <a:xfrm>
                <a:off x="3113225" y="3637175"/>
                <a:ext cx="75175" cy="31975"/>
              </a:xfrm>
              <a:custGeom>
                <a:avLst/>
                <a:gdLst/>
                <a:ahLst/>
                <a:cxnLst/>
                <a:rect l="l" t="t" r="r" b="b"/>
                <a:pathLst>
                  <a:path w="3007" h="1279" extrusionOk="0">
                    <a:moveTo>
                      <a:pt x="1278" y="1"/>
                    </a:moveTo>
                    <a:cubicBezTo>
                      <a:pt x="571" y="1"/>
                      <a:pt x="0" y="572"/>
                      <a:pt x="0" y="1278"/>
                    </a:cubicBezTo>
                    <a:lnTo>
                      <a:pt x="3000" y="1278"/>
                    </a:lnTo>
                    <a:cubicBezTo>
                      <a:pt x="3007" y="569"/>
                      <a:pt x="2432" y="1"/>
                      <a:pt x="1729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Google Shape;1121;p38"/>
              <p:cNvSpPr/>
              <p:nvPr/>
            </p:nvSpPr>
            <p:spPr>
              <a:xfrm>
                <a:off x="3144600" y="3659350"/>
                <a:ext cx="12400" cy="131650"/>
              </a:xfrm>
              <a:custGeom>
                <a:avLst/>
                <a:gdLst/>
                <a:ahLst/>
                <a:cxnLst/>
                <a:rect l="l" t="t" r="r" b="b"/>
                <a:pathLst>
                  <a:path w="496" h="5266" extrusionOk="0">
                    <a:moveTo>
                      <a:pt x="1" y="0"/>
                    </a:moveTo>
                    <a:lnTo>
                      <a:pt x="1" y="5265"/>
                    </a:lnTo>
                    <a:lnTo>
                      <a:pt x="496" y="5265"/>
                    </a:lnTo>
                    <a:lnTo>
                      <a:pt x="496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38"/>
              <p:cNvSpPr/>
              <p:nvPr/>
            </p:nvSpPr>
            <p:spPr>
              <a:xfrm>
                <a:off x="3138850" y="3790975"/>
                <a:ext cx="26375" cy="828375"/>
              </a:xfrm>
              <a:custGeom>
                <a:avLst/>
                <a:gdLst/>
                <a:ahLst/>
                <a:cxnLst/>
                <a:rect l="l" t="t" r="r" b="b"/>
                <a:pathLst>
                  <a:path w="1055" h="33135" extrusionOk="0">
                    <a:moveTo>
                      <a:pt x="0" y="0"/>
                    </a:moveTo>
                    <a:lnTo>
                      <a:pt x="0" y="33135"/>
                    </a:lnTo>
                    <a:lnTo>
                      <a:pt x="1054" y="33135"/>
                    </a:lnTo>
                    <a:lnTo>
                      <a:pt x="1054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Google Shape;1123;p38"/>
              <p:cNvSpPr/>
              <p:nvPr/>
            </p:nvSpPr>
            <p:spPr>
              <a:xfrm>
                <a:off x="3123075" y="4593150"/>
                <a:ext cx="55850" cy="237575"/>
              </a:xfrm>
              <a:custGeom>
                <a:avLst/>
                <a:gdLst/>
                <a:ahLst/>
                <a:cxnLst/>
                <a:rect l="l" t="t" r="r" b="b"/>
                <a:pathLst>
                  <a:path w="2234" h="9503" extrusionOk="0">
                    <a:moveTo>
                      <a:pt x="1117" y="0"/>
                    </a:moveTo>
                    <a:cubicBezTo>
                      <a:pt x="502" y="0"/>
                      <a:pt x="0" y="502"/>
                      <a:pt x="0" y="1117"/>
                    </a:cubicBezTo>
                    <a:lnTo>
                      <a:pt x="0" y="9502"/>
                    </a:lnTo>
                    <a:lnTo>
                      <a:pt x="2228" y="9502"/>
                    </a:lnTo>
                    <a:lnTo>
                      <a:pt x="2228" y="1117"/>
                    </a:lnTo>
                    <a:cubicBezTo>
                      <a:pt x="2234" y="496"/>
                      <a:pt x="1732" y="0"/>
                      <a:pt x="1117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4" name="Google Shape;1124;p38"/>
            <p:cNvGrpSpPr/>
            <p:nvPr/>
          </p:nvGrpSpPr>
          <p:grpSpPr>
            <a:xfrm>
              <a:off x="5335940" y="3496344"/>
              <a:ext cx="1237152" cy="719433"/>
              <a:chOff x="5419325" y="3684950"/>
              <a:chExt cx="537425" cy="312525"/>
            </a:xfrm>
          </p:grpSpPr>
          <p:sp>
            <p:nvSpPr>
              <p:cNvPr id="1125" name="Google Shape;1125;p38"/>
              <p:cNvSpPr/>
              <p:nvPr/>
            </p:nvSpPr>
            <p:spPr>
              <a:xfrm>
                <a:off x="5564900" y="3916775"/>
                <a:ext cx="74000" cy="80475"/>
              </a:xfrm>
              <a:custGeom>
                <a:avLst/>
                <a:gdLst/>
                <a:ahLst/>
                <a:cxnLst/>
                <a:rect l="l" t="t" r="r" b="b"/>
                <a:pathLst>
                  <a:path w="2960" h="3219" extrusionOk="0">
                    <a:moveTo>
                      <a:pt x="1433" y="0"/>
                    </a:moveTo>
                    <a:lnTo>
                      <a:pt x="1" y="887"/>
                    </a:lnTo>
                    <a:lnTo>
                      <a:pt x="1433" y="3218"/>
                    </a:lnTo>
                    <a:lnTo>
                      <a:pt x="2960" y="3218"/>
                    </a:lnTo>
                    <a:lnTo>
                      <a:pt x="2102" y="2549"/>
                    </a:lnTo>
                    <a:lnTo>
                      <a:pt x="1433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38"/>
              <p:cNvSpPr/>
              <p:nvPr/>
            </p:nvSpPr>
            <p:spPr>
              <a:xfrm>
                <a:off x="5693775" y="3895325"/>
                <a:ext cx="86700" cy="102150"/>
              </a:xfrm>
              <a:custGeom>
                <a:avLst/>
                <a:gdLst/>
                <a:ahLst/>
                <a:cxnLst/>
                <a:rect l="l" t="t" r="r" b="b"/>
                <a:pathLst>
                  <a:path w="3468" h="4086" extrusionOk="0">
                    <a:moveTo>
                      <a:pt x="2591" y="0"/>
                    </a:moveTo>
                    <a:cubicBezTo>
                      <a:pt x="2401" y="199"/>
                      <a:pt x="1" y="3407"/>
                      <a:pt x="1" y="3407"/>
                    </a:cubicBezTo>
                    <a:lnTo>
                      <a:pt x="553" y="4086"/>
                    </a:lnTo>
                    <a:lnTo>
                      <a:pt x="1770" y="4086"/>
                    </a:lnTo>
                    <a:lnTo>
                      <a:pt x="1341" y="3360"/>
                    </a:lnTo>
                    <a:lnTo>
                      <a:pt x="3468" y="2095"/>
                    </a:lnTo>
                    <a:lnTo>
                      <a:pt x="2591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38"/>
              <p:cNvSpPr/>
              <p:nvPr/>
            </p:nvSpPr>
            <p:spPr>
              <a:xfrm>
                <a:off x="5506475" y="3758800"/>
                <a:ext cx="363350" cy="161650"/>
              </a:xfrm>
              <a:custGeom>
                <a:avLst/>
                <a:gdLst/>
                <a:ahLst/>
                <a:cxnLst/>
                <a:rect l="l" t="t" r="r" b="b"/>
                <a:pathLst>
                  <a:path w="14534" h="6466" extrusionOk="0">
                    <a:moveTo>
                      <a:pt x="11061" y="0"/>
                    </a:moveTo>
                    <a:cubicBezTo>
                      <a:pt x="10510" y="432"/>
                      <a:pt x="7825" y="534"/>
                      <a:pt x="5418" y="534"/>
                    </a:cubicBezTo>
                    <a:cubicBezTo>
                      <a:pt x="4941" y="534"/>
                      <a:pt x="4475" y="530"/>
                      <a:pt x="4038" y="524"/>
                    </a:cubicBezTo>
                    <a:cubicBezTo>
                      <a:pt x="4024" y="524"/>
                      <a:pt x="4009" y="524"/>
                      <a:pt x="3995" y="524"/>
                    </a:cubicBezTo>
                    <a:cubicBezTo>
                      <a:pt x="2321" y="524"/>
                      <a:pt x="452" y="1793"/>
                      <a:pt x="161" y="3411"/>
                    </a:cubicBezTo>
                    <a:cubicBezTo>
                      <a:pt x="0" y="4310"/>
                      <a:pt x="533" y="5108"/>
                      <a:pt x="865" y="5572"/>
                    </a:cubicBezTo>
                    <a:cubicBezTo>
                      <a:pt x="1399" y="6315"/>
                      <a:pt x="2501" y="6466"/>
                      <a:pt x="4021" y="6466"/>
                    </a:cubicBezTo>
                    <a:cubicBezTo>
                      <a:pt x="5053" y="6466"/>
                      <a:pt x="6277" y="6397"/>
                      <a:pt x="7647" y="6397"/>
                    </a:cubicBezTo>
                    <a:cubicBezTo>
                      <a:pt x="7759" y="6397"/>
                      <a:pt x="7873" y="6397"/>
                      <a:pt x="7988" y="6398"/>
                    </a:cubicBezTo>
                    <a:cubicBezTo>
                      <a:pt x="8026" y="6398"/>
                      <a:pt x="8064" y="6399"/>
                      <a:pt x="8101" y="6399"/>
                    </a:cubicBezTo>
                    <a:cubicBezTo>
                      <a:pt x="11565" y="6399"/>
                      <a:pt x="12142" y="4966"/>
                      <a:pt x="12632" y="3562"/>
                    </a:cubicBezTo>
                    <a:cubicBezTo>
                      <a:pt x="13121" y="2142"/>
                      <a:pt x="14534" y="694"/>
                      <a:pt x="14534" y="694"/>
                    </a:cubicBezTo>
                    <a:lnTo>
                      <a:pt x="11061" y="0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38"/>
              <p:cNvSpPr/>
              <p:nvPr/>
            </p:nvSpPr>
            <p:spPr>
              <a:xfrm>
                <a:off x="5757350" y="3753550"/>
                <a:ext cx="96950" cy="73975"/>
              </a:xfrm>
              <a:custGeom>
                <a:avLst/>
                <a:gdLst/>
                <a:ahLst/>
                <a:cxnLst/>
                <a:rect l="l" t="t" r="r" b="b"/>
                <a:pathLst>
                  <a:path w="3878" h="2959" extrusionOk="0">
                    <a:moveTo>
                      <a:pt x="1190" y="1"/>
                    </a:moveTo>
                    <a:cubicBezTo>
                      <a:pt x="1178" y="1"/>
                      <a:pt x="1165" y="2"/>
                      <a:pt x="1152" y="5"/>
                    </a:cubicBezTo>
                    <a:lnTo>
                      <a:pt x="190" y="273"/>
                    </a:lnTo>
                    <a:cubicBezTo>
                      <a:pt x="60" y="308"/>
                      <a:pt x="0" y="463"/>
                      <a:pt x="76" y="573"/>
                    </a:cubicBezTo>
                    <a:cubicBezTo>
                      <a:pt x="1328" y="2466"/>
                      <a:pt x="2508" y="2870"/>
                      <a:pt x="2985" y="2955"/>
                    </a:cubicBezTo>
                    <a:cubicBezTo>
                      <a:pt x="3003" y="2957"/>
                      <a:pt x="3020" y="2959"/>
                      <a:pt x="3038" y="2959"/>
                    </a:cubicBezTo>
                    <a:cubicBezTo>
                      <a:pt x="3154" y="2959"/>
                      <a:pt x="3260" y="2906"/>
                      <a:pt x="3325" y="2810"/>
                    </a:cubicBezTo>
                    <a:lnTo>
                      <a:pt x="3830" y="2065"/>
                    </a:lnTo>
                    <a:cubicBezTo>
                      <a:pt x="3877" y="1993"/>
                      <a:pt x="3833" y="1908"/>
                      <a:pt x="3751" y="1892"/>
                    </a:cubicBezTo>
                    <a:cubicBezTo>
                      <a:pt x="2571" y="1680"/>
                      <a:pt x="1508" y="349"/>
                      <a:pt x="1278" y="46"/>
                    </a:cubicBezTo>
                    <a:cubicBezTo>
                      <a:pt x="1259" y="15"/>
                      <a:pt x="1227" y="1"/>
                      <a:pt x="1190" y="1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Google Shape;1129;p38"/>
              <p:cNvSpPr/>
              <p:nvPr/>
            </p:nvSpPr>
            <p:spPr>
              <a:xfrm>
                <a:off x="5811775" y="3686550"/>
                <a:ext cx="143875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5755" h="4287" extrusionOk="0">
                    <a:moveTo>
                      <a:pt x="1514" y="1"/>
                    </a:moveTo>
                    <a:lnTo>
                      <a:pt x="514" y="360"/>
                    </a:lnTo>
                    <a:lnTo>
                      <a:pt x="0" y="1079"/>
                    </a:lnTo>
                    <a:lnTo>
                      <a:pt x="0" y="4102"/>
                    </a:lnTo>
                    <a:cubicBezTo>
                      <a:pt x="0" y="4102"/>
                      <a:pt x="1690" y="4287"/>
                      <a:pt x="3260" y="4287"/>
                    </a:cubicBezTo>
                    <a:cubicBezTo>
                      <a:pt x="3477" y="4287"/>
                      <a:pt x="3692" y="4283"/>
                      <a:pt x="3899" y="4275"/>
                    </a:cubicBezTo>
                    <a:cubicBezTo>
                      <a:pt x="5612" y="4203"/>
                      <a:pt x="5754" y="2900"/>
                      <a:pt x="5366" y="2477"/>
                    </a:cubicBezTo>
                    <a:cubicBezTo>
                      <a:pt x="4985" y="2054"/>
                      <a:pt x="4145" y="2458"/>
                      <a:pt x="3448" y="1253"/>
                    </a:cubicBezTo>
                    <a:cubicBezTo>
                      <a:pt x="2745" y="51"/>
                      <a:pt x="1514" y="1"/>
                      <a:pt x="1514" y="1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Google Shape;1130;p38"/>
              <p:cNvSpPr/>
              <p:nvPr/>
            </p:nvSpPr>
            <p:spPr>
              <a:xfrm>
                <a:off x="5934400" y="3737750"/>
                <a:ext cx="22350" cy="21450"/>
              </a:xfrm>
              <a:custGeom>
                <a:avLst/>
                <a:gdLst/>
                <a:ahLst/>
                <a:cxnLst/>
                <a:rect l="l" t="t" r="r" b="b"/>
                <a:pathLst>
                  <a:path w="894" h="858" extrusionOk="0">
                    <a:moveTo>
                      <a:pt x="345" y="1"/>
                    </a:moveTo>
                    <a:cubicBezTo>
                      <a:pt x="282" y="1"/>
                      <a:pt x="222" y="18"/>
                      <a:pt x="171" y="54"/>
                    </a:cubicBezTo>
                    <a:cubicBezTo>
                      <a:pt x="10" y="167"/>
                      <a:pt x="1" y="432"/>
                      <a:pt x="155" y="637"/>
                    </a:cubicBezTo>
                    <a:cubicBezTo>
                      <a:pt x="261" y="778"/>
                      <a:pt x="413" y="857"/>
                      <a:pt x="549" y="857"/>
                    </a:cubicBezTo>
                    <a:cubicBezTo>
                      <a:pt x="612" y="857"/>
                      <a:pt x="672" y="840"/>
                      <a:pt x="723" y="804"/>
                    </a:cubicBezTo>
                    <a:cubicBezTo>
                      <a:pt x="884" y="688"/>
                      <a:pt x="893" y="426"/>
                      <a:pt x="739" y="221"/>
                    </a:cubicBezTo>
                    <a:cubicBezTo>
                      <a:pt x="633" y="81"/>
                      <a:pt x="482" y="1"/>
                      <a:pt x="345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Google Shape;1131;p38"/>
              <p:cNvSpPr/>
              <p:nvPr/>
            </p:nvSpPr>
            <p:spPr>
              <a:xfrm>
                <a:off x="5757325" y="3684950"/>
                <a:ext cx="923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3693" h="6096" extrusionOk="0">
                    <a:moveTo>
                      <a:pt x="3177" y="0"/>
                    </a:moveTo>
                    <a:cubicBezTo>
                      <a:pt x="2191" y="0"/>
                      <a:pt x="1257" y="800"/>
                      <a:pt x="695" y="1405"/>
                    </a:cubicBezTo>
                    <a:cubicBezTo>
                      <a:pt x="320" y="1806"/>
                      <a:pt x="99" y="2323"/>
                      <a:pt x="68" y="2872"/>
                    </a:cubicBezTo>
                    <a:cubicBezTo>
                      <a:pt x="0" y="4048"/>
                      <a:pt x="58" y="6096"/>
                      <a:pt x="1323" y="6096"/>
                    </a:cubicBezTo>
                    <a:cubicBezTo>
                      <a:pt x="1361" y="6096"/>
                      <a:pt x="1400" y="6094"/>
                      <a:pt x="1440" y="6090"/>
                    </a:cubicBezTo>
                    <a:cubicBezTo>
                      <a:pt x="3358" y="5907"/>
                      <a:pt x="2695" y="2828"/>
                      <a:pt x="2806" y="1487"/>
                    </a:cubicBezTo>
                    <a:cubicBezTo>
                      <a:pt x="2916" y="147"/>
                      <a:pt x="3692" y="77"/>
                      <a:pt x="3692" y="77"/>
                    </a:cubicBezTo>
                    <a:cubicBezTo>
                      <a:pt x="3520" y="24"/>
                      <a:pt x="3348" y="0"/>
                      <a:pt x="3177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Google Shape;1132;p38"/>
              <p:cNvSpPr/>
              <p:nvPr/>
            </p:nvSpPr>
            <p:spPr>
              <a:xfrm>
                <a:off x="5746925" y="3859750"/>
                <a:ext cx="89700" cy="131575"/>
              </a:xfrm>
              <a:custGeom>
                <a:avLst/>
                <a:gdLst/>
                <a:ahLst/>
                <a:cxnLst/>
                <a:rect l="l" t="t" r="r" b="b"/>
                <a:pathLst>
                  <a:path w="3588" h="5263" extrusionOk="0">
                    <a:moveTo>
                      <a:pt x="2367" y="0"/>
                    </a:moveTo>
                    <a:lnTo>
                      <a:pt x="1" y="1682"/>
                    </a:lnTo>
                    <a:cubicBezTo>
                      <a:pt x="458" y="3165"/>
                      <a:pt x="2591" y="5262"/>
                      <a:pt x="2591" y="5262"/>
                    </a:cubicBezTo>
                    <a:lnTo>
                      <a:pt x="3588" y="5262"/>
                    </a:lnTo>
                    <a:cubicBezTo>
                      <a:pt x="3588" y="5262"/>
                      <a:pt x="3137" y="3972"/>
                      <a:pt x="2591" y="2660"/>
                    </a:cubicBezTo>
                    <a:cubicBezTo>
                      <a:pt x="2045" y="1341"/>
                      <a:pt x="2367" y="1"/>
                      <a:pt x="2367" y="0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Google Shape;1133;p38"/>
              <p:cNvSpPr/>
              <p:nvPr/>
            </p:nvSpPr>
            <p:spPr>
              <a:xfrm>
                <a:off x="5480600" y="3886000"/>
                <a:ext cx="138825" cy="109350"/>
              </a:xfrm>
              <a:custGeom>
                <a:avLst/>
                <a:gdLst/>
                <a:ahLst/>
                <a:cxnLst/>
                <a:rect l="l" t="t" r="r" b="b"/>
                <a:pathLst>
                  <a:path w="5553" h="4374" extrusionOk="0">
                    <a:moveTo>
                      <a:pt x="2736" y="1"/>
                    </a:moveTo>
                    <a:cubicBezTo>
                      <a:pt x="0" y="3020"/>
                      <a:pt x="849" y="4373"/>
                      <a:pt x="849" y="4373"/>
                    </a:cubicBezTo>
                    <a:lnTo>
                      <a:pt x="2016" y="4373"/>
                    </a:lnTo>
                    <a:cubicBezTo>
                      <a:pt x="1748" y="4187"/>
                      <a:pt x="1792" y="3869"/>
                      <a:pt x="1903" y="3591"/>
                    </a:cubicBezTo>
                    <a:cubicBezTo>
                      <a:pt x="2016" y="3307"/>
                      <a:pt x="2224" y="3064"/>
                      <a:pt x="2474" y="2878"/>
                    </a:cubicBezTo>
                    <a:lnTo>
                      <a:pt x="5553" y="600"/>
                    </a:lnTo>
                    <a:lnTo>
                      <a:pt x="2736" y="1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38"/>
              <p:cNvSpPr/>
              <p:nvPr/>
            </p:nvSpPr>
            <p:spPr>
              <a:xfrm>
                <a:off x="5419325" y="3696175"/>
                <a:ext cx="136375" cy="121000"/>
              </a:xfrm>
              <a:custGeom>
                <a:avLst/>
                <a:gdLst/>
                <a:ahLst/>
                <a:cxnLst/>
                <a:rect l="l" t="t" r="r" b="b"/>
                <a:pathLst>
                  <a:path w="5455" h="4840" extrusionOk="0">
                    <a:moveTo>
                      <a:pt x="1054" y="0"/>
                    </a:moveTo>
                    <a:cubicBezTo>
                      <a:pt x="663" y="136"/>
                      <a:pt x="369" y="458"/>
                      <a:pt x="290" y="862"/>
                    </a:cubicBezTo>
                    <a:cubicBezTo>
                      <a:pt x="142" y="1635"/>
                      <a:pt x="155" y="2878"/>
                      <a:pt x="1537" y="3417"/>
                    </a:cubicBezTo>
                    <a:cubicBezTo>
                      <a:pt x="1537" y="3417"/>
                      <a:pt x="1232" y="3528"/>
                      <a:pt x="868" y="3528"/>
                    </a:cubicBezTo>
                    <a:cubicBezTo>
                      <a:pt x="574" y="3528"/>
                      <a:pt x="241" y="3455"/>
                      <a:pt x="0" y="3193"/>
                    </a:cubicBezTo>
                    <a:lnTo>
                      <a:pt x="0" y="3193"/>
                    </a:lnTo>
                    <a:cubicBezTo>
                      <a:pt x="0" y="3745"/>
                      <a:pt x="376" y="4225"/>
                      <a:pt x="915" y="4370"/>
                    </a:cubicBezTo>
                    <a:cubicBezTo>
                      <a:pt x="1204" y="4448"/>
                      <a:pt x="1543" y="4508"/>
                      <a:pt x="1907" y="4508"/>
                    </a:cubicBezTo>
                    <a:cubicBezTo>
                      <a:pt x="2333" y="4508"/>
                      <a:pt x="2793" y="4426"/>
                      <a:pt x="3250" y="4196"/>
                    </a:cubicBezTo>
                    <a:cubicBezTo>
                      <a:pt x="3593" y="4023"/>
                      <a:pt x="3885" y="3955"/>
                      <a:pt x="4132" y="3955"/>
                    </a:cubicBezTo>
                    <a:cubicBezTo>
                      <a:pt x="5025" y="3955"/>
                      <a:pt x="5328" y="4840"/>
                      <a:pt x="5328" y="4840"/>
                    </a:cubicBezTo>
                    <a:lnTo>
                      <a:pt x="5455" y="4363"/>
                    </a:lnTo>
                    <a:cubicBezTo>
                      <a:pt x="5455" y="4363"/>
                      <a:pt x="5240" y="3161"/>
                      <a:pt x="3587" y="2824"/>
                    </a:cubicBezTo>
                    <a:cubicBezTo>
                      <a:pt x="1937" y="2490"/>
                      <a:pt x="966" y="2098"/>
                      <a:pt x="1054" y="0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38"/>
              <p:cNvSpPr/>
              <p:nvPr/>
            </p:nvSpPr>
            <p:spPr>
              <a:xfrm>
                <a:off x="5884875" y="3705850"/>
                <a:ext cx="32125" cy="15350"/>
              </a:xfrm>
              <a:custGeom>
                <a:avLst/>
                <a:gdLst/>
                <a:ahLst/>
                <a:cxnLst/>
                <a:rect l="l" t="t" r="r" b="b"/>
                <a:pathLst>
                  <a:path w="1285" h="614" extrusionOk="0">
                    <a:moveTo>
                      <a:pt x="224" y="0"/>
                    </a:moveTo>
                    <a:cubicBezTo>
                      <a:pt x="154" y="0"/>
                      <a:pt x="79" y="5"/>
                      <a:pt x="0" y="14"/>
                    </a:cubicBezTo>
                    <a:lnTo>
                      <a:pt x="26" y="244"/>
                    </a:lnTo>
                    <a:cubicBezTo>
                      <a:pt x="94" y="236"/>
                      <a:pt x="158" y="233"/>
                      <a:pt x="219" y="233"/>
                    </a:cubicBezTo>
                    <a:cubicBezTo>
                      <a:pt x="821" y="233"/>
                      <a:pt x="1077" y="593"/>
                      <a:pt x="1089" y="613"/>
                    </a:cubicBezTo>
                    <a:lnTo>
                      <a:pt x="1284" y="481"/>
                    </a:lnTo>
                    <a:cubicBezTo>
                      <a:pt x="1270" y="461"/>
                      <a:pt x="954" y="0"/>
                      <a:pt x="224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38"/>
              <p:cNvSpPr/>
              <p:nvPr/>
            </p:nvSpPr>
            <p:spPr>
              <a:xfrm>
                <a:off x="5837150" y="3707800"/>
                <a:ext cx="31650" cy="14025"/>
              </a:xfrm>
              <a:custGeom>
                <a:avLst/>
                <a:gdLst/>
                <a:ahLst/>
                <a:cxnLst/>
                <a:rect l="l" t="t" r="r" b="b"/>
                <a:pathLst>
                  <a:path w="1266" h="561" extrusionOk="0">
                    <a:moveTo>
                      <a:pt x="1051" y="1"/>
                    </a:moveTo>
                    <a:cubicBezTo>
                      <a:pt x="470" y="1"/>
                      <a:pt x="21" y="367"/>
                      <a:pt x="1" y="384"/>
                    </a:cubicBezTo>
                    <a:lnTo>
                      <a:pt x="149" y="561"/>
                    </a:lnTo>
                    <a:cubicBezTo>
                      <a:pt x="152" y="558"/>
                      <a:pt x="552" y="231"/>
                      <a:pt x="1053" y="231"/>
                    </a:cubicBezTo>
                    <a:cubicBezTo>
                      <a:pt x="1111" y="231"/>
                      <a:pt x="1171" y="235"/>
                      <a:pt x="1231" y="245"/>
                    </a:cubicBezTo>
                    <a:lnTo>
                      <a:pt x="1266" y="18"/>
                    </a:lnTo>
                    <a:cubicBezTo>
                      <a:pt x="1193" y="6"/>
                      <a:pt x="1121" y="1"/>
                      <a:pt x="1051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38"/>
              <p:cNvSpPr/>
              <p:nvPr/>
            </p:nvSpPr>
            <p:spPr>
              <a:xfrm>
                <a:off x="5853725" y="3730800"/>
                <a:ext cx="9875" cy="14850"/>
              </a:xfrm>
              <a:custGeom>
                <a:avLst/>
                <a:gdLst/>
                <a:ahLst/>
                <a:cxnLst/>
                <a:rect l="l" t="t" r="r" b="b"/>
                <a:pathLst>
                  <a:path w="395" h="594" extrusionOk="0">
                    <a:moveTo>
                      <a:pt x="196" y="0"/>
                    </a:moveTo>
                    <a:cubicBezTo>
                      <a:pt x="86" y="0"/>
                      <a:pt x="0" y="133"/>
                      <a:pt x="0" y="297"/>
                    </a:cubicBezTo>
                    <a:cubicBezTo>
                      <a:pt x="0" y="461"/>
                      <a:pt x="86" y="593"/>
                      <a:pt x="196" y="593"/>
                    </a:cubicBezTo>
                    <a:cubicBezTo>
                      <a:pt x="306" y="593"/>
                      <a:pt x="395" y="461"/>
                      <a:pt x="395" y="297"/>
                    </a:cubicBezTo>
                    <a:cubicBezTo>
                      <a:pt x="395" y="133"/>
                      <a:pt x="306" y="0"/>
                      <a:pt x="196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38"/>
              <p:cNvSpPr/>
              <p:nvPr/>
            </p:nvSpPr>
            <p:spPr>
              <a:xfrm>
                <a:off x="5893000" y="3728125"/>
                <a:ext cx="9875" cy="14850"/>
              </a:xfrm>
              <a:custGeom>
                <a:avLst/>
                <a:gdLst/>
                <a:ahLst/>
                <a:cxnLst/>
                <a:rect l="l" t="t" r="r" b="b"/>
                <a:pathLst>
                  <a:path w="395" h="594" extrusionOk="0">
                    <a:moveTo>
                      <a:pt x="199" y="0"/>
                    </a:moveTo>
                    <a:cubicBezTo>
                      <a:pt x="89" y="0"/>
                      <a:pt x="0" y="136"/>
                      <a:pt x="0" y="297"/>
                    </a:cubicBezTo>
                    <a:cubicBezTo>
                      <a:pt x="0" y="458"/>
                      <a:pt x="89" y="593"/>
                      <a:pt x="199" y="593"/>
                    </a:cubicBezTo>
                    <a:cubicBezTo>
                      <a:pt x="310" y="593"/>
                      <a:pt x="395" y="458"/>
                      <a:pt x="395" y="297"/>
                    </a:cubicBezTo>
                    <a:cubicBezTo>
                      <a:pt x="395" y="133"/>
                      <a:pt x="310" y="0"/>
                      <a:pt x="199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38"/>
              <p:cNvSpPr/>
              <p:nvPr/>
            </p:nvSpPr>
            <p:spPr>
              <a:xfrm>
                <a:off x="5894425" y="3771000"/>
                <a:ext cx="18550" cy="4700"/>
              </a:xfrm>
              <a:custGeom>
                <a:avLst/>
                <a:gdLst/>
                <a:ahLst/>
                <a:cxnLst/>
                <a:rect l="l" t="t" r="r" b="b"/>
                <a:pathLst>
                  <a:path w="742" h="188" extrusionOk="0">
                    <a:moveTo>
                      <a:pt x="62" y="1"/>
                    </a:moveTo>
                    <a:cubicBezTo>
                      <a:pt x="33" y="1"/>
                      <a:pt x="9" y="17"/>
                      <a:pt x="3" y="45"/>
                    </a:cubicBezTo>
                    <a:cubicBezTo>
                      <a:pt x="0" y="77"/>
                      <a:pt x="16" y="105"/>
                      <a:pt x="48" y="112"/>
                    </a:cubicBezTo>
                    <a:cubicBezTo>
                      <a:pt x="54" y="112"/>
                      <a:pt x="313" y="168"/>
                      <a:pt x="682" y="187"/>
                    </a:cubicBezTo>
                    <a:cubicBezTo>
                      <a:pt x="710" y="187"/>
                      <a:pt x="732" y="162"/>
                      <a:pt x="738" y="137"/>
                    </a:cubicBezTo>
                    <a:cubicBezTo>
                      <a:pt x="742" y="105"/>
                      <a:pt x="716" y="77"/>
                      <a:pt x="685" y="77"/>
                    </a:cubicBezTo>
                    <a:cubicBezTo>
                      <a:pt x="325" y="58"/>
                      <a:pt x="76" y="1"/>
                      <a:pt x="70" y="1"/>
                    </a:cubicBezTo>
                    <a:cubicBezTo>
                      <a:pt x="67" y="1"/>
                      <a:pt x="64" y="1"/>
                      <a:pt x="62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39"/>
          <p:cNvSpPr txBox="1">
            <a:spLocks noGrp="1"/>
          </p:cNvSpPr>
          <p:nvPr>
            <p:ph type="subTitle" idx="1"/>
          </p:nvPr>
        </p:nvSpPr>
        <p:spPr>
          <a:xfrm>
            <a:off x="4358600" y="1866724"/>
            <a:ext cx="4361700" cy="21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Register ShelterHelper &amp; Homeless &amp; Drivers &amp;  TaskManager &amp; FoodEmployee</a:t>
            </a:r>
            <a:endParaRPr sz="19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Enterprise hierarchy admin &amp; Organization hierarchy admin</a:t>
            </a:r>
            <a:endParaRPr/>
          </a:p>
        </p:txBody>
      </p:sp>
      <p:sp>
        <p:nvSpPr>
          <p:cNvPr id="1145" name="Google Shape;1145;p39"/>
          <p:cNvSpPr txBox="1">
            <a:spLocks noGrp="1"/>
          </p:cNvSpPr>
          <p:nvPr>
            <p:ph type="title"/>
          </p:nvPr>
        </p:nvSpPr>
        <p:spPr>
          <a:xfrm>
            <a:off x="3782225" y="652125"/>
            <a:ext cx="5289300" cy="85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Registration Flow</a:t>
            </a:r>
            <a:endParaRPr/>
          </a:p>
        </p:txBody>
      </p:sp>
      <p:grpSp>
        <p:nvGrpSpPr>
          <p:cNvPr id="1146" name="Google Shape;1146;p39"/>
          <p:cNvGrpSpPr/>
          <p:nvPr/>
        </p:nvGrpSpPr>
        <p:grpSpPr>
          <a:xfrm>
            <a:off x="713225" y="824466"/>
            <a:ext cx="3529800" cy="3491334"/>
            <a:chOff x="4853550" y="824466"/>
            <a:chExt cx="3529800" cy="3491334"/>
          </a:xfrm>
        </p:grpSpPr>
        <p:grpSp>
          <p:nvGrpSpPr>
            <p:cNvPr id="1147" name="Google Shape;1147;p39"/>
            <p:cNvGrpSpPr/>
            <p:nvPr/>
          </p:nvGrpSpPr>
          <p:grpSpPr>
            <a:xfrm>
              <a:off x="5159225" y="2194200"/>
              <a:ext cx="2877025" cy="1809000"/>
              <a:chOff x="5293300" y="2202650"/>
              <a:chExt cx="2877025" cy="1809000"/>
            </a:xfrm>
          </p:grpSpPr>
          <p:sp>
            <p:nvSpPr>
              <p:cNvPr id="1148" name="Google Shape;1148;p39"/>
              <p:cNvSpPr/>
              <p:nvPr/>
            </p:nvSpPr>
            <p:spPr>
              <a:xfrm>
                <a:off x="5293300" y="2586850"/>
                <a:ext cx="441900" cy="14247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39"/>
              <p:cNvSpPr/>
              <p:nvPr/>
            </p:nvSpPr>
            <p:spPr>
              <a:xfrm>
                <a:off x="5735200" y="2773450"/>
                <a:ext cx="322500" cy="12381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39"/>
              <p:cNvSpPr/>
              <p:nvPr/>
            </p:nvSpPr>
            <p:spPr>
              <a:xfrm>
                <a:off x="6057700" y="2237675"/>
                <a:ext cx="611100" cy="17739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39"/>
              <p:cNvSpPr/>
              <p:nvPr/>
            </p:nvSpPr>
            <p:spPr>
              <a:xfrm>
                <a:off x="7286525" y="2503825"/>
                <a:ext cx="441900" cy="15078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39"/>
              <p:cNvSpPr/>
              <p:nvPr/>
            </p:nvSpPr>
            <p:spPr>
              <a:xfrm>
                <a:off x="7728425" y="2202650"/>
                <a:ext cx="441900" cy="18090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53" name="Google Shape;1153;p39"/>
            <p:cNvGrpSpPr/>
            <p:nvPr/>
          </p:nvGrpSpPr>
          <p:grpSpPr>
            <a:xfrm>
              <a:off x="5834123" y="1195339"/>
              <a:ext cx="1674781" cy="2487105"/>
              <a:chOff x="2636850" y="669600"/>
              <a:chExt cx="226625" cy="336550"/>
            </a:xfrm>
          </p:grpSpPr>
          <p:sp>
            <p:nvSpPr>
              <p:cNvPr id="1154" name="Google Shape;1154;p39"/>
              <p:cNvSpPr/>
              <p:nvPr/>
            </p:nvSpPr>
            <p:spPr>
              <a:xfrm>
                <a:off x="2636850" y="669600"/>
                <a:ext cx="226450" cy="176900"/>
              </a:xfrm>
              <a:custGeom>
                <a:avLst/>
                <a:gdLst/>
                <a:ahLst/>
                <a:cxnLst/>
                <a:rect l="l" t="t" r="r" b="b"/>
                <a:pathLst>
                  <a:path w="9058" h="7076" extrusionOk="0">
                    <a:moveTo>
                      <a:pt x="3341" y="1"/>
                    </a:moveTo>
                    <a:cubicBezTo>
                      <a:pt x="2572" y="1"/>
                      <a:pt x="1944" y="616"/>
                      <a:pt x="1881" y="1401"/>
                    </a:cubicBezTo>
                    <a:cubicBezTo>
                      <a:pt x="1834" y="1398"/>
                      <a:pt x="1786" y="1395"/>
                      <a:pt x="1739" y="1395"/>
                    </a:cubicBezTo>
                    <a:cubicBezTo>
                      <a:pt x="777" y="1395"/>
                      <a:pt x="1" y="2206"/>
                      <a:pt x="1" y="3209"/>
                    </a:cubicBezTo>
                    <a:cubicBezTo>
                      <a:pt x="1" y="3881"/>
                      <a:pt x="351" y="4464"/>
                      <a:pt x="871" y="4780"/>
                    </a:cubicBezTo>
                    <a:cubicBezTo>
                      <a:pt x="849" y="4871"/>
                      <a:pt x="837" y="4966"/>
                      <a:pt x="837" y="5064"/>
                    </a:cubicBezTo>
                    <a:cubicBezTo>
                      <a:pt x="837" y="5663"/>
                      <a:pt x="1300" y="6149"/>
                      <a:pt x="1878" y="6149"/>
                    </a:cubicBezTo>
                    <a:cubicBezTo>
                      <a:pt x="2108" y="6149"/>
                      <a:pt x="2316" y="6070"/>
                      <a:pt x="2490" y="5941"/>
                    </a:cubicBezTo>
                    <a:cubicBezTo>
                      <a:pt x="2982" y="6646"/>
                      <a:pt x="3808" y="7076"/>
                      <a:pt x="4706" y="7076"/>
                    </a:cubicBezTo>
                    <a:cubicBezTo>
                      <a:pt x="4941" y="7076"/>
                      <a:pt x="5181" y="7047"/>
                      <a:pt x="5420" y="6985"/>
                    </a:cubicBezTo>
                    <a:cubicBezTo>
                      <a:pt x="6506" y="6704"/>
                      <a:pt x="7294" y="5843"/>
                      <a:pt x="7512" y="4837"/>
                    </a:cubicBezTo>
                    <a:cubicBezTo>
                      <a:pt x="8386" y="4745"/>
                      <a:pt x="9058" y="3985"/>
                      <a:pt x="9058" y="3057"/>
                    </a:cubicBezTo>
                    <a:cubicBezTo>
                      <a:pt x="9058" y="2067"/>
                      <a:pt x="8291" y="1269"/>
                      <a:pt x="7345" y="1269"/>
                    </a:cubicBezTo>
                    <a:cubicBezTo>
                      <a:pt x="7272" y="1269"/>
                      <a:pt x="7206" y="1272"/>
                      <a:pt x="7133" y="1278"/>
                    </a:cubicBezTo>
                    <a:lnTo>
                      <a:pt x="7133" y="1275"/>
                    </a:lnTo>
                    <a:cubicBezTo>
                      <a:pt x="7133" y="938"/>
                      <a:pt x="6872" y="660"/>
                      <a:pt x="6544" y="660"/>
                    </a:cubicBezTo>
                    <a:cubicBezTo>
                      <a:pt x="6402" y="660"/>
                      <a:pt x="6272" y="710"/>
                      <a:pt x="6168" y="799"/>
                    </a:cubicBezTo>
                    <a:cubicBezTo>
                      <a:pt x="5963" y="385"/>
                      <a:pt x="5547" y="101"/>
                      <a:pt x="5067" y="101"/>
                    </a:cubicBezTo>
                    <a:cubicBezTo>
                      <a:pt x="4780" y="101"/>
                      <a:pt x="4515" y="202"/>
                      <a:pt x="4304" y="376"/>
                    </a:cubicBezTo>
                    <a:cubicBezTo>
                      <a:pt x="4048" y="143"/>
                      <a:pt x="3711" y="1"/>
                      <a:pt x="3341" y="1"/>
                    </a:cubicBez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39"/>
              <p:cNvSpPr/>
              <p:nvPr/>
            </p:nvSpPr>
            <p:spPr>
              <a:xfrm>
                <a:off x="2657825" y="726475"/>
                <a:ext cx="205650" cy="120175"/>
              </a:xfrm>
              <a:custGeom>
                <a:avLst/>
                <a:gdLst/>
                <a:ahLst/>
                <a:cxnLst/>
                <a:rect l="l" t="t" r="r" b="b"/>
                <a:pathLst>
                  <a:path w="8226" h="4807" extrusionOk="0">
                    <a:moveTo>
                      <a:pt x="7110" y="1"/>
                    </a:moveTo>
                    <a:cubicBezTo>
                      <a:pt x="6433" y="1"/>
                      <a:pt x="5614" y="374"/>
                      <a:pt x="5124" y="1035"/>
                    </a:cubicBezTo>
                    <a:cubicBezTo>
                      <a:pt x="4562" y="1795"/>
                      <a:pt x="3961" y="2087"/>
                      <a:pt x="3336" y="2087"/>
                    </a:cubicBezTo>
                    <a:cubicBezTo>
                      <a:pt x="2978" y="2087"/>
                      <a:pt x="2612" y="1992"/>
                      <a:pt x="2241" y="1833"/>
                    </a:cubicBezTo>
                    <a:cubicBezTo>
                      <a:pt x="1816" y="1649"/>
                      <a:pt x="1472" y="1578"/>
                      <a:pt x="1193" y="1578"/>
                    </a:cubicBezTo>
                    <a:cubicBezTo>
                      <a:pt x="189" y="1578"/>
                      <a:pt x="39" y="2511"/>
                      <a:pt x="39" y="2511"/>
                    </a:cubicBezTo>
                    <a:cubicBezTo>
                      <a:pt x="13" y="2600"/>
                      <a:pt x="1" y="2694"/>
                      <a:pt x="1" y="2795"/>
                    </a:cubicBezTo>
                    <a:cubicBezTo>
                      <a:pt x="1" y="3395"/>
                      <a:pt x="468" y="3877"/>
                      <a:pt x="1042" y="3877"/>
                    </a:cubicBezTo>
                    <a:lnTo>
                      <a:pt x="1086" y="3877"/>
                    </a:lnTo>
                    <a:cubicBezTo>
                      <a:pt x="1107" y="3876"/>
                      <a:pt x="1127" y="3876"/>
                      <a:pt x="1147" y="3876"/>
                    </a:cubicBezTo>
                    <a:cubicBezTo>
                      <a:pt x="1532" y="3876"/>
                      <a:pt x="1901" y="4016"/>
                      <a:pt x="2209" y="4253"/>
                    </a:cubicBezTo>
                    <a:cubicBezTo>
                      <a:pt x="2671" y="4605"/>
                      <a:pt x="3251" y="4807"/>
                      <a:pt x="3863" y="4807"/>
                    </a:cubicBezTo>
                    <a:cubicBezTo>
                      <a:pt x="4100" y="4807"/>
                      <a:pt x="4342" y="4777"/>
                      <a:pt x="4585" y="4713"/>
                    </a:cubicBezTo>
                    <a:cubicBezTo>
                      <a:pt x="5402" y="4505"/>
                      <a:pt x="6048" y="3969"/>
                      <a:pt x="6414" y="3287"/>
                    </a:cubicBezTo>
                    <a:cubicBezTo>
                      <a:pt x="6632" y="2880"/>
                      <a:pt x="6970" y="2568"/>
                      <a:pt x="7358" y="2338"/>
                    </a:cubicBezTo>
                    <a:cubicBezTo>
                      <a:pt x="7872" y="2029"/>
                      <a:pt x="8225" y="1448"/>
                      <a:pt x="8225" y="782"/>
                    </a:cubicBezTo>
                    <a:cubicBezTo>
                      <a:pt x="8114" y="246"/>
                      <a:pt x="7658" y="1"/>
                      <a:pt x="7110" y="1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39"/>
              <p:cNvSpPr/>
              <p:nvPr/>
            </p:nvSpPr>
            <p:spPr>
              <a:xfrm>
                <a:off x="2695300" y="726700"/>
                <a:ext cx="138675" cy="279450"/>
              </a:xfrm>
              <a:custGeom>
                <a:avLst/>
                <a:gdLst/>
                <a:ahLst/>
                <a:cxnLst/>
                <a:rect l="l" t="t" r="r" b="b"/>
                <a:pathLst>
                  <a:path w="5547" h="11178" extrusionOk="0">
                    <a:moveTo>
                      <a:pt x="5442" y="1"/>
                    </a:moveTo>
                    <a:lnTo>
                      <a:pt x="5316" y="13"/>
                    </a:lnTo>
                    <a:cubicBezTo>
                      <a:pt x="5363" y="1038"/>
                      <a:pt x="4322" y="2938"/>
                      <a:pt x="3243" y="3720"/>
                    </a:cubicBezTo>
                    <a:cubicBezTo>
                      <a:pt x="3227" y="3733"/>
                      <a:pt x="3209" y="3738"/>
                      <a:pt x="3192" y="3738"/>
                    </a:cubicBezTo>
                    <a:cubicBezTo>
                      <a:pt x="3130" y="3738"/>
                      <a:pt x="3077" y="3661"/>
                      <a:pt x="3114" y="3594"/>
                    </a:cubicBezTo>
                    <a:cubicBezTo>
                      <a:pt x="3556" y="2802"/>
                      <a:pt x="3754" y="1673"/>
                      <a:pt x="3795" y="824"/>
                    </a:cubicBezTo>
                    <a:lnTo>
                      <a:pt x="3795" y="824"/>
                    </a:lnTo>
                    <a:cubicBezTo>
                      <a:pt x="3707" y="1618"/>
                      <a:pt x="3000" y="3534"/>
                      <a:pt x="2795" y="3534"/>
                    </a:cubicBezTo>
                    <a:cubicBezTo>
                      <a:pt x="2781" y="3534"/>
                      <a:pt x="2770" y="3525"/>
                      <a:pt x="2761" y="3505"/>
                    </a:cubicBezTo>
                    <a:lnTo>
                      <a:pt x="2761" y="1833"/>
                    </a:lnTo>
                    <a:cubicBezTo>
                      <a:pt x="2530" y="1969"/>
                      <a:pt x="2287" y="2039"/>
                      <a:pt x="2045" y="2067"/>
                    </a:cubicBezTo>
                    <a:lnTo>
                      <a:pt x="2045" y="3181"/>
                    </a:lnTo>
                    <a:cubicBezTo>
                      <a:pt x="2039" y="3268"/>
                      <a:pt x="1978" y="3303"/>
                      <a:pt x="1877" y="3303"/>
                    </a:cubicBezTo>
                    <a:cubicBezTo>
                      <a:pt x="1478" y="3303"/>
                      <a:pt x="470" y="2743"/>
                      <a:pt x="16" y="2669"/>
                    </a:cubicBezTo>
                    <a:lnTo>
                      <a:pt x="0" y="2770"/>
                    </a:lnTo>
                    <a:cubicBezTo>
                      <a:pt x="537" y="2912"/>
                      <a:pt x="1133" y="3222"/>
                      <a:pt x="1603" y="3629"/>
                    </a:cubicBezTo>
                    <a:cubicBezTo>
                      <a:pt x="1880" y="3875"/>
                      <a:pt x="2048" y="4237"/>
                      <a:pt x="2048" y="4619"/>
                    </a:cubicBezTo>
                    <a:lnTo>
                      <a:pt x="2048" y="11178"/>
                    </a:lnTo>
                    <a:lnTo>
                      <a:pt x="2764" y="11178"/>
                    </a:lnTo>
                    <a:lnTo>
                      <a:pt x="2764" y="5351"/>
                    </a:lnTo>
                    <a:cubicBezTo>
                      <a:pt x="2764" y="4894"/>
                      <a:pt x="2978" y="4474"/>
                      <a:pt x="3332" y="4203"/>
                    </a:cubicBezTo>
                    <a:cubicBezTo>
                      <a:pt x="4486" y="3329"/>
                      <a:pt x="5546" y="1139"/>
                      <a:pt x="5442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57" name="Google Shape;1157;p39"/>
            <p:cNvGrpSpPr/>
            <p:nvPr/>
          </p:nvGrpSpPr>
          <p:grpSpPr>
            <a:xfrm>
              <a:off x="6278339" y="3569591"/>
              <a:ext cx="657382" cy="509857"/>
              <a:chOff x="4683550" y="1106675"/>
              <a:chExt cx="195475" cy="195700"/>
            </a:xfrm>
          </p:grpSpPr>
          <p:sp>
            <p:nvSpPr>
              <p:cNvPr id="1158" name="Google Shape;1158;p39"/>
              <p:cNvSpPr/>
              <p:nvPr/>
            </p:nvSpPr>
            <p:spPr>
              <a:xfrm>
                <a:off x="4683550" y="1106675"/>
                <a:ext cx="195475" cy="195700"/>
              </a:xfrm>
              <a:custGeom>
                <a:avLst/>
                <a:gdLst/>
                <a:ahLst/>
                <a:cxnLst/>
                <a:rect l="l" t="t" r="r" b="b"/>
                <a:pathLst>
                  <a:path w="7819" h="7828" extrusionOk="0">
                    <a:moveTo>
                      <a:pt x="5916" y="1"/>
                    </a:moveTo>
                    <a:cubicBezTo>
                      <a:pt x="5679" y="1"/>
                      <a:pt x="5479" y="217"/>
                      <a:pt x="5342" y="421"/>
                    </a:cubicBezTo>
                    <a:cubicBezTo>
                      <a:pt x="4774" y="1269"/>
                      <a:pt x="4427" y="2250"/>
                      <a:pt x="4212" y="3250"/>
                    </a:cubicBezTo>
                    <a:cubicBezTo>
                      <a:pt x="4001" y="4247"/>
                      <a:pt x="3909" y="5285"/>
                      <a:pt x="3827" y="6301"/>
                    </a:cubicBezTo>
                    <a:cubicBezTo>
                      <a:pt x="3862" y="5541"/>
                      <a:pt x="3670" y="4774"/>
                      <a:pt x="3279" y="4121"/>
                    </a:cubicBezTo>
                    <a:cubicBezTo>
                      <a:pt x="3190" y="3976"/>
                      <a:pt x="3092" y="3828"/>
                      <a:pt x="2954" y="3727"/>
                    </a:cubicBezTo>
                    <a:cubicBezTo>
                      <a:pt x="2847" y="3645"/>
                      <a:pt x="2712" y="3592"/>
                      <a:pt x="2580" y="3592"/>
                    </a:cubicBezTo>
                    <a:cubicBezTo>
                      <a:pt x="2544" y="3592"/>
                      <a:pt x="2509" y="3596"/>
                      <a:pt x="2474" y="3604"/>
                    </a:cubicBezTo>
                    <a:cubicBezTo>
                      <a:pt x="2304" y="3648"/>
                      <a:pt x="2171" y="3790"/>
                      <a:pt x="2096" y="3951"/>
                    </a:cubicBezTo>
                    <a:cubicBezTo>
                      <a:pt x="2020" y="4112"/>
                      <a:pt x="2001" y="4295"/>
                      <a:pt x="1988" y="4471"/>
                    </a:cubicBezTo>
                    <a:cubicBezTo>
                      <a:pt x="1935" y="5323"/>
                      <a:pt x="2067" y="6244"/>
                      <a:pt x="2354" y="7052"/>
                    </a:cubicBezTo>
                    <a:cubicBezTo>
                      <a:pt x="1988" y="6541"/>
                      <a:pt x="1493" y="6131"/>
                      <a:pt x="928" y="5869"/>
                    </a:cubicBezTo>
                    <a:cubicBezTo>
                      <a:pt x="793" y="5806"/>
                      <a:pt x="651" y="5746"/>
                      <a:pt x="502" y="5746"/>
                    </a:cubicBezTo>
                    <a:cubicBezTo>
                      <a:pt x="351" y="5746"/>
                      <a:pt x="193" y="5809"/>
                      <a:pt x="121" y="5935"/>
                    </a:cubicBezTo>
                    <a:cubicBezTo>
                      <a:pt x="1" y="6131"/>
                      <a:pt x="111" y="6383"/>
                      <a:pt x="231" y="6579"/>
                    </a:cubicBezTo>
                    <a:cubicBezTo>
                      <a:pt x="506" y="7030"/>
                      <a:pt x="875" y="7456"/>
                      <a:pt x="1253" y="7828"/>
                    </a:cubicBezTo>
                    <a:cubicBezTo>
                      <a:pt x="2919" y="7825"/>
                      <a:pt x="4585" y="7815"/>
                      <a:pt x="6253" y="7809"/>
                    </a:cubicBezTo>
                    <a:cubicBezTo>
                      <a:pt x="6973" y="7134"/>
                      <a:pt x="7459" y="6083"/>
                      <a:pt x="7717" y="5134"/>
                    </a:cubicBezTo>
                    <a:cubicBezTo>
                      <a:pt x="7787" y="4885"/>
                      <a:pt x="7818" y="4585"/>
                      <a:pt x="7635" y="4408"/>
                    </a:cubicBezTo>
                    <a:cubicBezTo>
                      <a:pt x="7547" y="4323"/>
                      <a:pt x="7435" y="4290"/>
                      <a:pt x="7315" y="4290"/>
                    </a:cubicBezTo>
                    <a:cubicBezTo>
                      <a:pt x="7150" y="4290"/>
                      <a:pt x="6970" y="4352"/>
                      <a:pt x="6818" y="4427"/>
                    </a:cubicBezTo>
                    <a:cubicBezTo>
                      <a:pt x="6152" y="4768"/>
                      <a:pt x="5597" y="5244"/>
                      <a:pt x="5219" y="5891"/>
                    </a:cubicBezTo>
                    <a:cubicBezTo>
                      <a:pt x="5856" y="4295"/>
                      <a:pt x="6247" y="2597"/>
                      <a:pt x="6370" y="884"/>
                    </a:cubicBezTo>
                    <a:cubicBezTo>
                      <a:pt x="6383" y="705"/>
                      <a:pt x="6389" y="528"/>
                      <a:pt x="6339" y="364"/>
                    </a:cubicBezTo>
                    <a:cubicBezTo>
                      <a:pt x="6288" y="197"/>
                      <a:pt x="6156" y="42"/>
                      <a:pt x="5988" y="7"/>
                    </a:cubicBezTo>
                    <a:cubicBezTo>
                      <a:pt x="5964" y="3"/>
                      <a:pt x="5940" y="1"/>
                      <a:pt x="5916" y="1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39"/>
              <p:cNvSpPr/>
              <p:nvPr/>
            </p:nvSpPr>
            <p:spPr>
              <a:xfrm>
                <a:off x="4792625" y="1137300"/>
                <a:ext cx="33325" cy="143725"/>
              </a:xfrm>
              <a:custGeom>
                <a:avLst/>
                <a:gdLst/>
                <a:ahLst/>
                <a:cxnLst/>
                <a:rect l="l" t="t" r="r" b="b"/>
                <a:pathLst>
                  <a:path w="1333" h="5749" extrusionOk="0">
                    <a:moveTo>
                      <a:pt x="1263" y="0"/>
                    </a:moveTo>
                    <a:cubicBezTo>
                      <a:pt x="1250" y="29"/>
                      <a:pt x="300" y="2710"/>
                      <a:pt x="1" y="5739"/>
                    </a:cubicBezTo>
                    <a:lnTo>
                      <a:pt x="76" y="5748"/>
                    </a:lnTo>
                    <a:cubicBezTo>
                      <a:pt x="376" y="2726"/>
                      <a:pt x="1323" y="57"/>
                      <a:pt x="1332" y="29"/>
                    </a:cubicBezTo>
                    <a:lnTo>
                      <a:pt x="1263" y="0"/>
                    </a:ln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39"/>
              <p:cNvSpPr/>
              <p:nvPr/>
            </p:nvSpPr>
            <p:spPr>
              <a:xfrm>
                <a:off x="4824100" y="1226325"/>
                <a:ext cx="40400" cy="60050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2402" extrusionOk="0">
                    <a:moveTo>
                      <a:pt x="1568" y="1"/>
                    </a:moveTo>
                    <a:cubicBezTo>
                      <a:pt x="1556" y="10"/>
                      <a:pt x="452" y="897"/>
                      <a:pt x="0" y="2379"/>
                    </a:cubicBezTo>
                    <a:lnTo>
                      <a:pt x="73" y="2402"/>
                    </a:lnTo>
                    <a:cubicBezTo>
                      <a:pt x="521" y="944"/>
                      <a:pt x="1603" y="73"/>
                      <a:pt x="1616" y="61"/>
                    </a:cubicBezTo>
                    <a:lnTo>
                      <a:pt x="1568" y="1"/>
                    </a:ln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39"/>
              <p:cNvSpPr/>
              <p:nvPr/>
            </p:nvSpPr>
            <p:spPr>
              <a:xfrm>
                <a:off x="4747275" y="1217900"/>
                <a:ext cx="14150" cy="65250"/>
              </a:xfrm>
              <a:custGeom>
                <a:avLst/>
                <a:gdLst/>
                <a:ahLst/>
                <a:cxnLst/>
                <a:rect l="l" t="t" r="r" b="b"/>
                <a:pathLst>
                  <a:path w="566" h="2610" extrusionOk="0">
                    <a:moveTo>
                      <a:pt x="70" y="0"/>
                    </a:moveTo>
                    <a:lnTo>
                      <a:pt x="1" y="22"/>
                    </a:lnTo>
                    <a:cubicBezTo>
                      <a:pt x="4" y="38"/>
                      <a:pt x="490" y="1455"/>
                      <a:pt x="461" y="2609"/>
                    </a:cubicBezTo>
                    <a:lnTo>
                      <a:pt x="537" y="2609"/>
                    </a:lnTo>
                    <a:cubicBezTo>
                      <a:pt x="565" y="1439"/>
                      <a:pt x="76" y="10"/>
                      <a:pt x="70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39"/>
              <p:cNvSpPr/>
              <p:nvPr/>
            </p:nvSpPr>
            <p:spPr>
              <a:xfrm>
                <a:off x="4699575" y="1264025"/>
                <a:ext cx="30850" cy="31350"/>
              </a:xfrm>
              <a:custGeom>
                <a:avLst/>
                <a:gdLst/>
                <a:ahLst/>
                <a:cxnLst/>
                <a:rect l="l" t="t" r="r" b="b"/>
                <a:pathLst>
                  <a:path w="1234" h="1254" extrusionOk="0">
                    <a:moveTo>
                      <a:pt x="35" y="1"/>
                    </a:moveTo>
                    <a:lnTo>
                      <a:pt x="0" y="67"/>
                    </a:lnTo>
                    <a:cubicBezTo>
                      <a:pt x="3" y="70"/>
                      <a:pt x="647" y="433"/>
                      <a:pt x="1171" y="1253"/>
                    </a:cubicBezTo>
                    <a:lnTo>
                      <a:pt x="1234" y="1209"/>
                    </a:lnTo>
                    <a:cubicBezTo>
                      <a:pt x="701" y="373"/>
                      <a:pt x="44" y="4"/>
                      <a:pt x="35" y="1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63" name="Google Shape;1163;p39"/>
            <p:cNvSpPr/>
            <p:nvPr/>
          </p:nvSpPr>
          <p:spPr>
            <a:xfrm>
              <a:off x="6218374" y="3783653"/>
              <a:ext cx="509258" cy="295746"/>
            </a:xfrm>
            <a:custGeom>
              <a:avLst/>
              <a:gdLst/>
              <a:ahLst/>
              <a:cxnLst/>
              <a:rect l="l" t="t" r="r" b="b"/>
              <a:pathLst>
                <a:path w="8740" h="5075" extrusionOk="0">
                  <a:moveTo>
                    <a:pt x="3537" y="0"/>
                  </a:moveTo>
                  <a:cubicBezTo>
                    <a:pt x="3524" y="0"/>
                    <a:pt x="3512" y="2"/>
                    <a:pt x="3499" y="5"/>
                  </a:cubicBezTo>
                  <a:cubicBezTo>
                    <a:pt x="3253" y="75"/>
                    <a:pt x="3216" y="860"/>
                    <a:pt x="3389" y="2352"/>
                  </a:cubicBezTo>
                  <a:cubicBezTo>
                    <a:pt x="3226" y="2109"/>
                    <a:pt x="2535" y="1093"/>
                    <a:pt x="2140" y="1093"/>
                  </a:cubicBezTo>
                  <a:cubicBezTo>
                    <a:pt x="2114" y="1093"/>
                    <a:pt x="2090" y="1097"/>
                    <a:pt x="2067" y="1106"/>
                  </a:cubicBezTo>
                  <a:cubicBezTo>
                    <a:pt x="1597" y="1289"/>
                    <a:pt x="2039" y="3356"/>
                    <a:pt x="2067" y="3491"/>
                  </a:cubicBezTo>
                  <a:cubicBezTo>
                    <a:pt x="1687" y="3290"/>
                    <a:pt x="1317" y="3208"/>
                    <a:pt x="1004" y="3208"/>
                  </a:cubicBezTo>
                  <a:cubicBezTo>
                    <a:pt x="578" y="3208"/>
                    <a:pt x="257" y="3360"/>
                    <a:pt x="159" y="3567"/>
                  </a:cubicBezTo>
                  <a:cubicBezTo>
                    <a:pt x="1" y="3892"/>
                    <a:pt x="320" y="4630"/>
                    <a:pt x="1039" y="5069"/>
                  </a:cubicBezTo>
                  <a:cubicBezTo>
                    <a:pt x="1489" y="5073"/>
                    <a:pt x="1938" y="5075"/>
                    <a:pt x="2388" y="5075"/>
                  </a:cubicBezTo>
                  <a:cubicBezTo>
                    <a:pt x="3896" y="5075"/>
                    <a:pt x="5404" y="5056"/>
                    <a:pt x="6915" y="5056"/>
                  </a:cubicBezTo>
                  <a:cubicBezTo>
                    <a:pt x="7256" y="5056"/>
                    <a:pt x="7597" y="5057"/>
                    <a:pt x="7938" y="5059"/>
                  </a:cubicBezTo>
                  <a:cubicBezTo>
                    <a:pt x="8531" y="3759"/>
                    <a:pt x="8739" y="3050"/>
                    <a:pt x="8563" y="2936"/>
                  </a:cubicBezTo>
                  <a:cubicBezTo>
                    <a:pt x="8546" y="2925"/>
                    <a:pt x="8525" y="2919"/>
                    <a:pt x="8501" y="2919"/>
                  </a:cubicBezTo>
                  <a:cubicBezTo>
                    <a:pt x="8328" y="2919"/>
                    <a:pt x="7970" y="3208"/>
                    <a:pt x="7427" y="3778"/>
                  </a:cubicBezTo>
                  <a:cubicBezTo>
                    <a:pt x="7320" y="3176"/>
                    <a:pt x="6951" y="1176"/>
                    <a:pt x="6472" y="1176"/>
                  </a:cubicBezTo>
                  <a:cubicBezTo>
                    <a:pt x="6472" y="1176"/>
                    <a:pt x="6472" y="1176"/>
                    <a:pt x="6471" y="1176"/>
                  </a:cubicBezTo>
                  <a:cubicBezTo>
                    <a:pt x="6090" y="1179"/>
                    <a:pt x="5802" y="2472"/>
                    <a:pt x="5664" y="3195"/>
                  </a:cubicBezTo>
                  <a:cubicBezTo>
                    <a:pt x="5389" y="1217"/>
                    <a:pt x="5105" y="226"/>
                    <a:pt x="4821" y="226"/>
                  </a:cubicBezTo>
                  <a:cubicBezTo>
                    <a:pt x="4673" y="226"/>
                    <a:pt x="4525" y="482"/>
                    <a:pt x="4380" y="996"/>
                  </a:cubicBezTo>
                  <a:cubicBezTo>
                    <a:pt x="4000" y="328"/>
                    <a:pt x="3719" y="0"/>
                    <a:pt x="3537" y="0"/>
                  </a:cubicBezTo>
                  <a:close/>
                </a:path>
              </a:pathLst>
            </a:custGeom>
            <a:solidFill>
              <a:srgbClr val="1A75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64" name="Google Shape;1164;p39"/>
            <p:cNvGrpSpPr/>
            <p:nvPr/>
          </p:nvGrpSpPr>
          <p:grpSpPr>
            <a:xfrm>
              <a:off x="7554330" y="3610968"/>
              <a:ext cx="643570" cy="490197"/>
              <a:chOff x="4865900" y="375900"/>
              <a:chExt cx="491050" cy="374025"/>
            </a:xfrm>
          </p:grpSpPr>
          <p:sp>
            <p:nvSpPr>
              <p:cNvPr id="1165" name="Google Shape;1165;p39"/>
              <p:cNvSpPr/>
              <p:nvPr/>
            </p:nvSpPr>
            <p:spPr>
              <a:xfrm>
                <a:off x="4865900" y="375900"/>
                <a:ext cx="491050" cy="374025"/>
              </a:xfrm>
              <a:custGeom>
                <a:avLst/>
                <a:gdLst/>
                <a:ahLst/>
                <a:cxnLst/>
                <a:rect l="l" t="t" r="r" b="b"/>
                <a:pathLst>
                  <a:path w="19642" h="14961" extrusionOk="0">
                    <a:moveTo>
                      <a:pt x="8714" y="0"/>
                    </a:moveTo>
                    <a:cubicBezTo>
                      <a:pt x="7468" y="0"/>
                      <a:pt x="6367" y="1489"/>
                      <a:pt x="5714" y="3748"/>
                    </a:cubicBezTo>
                    <a:lnTo>
                      <a:pt x="6818" y="4007"/>
                    </a:lnTo>
                    <a:lnTo>
                      <a:pt x="5606" y="4139"/>
                    </a:lnTo>
                    <a:cubicBezTo>
                      <a:pt x="5357" y="5117"/>
                      <a:pt x="5190" y="6221"/>
                      <a:pt x="5121" y="7398"/>
                    </a:cubicBezTo>
                    <a:cubicBezTo>
                      <a:pt x="4748" y="6698"/>
                      <a:pt x="4332" y="6105"/>
                      <a:pt x="3906" y="5660"/>
                    </a:cubicBezTo>
                    <a:lnTo>
                      <a:pt x="3259" y="5975"/>
                    </a:lnTo>
                    <a:lnTo>
                      <a:pt x="3748" y="5502"/>
                    </a:lnTo>
                    <a:cubicBezTo>
                      <a:pt x="3229" y="5007"/>
                      <a:pt x="2691" y="4730"/>
                      <a:pt x="2178" y="4730"/>
                    </a:cubicBezTo>
                    <a:cubicBezTo>
                      <a:pt x="2080" y="4730"/>
                      <a:pt x="1983" y="4740"/>
                      <a:pt x="1887" y="4761"/>
                    </a:cubicBezTo>
                    <a:cubicBezTo>
                      <a:pt x="937" y="4969"/>
                      <a:pt x="316" y="6165"/>
                      <a:pt x="101" y="7878"/>
                    </a:cubicBezTo>
                    <a:lnTo>
                      <a:pt x="1672" y="8294"/>
                    </a:lnTo>
                    <a:lnTo>
                      <a:pt x="32" y="8875"/>
                    </a:lnTo>
                    <a:cubicBezTo>
                      <a:pt x="0" y="9976"/>
                      <a:pt x="114" y="11222"/>
                      <a:pt x="395" y="12515"/>
                    </a:cubicBezTo>
                    <a:cubicBezTo>
                      <a:pt x="584" y="13392"/>
                      <a:pt x="925" y="14219"/>
                      <a:pt x="1360" y="14960"/>
                    </a:cubicBezTo>
                    <a:lnTo>
                      <a:pt x="19361" y="14960"/>
                    </a:lnTo>
                    <a:cubicBezTo>
                      <a:pt x="19402" y="14865"/>
                      <a:pt x="19434" y="14774"/>
                      <a:pt x="19449" y="14682"/>
                    </a:cubicBezTo>
                    <a:lnTo>
                      <a:pt x="18667" y="14171"/>
                    </a:lnTo>
                    <a:lnTo>
                      <a:pt x="18667" y="14171"/>
                    </a:lnTo>
                    <a:lnTo>
                      <a:pt x="19531" y="14253"/>
                    </a:lnTo>
                    <a:cubicBezTo>
                      <a:pt x="19610" y="13569"/>
                      <a:pt x="19642" y="12894"/>
                      <a:pt x="19550" y="12266"/>
                    </a:cubicBezTo>
                    <a:lnTo>
                      <a:pt x="18667" y="12266"/>
                    </a:lnTo>
                    <a:lnTo>
                      <a:pt x="19506" y="12010"/>
                    </a:lnTo>
                    <a:cubicBezTo>
                      <a:pt x="19311" y="11023"/>
                      <a:pt x="19077" y="10225"/>
                      <a:pt x="18509" y="10099"/>
                    </a:cubicBezTo>
                    <a:cubicBezTo>
                      <a:pt x="18431" y="10081"/>
                      <a:pt x="18352" y="10073"/>
                      <a:pt x="18272" y="10073"/>
                    </a:cubicBezTo>
                    <a:cubicBezTo>
                      <a:pt x="17704" y="10073"/>
                      <a:pt x="17088" y="10505"/>
                      <a:pt x="16515" y="11244"/>
                    </a:cubicBezTo>
                    <a:cubicBezTo>
                      <a:pt x="16774" y="10225"/>
                      <a:pt x="16913" y="9253"/>
                      <a:pt x="16929" y="8395"/>
                    </a:cubicBezTo>
                    <a:lnTo>
                      <a:pt x="15733" y="8054"/>
                    </a:lnTo>
                    <a:lnTo>
                      <a:pt x="16916" y="7789"/>
                    </a:lnTo>
                    <a:cubicBezTo>
                      <a:pt x="16847" y="6370"/>
                      <a:pt x="16399" y="5344"/>
                      <a:pt x="15601" y="5045"/>
                    </a:cubicBezTo>
                    <a:cubicBezTo>
                      <a:pt x="15444" y="4988"/>
                      <a:pt x="15280" y="4960"/>
                      <a:pt x="15111" y="4960"/>
                    </a:cubicBezTo>
                    <a:cubicBezTo>
                      <a:pt x="14742" y="4960"/>
                      <a:pt x="14346" y="5090"/>
                      <a:pt x="13938" y="5332"/>
                    </a:cubicBezTo>
                    <a:lnTo>
                      <a:pt x="14345" y="5975"/>
                    </a:lnTo>
                    <a:lnTo>
                      <a:pt x="13638" y="5531"/>
                    </a:lnTo>
                    <a:cubicBezTo>
                      <a:pt x="13187" y="5859"/>
                      <a:pt x="12723" y="6316"/>
                      <a:pt x="12276" y="6878"/>
                    </a:cubicBezTo>
                    <a:cubicBezTo>
                      <a:pt x="12219" y="6240"/>
                      <a:pt x="12137" y="5625"/>
                      <a:pt x="12026" y="5045"/>
                    </a:cubicBezTo>
                    <a:lnTo>
                      <a:pt x="9913" y="5045"/>
                    </a:lnTo>
                    <a:lnTo>
                      <a:pt x="11809" y="4086"/>
                    </a:lnTo>
                    <a:cubicBezTo>
                      <a:pt x="11566" y="3139"/>
                      <a:pt x="11241" y="2316"/>
                      <a:pt x="10862" y="1657"/>
                    </a:cubicBezTo>
                    <a:lnTo>
                      <a:pt x="9439" y="1657"/>
                    </a:lnTo>
                    <a:lnTo>
                      <a:pt x="10540" y="1158"/>
                    </a:lnTo>
                    <a:cubicBezTo>
                      <a:pt x="10004" y="423"/>
                      <a:pt x="9379" y="0"/>
                      <a:pt x="8714" y="0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39"/>
              <p:cNvSpPr/>
              <p:nvPr/>
            </p:nvSpPr>
            <p:spPr>
              <a:xfrm>
                <a:off x="5071275" y="545700"/>
                <a:ext cx="23525" cy="204225"/>
              </a:xfrm>
              <a:custGeom>
                <a:avLst/>
                <a:gdLst/>
                <a:ahLst/>
                <a:cxnLst/>
                <a:rect l="l" t="t" r="r" b="b"/>
                <a:pathLst>
                  <a:path w="941" h="8169" extrusionOk="0">
                    <a:moveTo>
                      <a:pt x="186" y="0"/>
                    </a:moveTo>
                    <a:cubicBezTo>
                      <a:pt x="182" y="0"/>
                      <a:pt x="178" y="0"/>
                      <a:pt x="174" y="0"/>
                    </a:cubicBezTo>
                    <a:cubicBezTo>
                      <a:pt x="76" y="10"/>
                      <a:pt x="0" y="95"/>
                      <a:pt x="10" y="193"/>
                    </a:cubicBezTo>
                    <a:lnTo>
                      <a:pt x="581" y="8168"/>
                    </a:lnTo>
                    <a:lnTo>
                      <a:pt x="940" y="8168"/>
                    </a:lnTo>
                    <a:lnTo>
                      <a:pt x="369" y="168"/>
                    </a:lnTo>
                    <a:cubicBezTo>
                      <a:pt x="366" y="71"/>
                      <a:pt x="285" y="0"/>
                      <a:pt x="186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39"/>
              <p:cNvSpPr/>
              <p:nvPr/>
            </p:nvSpPr>
            <p:spPr>
              <a:xfrm>
                <a:off x="5146050" y="659200"/>
                <a:ext cx="35650" cy="90725"/>
              </a:xfrm>
              <a:custGeom>
                <a:avLst/>
                <a:gdLst/>
                <a:ahLst/>
                <a:cxnLst/>
                <a:rect l="l" t="t" r="r" b="b"/>
                <a:pathLst>
                  <a:path w="1426" h="3629" extrusionOk="0">
                    <a:moveTo>
                      <a:pt x="1230" y="0"/>
                    </a:moveTo>
                    <a:cubicBezTo>
                      <a:pt x="1151" y="0"/>
                      <a:pt x="1075" y="51"/>
                      <a:pt x="1054" y="129"/>
                    </a:cubicBezTo>
                    <a:lnTo>
                      <a:pt x="0" y="3628"/>
                    </a:lnTo>
                    <a:lnTo>
                      <a:pt x="375" y="3628"/>
                    </a:lnTo>
                    <a:lnTo>
                      <a:pt x="1401" y="234"/>
                    </a:lnTo>
                    <a:cubicBezTo>
                      <a:pt x="1426" y="139"/>
                      <a:pt x="1372" y="35"/>
                      <a:pt x="1278" y="6"/>
                    </a:cubicBezTo>
                    <a:cubicBezTo>
                      <a:pt x="1262" y="2"/>
                      <a:pt x="1246" y="0"/>
                      <a:pt x="1230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39"/>
              <p:cNvSpPr/>
              <p:nvPr/>
            </p:nvSpPr>
            <p:spPr>
              <a:xfrm>
                <a:off x="4949275" y="639300"/>
                <a:ext cx="100650" cy="110625"/>
              </a:xfrm>
              <a:custGeom>
                <a:avLst/>
                <a:gdLst/>
                <a:ahLst/>
                <a:cxnLst/>
                <a:rect l="l" t="t" r="r" b="b"/>
                <a:pathLst>
                  <a:path w="4026" h="4425" extrusionOk="0">
                    <a:moveTo>
                      <a:pt x="198" y="0"/>
                    </a:moveTo>
                    <a:cubicBezTo>
                      <a:pt x="157" y="0"/>
                      <a:pt x="116" y="14"/>
                      <a:pt x="82" y="42"/>
                    </a:cubicBezTo>
                    <a:cubicBezTo>
                      <a:pt x="9" y="105"/>
                      <a:pt x="0" y="219"/>
                      <a:pt x="63" y="295"/>
                    </a:cubicBezTo>
                    <a:lnTo>
                      <a:pt x="3559" y="4424"/>
                    </a:lnTo>
                    <a:lnTo>
                      <a:pt x="4025" y="4424"/>
                    </a:lnTo>
                    <a:lnTo>
                      <a:pt x="334" y="61"/>
                    </a:lnTo>
                    <a:cubicBezTo>
                      <a:pt x="298" y="21"/>
                      <a:pt x="248" y="0"/>
                      <a:pt x="198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39"/>
              <p:cNvSpPr/>
              <p:nvPr/>
            </p:nvSpPr>
            <p:spPr>
              <a:xfrm>
                <a:off x="5239350" y="740375"/>
                <a:ext cx="25800" cy="9550"/>
              </a:xfrm>
              <a:custGeom>
                <a:avLst/>
                <a:gdLst/>
                <a:ahLst/>
                <a:cxnLst/>
                <a:rect l="l" t="t" r="r" b="b"/>
                <a:pathLst>
                  <a:path w="1032" h="382" extrusionOk="0">
                    <a:moveTo>
                      <a:pt x="829" y="0"/>
                    </a:moveTo>
                    <a:cubicBezTo>
                      <a:pt x="803" y="0"/>
                      <a:pt x="776" y="6"/>
                      <a:pt x="751" y="18"/>
                    </a:cubicBezTo>
                    <a:lnTo>
                      <a:pt x="0" y="381"/>
                    </a:lnTo>
                    <a:lnTo>
                      <a:pt x="823" y="381"/>
                    </a:lnTo>
                    <a:lnTo>
                      <a:pt x="905" y="340"/>
                    </a:lnTo>
                    <a:cubicBezTo>
                      <a:pt x="997" y="293"/>
                      <a:pt x="1032" y="189"/>
                      <a:pt x="994" y="100"/>
                    </a:cubicBezTo>
                    <a:cubicBezTo>
                      <a:pt x="962" y="39"/>
                      <a:pt x="897" y="0"/>
                      <a:pt x="829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70" name="Google Shape;1170;p39"/>
            <p:cNvSpPr/>
            <p:nvPr/>
          </p:nvSpPr>
          <p:spPr>
            <a:xfrm>
              <a:off x="5078549" y="3825503"/>
              <a:ext cx="509258" cy="295746"/>
            </a:xfrm>
            <a:custGeom>
              <a:avLst/>
              <a:gdLst/>
              <a:ahLst/>
              <a:cxnLst/>
              <a:rect l="l" t="t" r="r" b="b"/>
              <a:pathLst>
                <a:path w="8740" h="5075" extrusionOk="0">
                  <a:moveTo>
                    <a:pt x="3537" y="0"/>
                  </a:moveTo>
                  <a:cubicBezTo>
                    <a:pt x="3524" y="0"/>
                    <a:pt x="3512" y="2"/>
                    <a:pt x="3499" y="5"/>
                  </a:cubicBezTo>
                  <a:cubicBezTo>
                    <a:pt x="3253" y="75"/>
                    <a:pt x="3216" y="860"/>
                    <a:pt x="3389" y="2352"/>
                  </a:cubicBezTo>
                  <a:cubicBezTo>
                    <a:pt x="3226" y="2109"/>
                    <a:pt x="2535" y="1093"/>
                    <a:pt x="2140" y="1093"/>
                  </a:cubicBezTo>
                  <a:cubicBezTo>
                    <a:pt x="2114" y="1093"/>
                    <a:pt x="2090" y="1097"/>
                    <a:pt x="2067" y="1106"/>
                  </a:cubicBezTo>
                  <a:cubicBezTo>
                    <a:pt x="1597" y="1289"/>
                    <a:pt x="2039" y="3356"/>
                    <a:pt x="2067" y="3491"/>
                  </a:cubicBezTo>
                  <a:cubicBezTo>
                    <a:pt x="1687" y="3290"/>
                    <a:pt x="1317" y="3208"/>
                    <a:pt x="1004" y="3208"/>
                  </a:cubicBezTo>
                  <a:cubicBezTo>
                    <a:pt x="578" y="3208"/>
                    <a:pt x="257" y="3360"/>
                    <a:pt x="159" y="3567"/>
                  </a:cubicBezTo>
                  <a:cubicBezTo>
                    <a:pt x="1" y="3892"/>
                    <a:pt x="320" y="4630"/>
                    <a:pt x="1039" y="5069"/>
                  </a:cubicBezTo>
                  <a:cubicBezTo>
                    <a:pt x="1489" y="5073"/>
                    <a:pt x="1938" y="5075"/>
                    <a:pt x="2388" y="5075"/>
                  </a:cubicBezTo>
                  <a:cubicBezTo>
                    <a:pt x="3896" y="5075"/>
                    <a:pt x="5404" y="5056"/>
                    <a:pt x="6915" y="5056"/>
                  </a:cubicBezTo>
                  <a:cubicBezTo>
                    <a:pt x="7256" y="5056"/>
                    <a:pt x="7597" y="5057"/>
                    <a:pt x="7938" y="5059"/>
                  </a:cubicBezTo>
                  <a:cubicBezTo>
                    <a:pt x="8531" y="3759"/>
                    <a:pt x="8739" y="3050"/>
                    <a:pt x="8563" y="2936"/>
                  </a:cubicBezTo>
                  <a:cubicBezTo>
                    <a:pt x="8546" y="2925"/>
                    <a:pt x="8525" y="2919"/>
                    <a:pt x="8501" y="2919"/>
                  </a:cubicBezTo>
                  <a:cubicBezTo>
                    <a:pt x="8328" y="2919"/>
                    <a:pt x="7970" y="3208"/>
                    <a:pt x="7427" y="3778"/>
                  </a:cubicBezTo>
                  <a:cubicBezTo>
                    <a:pt x="7320" y="3176"/>
                    <a:pt x="6951" y="1176"/>
                    <a:pt x="6472" y="1176"/>
                  </a:cubicBezTo>
                  <a:cubicBezTo>
                    <a:pt x="6472" y="1176"/>
                    <a:pt x="6472" y="1176"/>
                    <a:pt x="6471" y="1176"/>
                  </a:cubicBezTo>
                  <a:cubicBezTo>
                    <a:pt x="6090" y="1179"/>
                    <a:pt x="5802" y="2472"/>
                    <a:pt x="5664" y="3195"/>
                  </a:cubicBezTo>
                  <a:cubicBezTo>
                    <a:pt x="5389" y="1217"/>
                    <a:pt x="5105" y="226"/>
                    <a:pt x="4821" y="226"/>
                  </a:cubicBezTo>
                  <a:cubicBezTo>
                    <a:pt x="4673" y="226"/>
                    <a:pt x="4525" y="482"/>
                    <a:pt x="4380" y="996"/>
                  </a:cubicBezTo>
                  <a:cubicBezTo>
                    <a:pt x="4000" y="328"/>
                    <a:pt x="3719" y="0"/>
                    <a:pt x="3537" y="0"/>
                  </a:cubicBezTo>
                  <a:close/>
                </a:path>
              </a:pathLst>
            </a:custGeom>
            <a:solidFill>
              <a:srgbClr val="1A75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39"/>
            <p:cNvSpPr/>
            <p:nvPr/>
          </p:nvSpPr>
          <p:spPr>
            <a:xfrm>
              <a:off x="4853550" y="4079400"/>
              <a:ext cx="3529800" cy="236400"/>
            </a:xfrm>
            <a:prstGeom prst="ellipse">
              <a:avLst/>
            </a:prstGeom>
            <a:solidFill>
              <a:srgbClr val="011627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39"/>
            <p:cNvSpPr/>
            <p:nvPr/>
          </p:nvSpPr>
          <p:spPr>
            <a:xfrm>
              <a:off x="5423650" y="4121250"/>
              <a:ext cx="991800" cy="152700"/>
            </a:xfrm>
            <a:prstGeom prst="ellipse">
              <a:avLst/>
            </a:prstGeom>
            <a:solidFill>
              <a:srgbClr val="011627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39"/>
            <p:cNvSpPr/>
            <p:nvPr/>
          </p:nvSpPr>
          <p:spPr>
            <a:xfrm>
              <a:off x="7066700" y="4121250"/>
              <a:ext cx="1195200" cy="152700"/>
            </a:xfrm>
            <a:prstGeom prst="ellipse">
              <a:avLst/>
            </a:prstGeom>
            <a:solidFill>
              <a:srgbClr val="011627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74" name="Google Shape;1174;p39"/>
            <p:cNvGrpSpPr/>
            <p:nvPr/>
          </p:nvGrpSpPr>
          <p:grpSpPr>
            <a:xfrm>
              <a:off x="5463547" y="3001515"/>
              <a:ext cx="2185404" cy="1214247"/>
              <a:chOff x="3605600" y="3935550"/>
              <a:chExt cx="949350" cy="527475"/>
            </a:xfrm>
          </p:grpSpPr>
          <p:sp>
            <p:nvSpPr>
              <p:cNvPr id="1175" name="Google Shape;1175;p39"/>
              <p:cNvSpPr/>
              <p:nvPr/>
            </p:nvSpPr>
            <p:spPr>
              <a:xfrm>
                <a:off x="4437325" y="3935550"/>
                <a:ext cx="31575" cy="527475"/>
              </a:xfrm>
              <a:custGeom>
                <a:avLst/>
                <a:gdLst/>
                <a:ahLst/>
                <a:cxnLst/>
                <a:rect l="l" t="t" r="r" b="b"/>
                <a:pathLst>
                  <a:path w="1263" h="21099" extrusionOk="0">
                    <a:moveTo>
                      <a:pt x="1" y="0"/>
                    </a:moveTo>
                    <a:lnTo>
                      <a:pt x="1" y="21099"/>
                    </a:lnTo>
                    <a:lnTo>
                      <a:pt x="1263" y="21099"/>
                    </a:lnTo>
                    <a:lnTo>
                      <a:pt x="1263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39"/>
              <p:cNvSpPr/>
              <p:nvPr/>
            </p:nvSpPr>
            <p:spPr>
              <a:xfrm>
                <a:off x="4408075" y="4258100"/>
                <a:ext cx="90175" cy="24000"/>
              </a:xfrm>
              <a:custGeom>
                <a:avLst/>
                <a:gdLst/>
                <a:ahLst/>
                <a:cxnLst/>
                <a:rect l="l" t="t" r="r" b="b"/>
                <a:pathLst>
                  <a:path w="3607" h="960" extrusionOk="0">
                    <a:moveTo>
                      <a:pt x="0" y="1"/>
                    </a:moveTo>
                    <a:lnTo>
                      <a:pt x="0" y="960"/>
                    </a:lnTo>
                    <a:lnTo>
                      <a:pt x="3606" y="960"/>
                    </a:lnTo>
                    <a:lnTo>
                      <a:pt x="3606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39"/>
              <p:cNvSpPr/>
              <p:nvPr/>
            </p:nvSpPr>
            <p:spPr>
              <a:xfrm>
                <a:off x="3694150" y="3935550"/>
                <a:ext cx="31575" cy="527475"/>
              </a:xfrm>
              <a:custGeom>
                <a:avLst/>
                <a:gdLst/>
                <a:ahLst/>
                <a:cxnLst/>
                <a:rect l="l" t="t" r="r" b="b"/>
                <a:pathLst>
                  <a:path w="1263" h="21099" extrusionOk="0">
                    <a:moveTo>
                      <a:pt x="1" y="0"/>
                    </a:moveTo>
                    <a:lnTo>
                      <a:pt x="1" y="21099"/>
                    </a:lnTo>
                    <a:lnTo>
                      <a:pt x="1263" y="21099"/>
                    </a:lnTo>
                    <a:lnTo>
                      <a:pt x="1263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39"/>
              <p:cNvSpPr/>
              <p:nvPr/>
            </p:nvSpPr>
            <p:spPr>
              <a:xfrm>
                <a:off x="3664900" y="4258100"/>
                <a:ext cx="90250" cy="24000"/>
              </a:xfrm>
              <a:custGeom>
                <a:avLst/>
                <a:gdLst/>
                <a:ahLst/>
                <a:cxnLst/>
                <a:rect l="l" t="t" r="r" b="b"/>
                <a:pathLst>
                  <a:path w="3610" h="960" extrusionOk="0">
                    <a:moveTo>
                      <a:pt x="0" y="1"/>
                    </a:moveTo>
                    <a:lnTo>
                      <a:pt x="0" y="960"/>
                    </a:lnTo>
                    <a:lnTo>
                      <a:pt x="3609" y="960"/>
                    </a:lnTo>
                    <a:lnTo>
                      <a:pt x="3609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39"/>
              <p:cNvSpPr/>
              <p:nvPr/>
            </p:nvSpPr>
            <p:spPr>
              <a:xfrm>
                <a:off x="3605600" y="4209775"/>
                <a:ext cx="949350" cy="48350"/>
              </a:xfrm>
              <a:custGeom>
                <a:avLst/>
                <a:gdLst/>
                <a:ahLst/>
                <a:cxnLst/>
                <a:rect l="l" t="t" r="r" b="b"/>
                <a:pathLst>
                  <a:path w="37974" h="1934" extrusionOk="0">
                    <a:moveTo>
                      <a:pt x="334" y="0"/>
                    </a:moveTo>
                    <a:cubicBezTo>
                      <a:pt x="148" y="0"/>
                      <a:pt x="0" y="148"/>
                      <a:pt x="0" y="334"/>
                    </a:cubicBezTo>
                    <a:lnTo>
                      <a:pt x="0" y="1600"/>
                    </a:lnTo>
                    <a:cubicBezTo>
                      <a:pt x="0" y="1786"/>
                      <a:pt x="148" y="1934"/>
                      <a:pt x="334" y="1934"/>
                    </a:cubicBezTo>
                    <a:lnTo>
                      <a:pt x="37639" y="1934"/>
                    </a:lnTo>
                    <a:cubicBezTo>
                      <a:pt x="37825" y="1934"/>
                      <a:pt x="37973" y="1786"/>
                      <a:pt x="37973" y="1600"/>
                    </a:cubicBezTo>
                    <a:lnTo>
                      <a:pt x="37973" y="334"/>
                    </a:lnTo>
                    <a:cubicBezTo>
                      <a:pt x="37973" y="148"/>
                      <a:pt x="37825" y="0"/>
                      <a:pt x="37639" y="0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39"/>
              <p:cNvSpPr/>
              <p:nvPr/>
            </p:nvSpPr>
            <p:spPr>
              <a:xfrm>
                <a:off x="3605600" y="3971425"/>
                <a:ext cx="949350" cy="74700"/>
              </a:xfrm>
              <a:custGeom>
                <a:avLst/>
                <a:gdLst/>
                <a:ahLst/>
                <a:cxnLst/>
                <a:rect l="l" t="t" r="r" b="b"/>
                <a:pathLst>
                  <a:path w="37974" h="2988" extrusionOk="0">
                    <a:moveTo>
                      <a:pt x="334" y="0"/>
                    </a:moveTo>
                    <a:cubicBezTo>
                      <a:pt x="148" y="0"/>
                      <a:pt x="0" y="152"/>
                      <a:pt x="0" y="338"/>
                    </a:cubicBezTo>
                    <a:lnTo>
                      <a:pt x="0" y="2650"/>
                    </a:lnTo>
                    <a:cubicBezTo>
                      <a:pt x="0" y="2837"/>
                      <a:pt x="148" y="2988"/>
                      <a:pt x="334" y="2988"/>
                    </a:cubicBezTo>
                    <a:lnTo>
                      <a:pt x="37639" y="2988"/>
                    </a:lnTo>
                    <a:cubicBezTo>
                      <a:pt x="37825" y="2988"/>
                      <a:pt x="37973" y="2833"/>
                      <a:pt x="37973" y="2650"/>
                    </a:cubicBezTo>
                    <a:lnTo>
                      <a:pt x="37973" y="338"/>
                    </a:lnTo>
                    <a:cubicBezTo>
                      <a:pt x="37973" y="152"/>
                      <a:pt x="37825" y="0"/>
                      <a:pt x="37639" y="0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39"/>
              <p:cNvSpPr/>
              <p:nvPr/>
            </p:nvSpPr>
            <p:spPr>
              <a:xfrm>
                <a:off x="3605600" y="4062525"/>
                <a:ext cx="949350" cy="74700"/>
              </a:xfrm>
              <a:custGeom>
                <a:avLst/>
                <a:gdLst/>
                <a:ahLst/>
                <a:cxnLst/>
                <a:rect l="l" t="t" r="r" b="b"/>
                <a:pathLst>
                  <a:path w="37974" h="2988" extrusionOk="0">
                    <a:moveTo>
                      <a:pt x="334" y="0"/>
                    </a:moveTo>
                    <a:cubicBezTo>
                      <a:pt x="148" y="0"/>
                      <a:pt x="0" y="152"/>
                      <a:pt x="0" y="338"/>
                    </a:cubicBezTo>
                    <a:lnTo>
                      <a:pt x="0" y="2650"/>
                    </a:lnTo>
                    <a:cubicBezTo>
                      <a:pt x="0" y="2836"/>
                      <a:pt x="148" y="2988"/>
                      <a:pt x="334" y="2988"/>
                    </a:cubicBezTo>
                    <a:lnTo>
                      <a:pt x="37639" y="2988"/>
                    </a:lnTo>
                    <a:cubicBezTo>
                      <a:pt x="37825" y="2988"/>
                      <a:pt x="37973" y="2836"/>
                      <a:pt x="37973" y="2650"/>
                    </a:cubicBezTo>
                    <a:lnTo>
                      <a:pt x="37973" y="338"/>
                    </a:lnTo>
                    <a:cubicBezTo>
                      <a:pt x="37973" y="152"/>
                      <a:pt x="37825" y="0"/>
                      <a:pt x="37639" y="0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2" name="Google Shape;1182;p39"/>
            <p:cNvGrpSpPr/>
            <p:nvPr/>
          </p:nvGrpSpPr>
          <p:grpSpPr>
            <a:xfrm>
              <a:off x="6999592" y="2586850"/>
              <a:ext cx="1132233" cy="1628862"/>
              <a:chOff x="5089975" y="3126150"/>
              <a:chExt cx="282050" cy="405775"/>
            </a:xfrm>
          </p:grpSpPr>
          <p:sp>
            <p:nvSpPr>
              <p:cNvPr id="1183" name="Google Shape;1183;p39"/>
              <p:cNvSpPr/>
              <p:nvPr/>
            </p:nvSpPr>
            <p:spPr>
              <a:xfrm>
                <a:off x="5297075" y="3472100"/>
                <a:ext cx="74950" cy="48375"/>
              </a:xfrm>
              <a:custGeom>
                <a:avLst/>
                <a:gdLst/>
                <a:ahLst/>
                <a:cxnLst/>
                <a:rect l="l" t="t" r="r" b="b"/>
                <a:pathLst>
                  <a:path w="2998" h="1935" extrusionOk="0">
                    <a:moveTo>
                      <a:pt x="2133" y="1"/>
                    </a:moveTo>
                    <a:lnTo>
                      <a:pt x="67" y="77"/>
                    </a:lnTo>
                    <a:cubicBezTo>
                      <a:pt x="35" y="613"/>
                      <a:pt x="0" y="1146"/>
                      <a:pt x="38" y="1913"/>
                    </a:cubicBezTo>
                    <a:lnTo>
                      <a:pt x="2997" y="1935"/>
                    </a:lnTo>
                    <a:cubicBezTo>
                      <a:pt x="2900" y="1572"/>
                      <a:pt x="2584" y="1499"/>
                      <a:pt x="2300" y="1067"/>
                    </a:cubicBezTo>
                    <a:cubicBezTo>
                      <a:pt x="2243" y="988"/>
                      <a:pt x="2212" y="897"/>
                      <a:pt x="2187" y="805"/>
                    </a:cubicBezTo>
                    <a:cubicBezTo>
                      <a:pt x="2101" y="521"/>
                      <a:pt x="2133" y="1"/>
                      <a:pt x="2133" y="1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39"/>
              <p:cNvSpPr/>
              <p:nvPr/>
            </p:nvSpPr>
            <p:spPr>
              <a:xfrm>
                <a:off x="5297775" y="3511775"/>
                <a:ext cx="70850" cy="3975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59" extrusionOk="0">
                    <a:moveTo>
                      <a:pt x="4" y="1"/>
                    </a:moveTo>
                    <a:lnTo>
                      <a:pt x="1" y="92"/>
                    </a:lnTo>
                    <a:lnTo>
                      <a:pt x="2831" y="158"/>
                    </a:lnTo>
                    <a:lnTo>
                      <a:pt x="2834" y="70"/>
                    </a:lnTo>
                    <a:lnTo>
                      <a:pt x="4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39"/>
              <p:cNvSpPr/>
              <p:nvPr/>
            </p:nvSpPr>
            <p:spPr>
              <a:xfrm>
                <a:off x="5212525" y="3321475"/>
                <a:ext cx="150825" cy="180150"/>
              </a:xfrm>
              <a:custGeom>
                <a:avLst/>
                <a:gdLst/>
                <a:ahLst/>
                <a:cxnLst/>
                <a:rect l="l" t="t" r="r" b="b"/>
                <a:pathLst>
                  <a:path w="6033" h="720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35" y="729"/>
                      <a:pt x="177" y="1477"/>
                      <a:pt x="578" y="2098"/>
                    </a:cubicBezTo>
                    <a:cubicBezTo>
                      <a:pt x="1095" y="2900"/>
                      <a:pt x="1978" y="3404"/>
                      <a:pt x="2578" y="4149"/>
                    </a:cubicBezTo>
                    <a:cubicBezTo>
                      <a:pt x="2688" y="4284"/>
                      <a:pt x="2786" y="4430"/>
                      <a:pt x="2856" y="4587"/>
                    </a:cubicBezTo>
                    <a:cubicBezTo>
                      <a:pt x="2922" y="4745"/>
                      <a:pt x="2956" y="4915"/>
                      <a:pt x="2988" y="5083"/>
                    </a:cubicBezTo>
                    <a:cubicBezTo>
                      <a:pt x="3124" y="5789"/>
                      <a:pt x="3259" y="6499"/>
                      <a:pt x="3398" y="7206"/>
                    </a:cubicBezTo>
                    <a:lnTo>
                      <a:pt x="5742" y="7092"/>
                    </a:lnTo>
                    <a:cubicBezTo>
                      <a:pt x="5742" y="7092"/>
                      <a:pt x="6032" y="4404"/>
                      <a:pt x="5499" y="2928"/>
                    </a:cubicBezTo>
                    <a:cubicBezTo>
                      <a:pt x="5165" y="2000"/>
                      <a:pt x="4376" y="839"/>
                      <a:pt x="3928" y="429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39"/>
              <p:cNvSpPr/>
              <p:nvPr/>
            </p:nvSpPr>
            <p:spPr>
              <a:xfrm>
                <a:off x="5298250" y="3481425"/>
                <a:ext cx="59100" cy="3950"/>
              </a:xfrm>
              <a:custGeom>
                <a:avLst/>
                <a:gdLst/>
                <a:ahLst/>
                <a:cxnLst/>
                <a:rect l="l" t="t" r="r" b="b"/>
                <a:pathLst>
                  <a:path w="2364" h="158" extrusionOk="0">
                    <a:moveTo>
                      <a:pt x="2364" y="0"/>
                    </a:moveTo>
                    <a:lnTo>
                      <a:pt x="1" y="70"/>
                    </a:lnTo>
                    <a:lnTo>
                      <a:pt x="4" y="158"/>
                    </a:lnTo>
                    <a:lnTo>
                      <a:pt x="2364" y="88"/>
                    </a:lnTo>
                    <a:lnTo>
                      <a:pt x="2364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39"/>
              <p:cNvSpPr/>
              <p:nvPr/>
            </p:nvSpPr>
            <p:spPr>
              <a:xfrm>
                <a:off x="5262450" y="3483550"/>
                <a:ext cx="74950" cy="48375"/>
              </a:xfrm>
              <a:custGeom>
                <a:avLst/>
                <a:gdLst/>
                <a:ahLst/>
                <a:cxnLst/>
                <a:rect l="l" t="t" r="r" b="b"/>
                <a:pathLst>
                  <a:path w="2998" h="1935" extrusionOk="0">
                    <a:moveTo>
                      <a:pt x="2133" y="0"/>
                    </a:moveTo>
                    <a:lnTo>
                      <a:pt x="67" y="76"/>
                    </a:lnTo>
                    <a:cubicBezTo>
                      <a:pt x="35" y="612"/>
                      <a:pt x="0" y="1145"/>
                      <a:pt x="41" y="1912"/>
                    </a:cubicBezTo>
                    <a:lnTo>
                      <a:pt x="2997" y="1934"/>
                    </a:lnTo>
                    <a:cubicBezTo>
                      <a:pt x="2900" y="1571"/>
                      <a:pt x="2584" y="1499"/>
                      <a:pt x="2300" y="1067"/>
                    </a:cubicBezTo>
                    <a:cubicBezTo>
                      <a:pt x="2247" y="988"/>
                      <a:pt x="2212" y="896"/>
                      <a:pt x="2187" y="805"/>
                    </a:cubicBezTo>
                    <a:cubicBezTo>
                      <a:pt x="2101" y="521"/>
                      <a:pt x="2133" y="0"/>
                      <a:pt x="2133" y="0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39"/>
              <p:cNvSpPr/>
              <p:nvPr/>
            </p:nvSpPr>
            <p:spPr>
              <a:xfrm>
                <a:off x="5263150" y="3523225"/>
                <a:ext cx="70850" cy="39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58" extrusionOk="0">
                    <a:moveTo>
                      <a:pt x="4" y="0"/>
                    </a:moveTo>
                    <a:lnTo>
                      <a:pt x="1" y="92"/>
                    </a:lnTo>
                    <a:lnTo>
                      <a:pt x="2831" y="158"/>
                    </a:lnTo>
                    <a:lnTo>
                      <a:pt x="2834" y="70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39"/>
              <p:cNvSpPr/>
              <p:nvPr/>
            </p:nvSpPr>
            <p:spPr>
              <a:xfrm>
                <a:off x="5166075" y="3332275"/>
                <a:ext cx="155475" cy="176525"/>
              </a:xfrm>
              <a:custGeom>
                <a:avLst/>
                <a:gdLst/>
                <a:ahLst/>
                <a:cxnLst/>
                <a:rect l="l" t="t" r="r" b="b"/>
                <a:pathLst>
                  <a:path w="6219" h="7061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67" y="732"/>
                      <a:pt x="4" y="1953"/>
                      <a:pt x="433" y="2556"/>
                    </a:cubicBezTo>
                    <a:cubicBezTo>
                      <a:pt x="981" y="3335"/>
                      <a:pt x="2127" y="3322"/>
                      <a:pt x="2758" y="4039"/>
                    </a:cubicBezTo>
                    <a:cubicBezTo>
                      <a:pt x="2871" y="4171"/>
                      <a:pt x="2978" y="4313"/>
                      <a:pt x="3051" y="4468"/>
                    </a:cubicBezTo>
                    <a:cubicBezTo>
                      <a:pt x="3127" y="4619"/>
                      <a:pt x="3168" y="4789"/>
                      <a:pt x="3206" y="4957"/>
                    </a:cubicBezTo>
                    <a:cubicBezTo>
                      <a:pt x="3373" y="5657"/>
                      <a:pt x="3540" y="6360"/>
                      <a:pt x="3710" y="7061"/>
                    </a:cubicBezTo>
                    <a:lnTo>
                      <a:pt x="6045" y="6843"/>
                    </a:lnTo>
                    <a:cubicBezTo>
                      <a:pt x="6045" y="6843"/>
                      <a:pt x="6218" y="4146"/>
                      <a:pt x="5619" y="2691"/>
                    </a:cubicBezTo>
                    <a:cubicBezTo>
                      <a:pt x="5243" y="1777"/>
                      <a:pt x="4404" y="654"/>
                      <a:pt x="3937" y="262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39"/>
              <p:cNvSpPr/>
              <p:nvPr/>
            </p:nvSpPr>
            <p:spPr>
              <a:xfrm>
                <a:off x="5263700" y="3338025"/>
                <a:ext cx="58875" cy="165500"/>
              </a:xfrm>
              <a:custGeom>
                <a:avLst/>
                <a:gdLst/>
                <a:ahLst/>
                <a:cxnLst/>
                <a:rect l="l" t="t" r="r" b="b"/>
                <a:pathLst>
                  <a:path w="2355" h="6620" extrusionOk="0">
                    <a:moveTo>
                      <a:pt x="61" y="1"/>
                    </a:moveTo>
                    <a:lnTo>
                      <a:pt x="1" y="73"/>
                    </a:lnTo>
                    <a:cubicBezTo>
                      <a:pt x="480" y="471"/>
                      <a:pt x="1310" y="1610"/>
                      <a:pt x="1670" y="2480"/>
                    </a:cubicBezTo>
                    <a:cubicBezTo>
                      <a:pt x="2263" y="3910"/>
                      <a:pt x="2096" y="6588"/>
                      <a:pt x="2096" y="6613"/>
                    </a:cubicBezTo>
                    <a:lnTo>
                      <a:pt x="2187" y="6619"/>
                    </a:lnTo>
                    <a:cubicBezTo>
                      <a:pt x="2190" y="6591"/>
                      <a:pt x="2354" y="3894"/>
                      <a:pt x="1758" y="2446"/>
                    </a:cubicBezTo>
                    <a:cubicBezTo>
                      <a:pt x="1386" y="1547"/>
                      <a:pt x="553" y="414"/>
                      <a:pt x="61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39"/>
              <p:cNvSpPr/>
              <p:nvPr/>
            </p:nvSpPr>
            <p:spPr>
              <a:xfrm>
                <a:off x="5254100" y="3486150"/>
                <a:ext cx="63900" cy="7275"/>
              </a:xfrm>
              <a:custGeom>
                <a:avLst/>
                <a:gdLst/>
                <a:ahLst/>
                <a:cxnLst/>
                <a:rect l="l" t="t" r="r" b="b"/>
                <a:pathLst>
                  <a:path w="2556" h="291" extrusionOk="0">
                    <a:moveTo>
                      <a:pt x="2549" y="0"/>
                    </a:moveTo>
                    <a:cubicBezTo>
                      <a:pt x="16" y="196"/>
                      <a:pt x="16" y="196"/>
                      <a:pt x="0" y="221"/>
                    </a:cubicBezTo>
                    <a:lnTo>
                      <a:pt x="35" y="246"/>
                    </a:lnTo>
                    <a:lnTo>
                      <a:pt x="44" y="291"/>
                    </a:lnTo>
                    <a:cubicBezTo>
                      <a:pt x="95" y="284"/>
                      <a:pt x="1707" y="158"/>
                      <a:pt x="2555" y="89"/>
                    </a:cubicBezTo>
                    <a:lnTo>
                      <a:pt x="2549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39"/>
              <p:cNvSpPr/>
              <p:nvPr/>
            </p:nvSpPr>
            <p:spPr>
              <a:xfrm>
                <a:off x="5282800" y="3411850"/>
                <a:ext cx="15250" cy="19750"/>
              </a:xfrm>
              <a:custGeom>
                <a:avLst/>
                <a:gdLst/>
                <a:ahLst/>
                <a:cxnLst/>
                <a:rect l="l" t="t" r="r" b="b"/>
                <a:pathLst>
                  <a:path w="610" h="790" extrusionOk="0">
                    <a:moveTo>
                      <a:pt x="537" y="1"/>
                    </a:moveTo>
                    <a:cubicBezTo>
                      <a:pt x="373" y="253"/>
                      <a:pt x="193" y="499"/>
                      <a:pt x="0" y="733"/>
                    </a:cubicBezTo>
                    <a:lnTo>
                      <a:pt x="70" y="789"/>
                    </a:lnTo>
                    <a:cubicBezTo>
                      <a:pt x="268" y="559"/>
                      <a:pt x="448" y="310"/>
                      <a:pt x="609" y="48"/>
                    </a:cubicBezTo>
                    <a:lnTo>
                      <a:pt x="5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39"/>
              <p:cNvSpPr/>
              <p:nvPr/>
            </p:nvSpPr>
            <p:spPr>
              <a:xfrm>
                <a:off x="5274600" y="3408000"/>
                <a:ext cx="17850" cy="15625"/>
              </a:xfrm>
              <a:custGeom>
                <a:avLst/>
                <a:gdLst/>
                <a:ahLst/>
                <a:cxnLst/>
                <a:rect l="l" t="t" r="r" b="b"/>
                <a:pathLst>
                  <a:path w="714" h="625" extrusionOk="0">
                    <a:moveTo>
                      <a:pt x="644" y="0"/>
                    </a:moveTo>
                    <a:cubicBezTo>
                      <a:pt x="461" y="218"/>
                      <a:pt x="246" y="401"/>
                      <a:pt x="0" y="546"/>
                    </a:cubicBezTo>
                    <a:lnTo>
                      <a:pt x="48" y="625"/>
                    </a:lnTo>
                    <a:cubicBezTo>
                      <a:pt x="300" y="476"/>
                      <a:pt x="524" y="287"/>
                      <a:pt x="713" y="60"/>
                    </a:cubicBezTo>
                    <a:lnTo>
                      <a:pt x="64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39"/>
              <p:cNvSpPr/>
              <p:nvPr/>
            </p:nvSpPr>
            <p:spPr>
              <a:xfrm>
                <a:off x="5284850" y="3414525"/>
                <a:ext cx="20850" cy="26150"/>
              </a:xfrm>
              <a:custGeom>
                <a:avLst/>
                <a:gdLst/>
                <a:ahLst/>
                <a:cxnLst/>
                <a:rect l="l" t="t" r="r" b="b"/>
                <a:pathLst>
                  <a:path w="834" h="1046" extrusionOk="0">
                    <a:moveTo>
                      <a:pt x="754" y="1"/>
                    </a:moveTo>
                    <a:cubicBezTo>
                      <a:pt x="556" y="367"/>
                      <a:pt x="303" y="698"/>
                      <a:pt x="0" y="979"/>
                    </a:cubicBezTo>
                    <a:lnTo>
                      <a:pt x="63" y="1045"/>
                    </a:lnTo>
                    <a:cubicBezTo>
                      <a:pt x="376" y="755"/>
                      <a:pt x="634" y="420"/>
                      <a:pt x="833" y="45"/>
                    </a:cubicBezTo>
                    <a:lnTo>
                      <a:pt x="75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39"/>
              <p:cNvSpPr/>
              <p:nvPr/>
            </p:nvSpPr>
            <p:spPr>
              <a:xfrm>
                <a:off x="5286425" y="3427775"/>
                <a:ext cx="20050" cy="21875"/>
              </a:xfrm>
              <a:custGeom>
                <a:avLst/>
                <a:gdLst/>
                <a:ahLst/>
                <a:cxnLst/>
                <a:rect l="l" t="t" r="r" b="b"/>
                <a:pathLst>
                  <a:path w="802" h="875" extrusionOk="0">
                    <a:moveTo>
                      <a:pt x="720" y="1"/>
                    </a:moveTo>
                    <a:cubicBezTo>
                      <a:pt x="565" y="326"/>
                      <a:pt x="313" y="610"/>
                      <a:pt x="0" y="796"/>
                    </a:cubicBezTo>
                    <a:lnTo>
                      <a:pt x="48" y="875"/>
                    </a:lnTo>
                    <a:cubicBezTo>
                      <a:pt x="373" y="679"/>
                      <a:pt x="641" y="383"/>
                      <a:pt x="802" y="39"/>
                    </a:cubicBezTo>
                    <a:lnTo>
                      <a:pt x="72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39"/>
              <p:cNvSpPr/>
              <p:nvPr/>
            </p:nvSpPr>
            <p:spPr>
              <a:xfrm>
                <a:off x="5329800" y="3392775"/>
                <a:ext cx="13125" cy="29975"/>
              </a:xfrm>
              <a:custGeom>
                <a:avLst/>
                <a:gdLst/>
                <a:ahLst/>
                <a:cxnLst/>
                <a:rect l="l" t="t" r="r" b="b"/>
                <a:pathLst>
                  <a:path w="525" h="1199" extrusionOk="0">
                    <a:moveTo>
                      <a:pt x="439" y="0"/>
                    </a:moveTo>
                    <a:cubicBezTo>
                      <a:pt x="332" y="398"/>
                      <a:pt x="184" y="789"/>
                      <a:pt x="1" y="1158"/>
                    </a:cubicBezTo>
                    <a:lnTo>
                      <a:pt x="83" y="1199"/>
                    </a:lnTo>
                    <a:cubicBezTo>
                      <a:pt x="269" y="824"/>
                      <a:pt x="420" y="426"/>
                      <a:pt x="524" y="22"/>
                    </a:cubicBezTo>
                    <a:lnTo>
                      <a:pt x="4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39"/>
              <p:cNvSpPr/>
              <p:nvPr/>
            </p:nvSpPr>
            <p:spPr>
              <a:xfrm>
                <a:off x="5332000" y="3400425"/>
                <a:ext cx="14300" cy="26350"/>
              </a:xfrm>
              <a:custGeom>
                <a:avLst/>
                <a:gdLst/>
                <a:ahLst/>
                <a:cxnLst/>
                <a:rect l="l" t="t" r="r" b="b"/>
                <a:pathLst>
                  <a:path w="572" h="1054" extrusionOk="0">
                    <a:moveTo>
                      <a:pt x="480" y="0"/>
                    </a:moveTo>
                    <a:cubicBezTo>
                      <a:pt x="411" y="372"/>
                      <a:pt x="193" y="707"/>
                      <a:pt x="1" y="1003"/>
                    </a:cubicBezTo>
                    <a:lnTo>
                      <a:pt x="73" y="1054"/>
                    </a:lnTo>
                    <a:cubicBezTo>
                      <a:pt x="269" y="751"/>
                      <a:pt x="493" y="407"/>
                      <a:pt x="572" y="16"/>
                    </a:cubicBezTo>
                    <a:lnTo>
                      <a:pt x="4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39"/>
              <p:cNvSpPr/>
              <p:nvPr/>
            </p:nvSpPr>
            <p:spPr>
              <a:xfrm>
                <a:off x="5322850" y="3393550"/>
                <a:ext cx="14150" cy="16975"/>
              </a:xfrm>
              <a:custGeom>
                <a:avLst/>
                <a:gdLst/>
                <a:ahLst/>
                <a:cxnLst/>
                <a:rect l="l" t="t" r="r" b="b"/>
                <a:pathLst>
                  <a:path w="566" h="679" extrusionOk="0">
                    <a:moveTo>
                      <a:pt x="490" y="1"/>
                    </a:moveTo>
                    <a:cubicBezTo>
                      <a:pt x="354" y="222"/>
                      <a:pt x="187" y="430"/>
                      <a:pt x="1" y="616"/>
                    </a:cubicBezTo>
                    <a:lnTo>
                      <a:pt x="67" y="679"/>
                    </a:lnTo>
                    <a:cubicBezTo>
                      <a:pt x="256" y="487"/>
                      <a:pt x="424" y="272"/>
                      <a:pt x="566" y="48"/>
                    </a:cubicBezTo>
                    <a:lnTo>
                      <a:pt x="49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39"/>
              <p:cNvSpPr/>
              <p:nvPr/>
            </p:nvSpPr>
            <p:spPr>
              <a:xfrm>
                <a:off x="5323800" y="3382125"/>
                <a:ext cx="14850" cy="12400"/>
              </a:xfrm>
              <a:custGeom>
                <a:avLst/>
                <a:gdLst/>
                <a:ahLst/>
                <a:cxnLst/>
                <a:rect l="l" t="t" r="r" b="b"/>
                <a:pathLst>
                  <a:path w="594" h="496" extrusionOk="0">
                    <a:moveTo>
                      <a:pt x="537" y="0"/>
                    </a:moveTo>
                    <a:lnTo>
                      <a:pt x="1" y="423"/>
                    </a:lnTo>
                    <a:lnTo>
                      <a:pt x="54" y="496"/>
                    </a:lnTo>
                    <a:lnTo>
                      <a:pt x="594" y="70"/>
                    </a:lnTo>
                    <a:lnTo>
                      <a:pt x="5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39"/>
              <p:cNvSpPr/>
              <p:nvPr/>
            </p:nvSpPr>
            <p:spPr>
              <a:xfrm>
                <a:off x="5089975" y="3203700"/>
                <a:ext cx="264300" cy="211225"/>
              </a:xfrm>
              <a:custGeom>
                <a:avLst/>
                <a:gdLst/>
                <a:ahLst/>
                <a:cxnLst/>
                <a:rect l="l" t="t" r="r" b="b"/>
                <a:pathLst>
                  <a:path w="10572" h="8449" extrusionOk="0">
                    <a:moveTo>
                      <a:pt x="4942" y="1"/>
                    </a:moveTo>
                    <a:cubicBezTo>
                      <a:pt x="4862" y="1"/>
                      <a:pt x="4781" y="10"/>
                      <a:pt x="4701" y="30"/>
                    </a:cubicBezTo>
                    <a:cubicBezTo>
                      <a:pt x="4231" y="143"/>
                      <a:pt x="3789" y="370"/>
                      <a:pt x="3410" y="661"/>
                    </a:cubicBezTo>
                    <a:cubicBezTo>
                      <a:pt x="2764" y="1162"/>
                      <a:pt x="2369" y="1904"/>
                      <a:pt x="2092" y="2651"/>
                    </a:cubicBezTo>
                    <a:cubicBezTo>
                      <a:pt x="1641" y="3891"/>
                      <a:pt x="1470" y="5207"/>
                      <a:pt x="1152" y="6481"/>
                    </a:cubicBezTo>
                    <a:cubicBezTo>
                      <a:pt x="1047" y="6894"/>
                      <a:pt x="975" y="7336"/>
                      <a:pt x="694" y="7677"/>
                    </a:cubicBezTo>
                    <a:cubicBezTo>
                      <a:pt x="521" y="7885"/>
                      <a:pt x="278" y="8046"/>
                      <a:pt x="0" y="8068"/>
                    </a:cubicBezTo>
                    <a:cubicBezTo>
                      <a:pt x="537" y="8358"/>
                      <a:pt x="1243" y="8448"/>
                      <a:pt x="1926" y="8448"/>
                    </a:cubicBezTo>
                    <a:cubicBezTo>
                      <a:pt x="2274" y="8448"/>
                      <a:pt x="2617" y="8425"/>
                      <a:pt x="2928" y="8393"/>
                    </a:cubicBezTo>
                    <a:cubicBezTo>
                      <a:pt x="3912" y="8295"/>
                      <a:pt x="4590" y="8099"/>
                      <a:pt x="5461" y="7797"/>
                    </a:cubicBezTo>
                    <a:cubicBezTo>
                      <a:pt x="5969" y="7617"/>
                      <a:pt x="7139" y="6967"/>
                      <a:pt x="7477" y="6667"/>
                    </a:cubicBezTo>
                    <a:cubicBezTo>
                      <a:pt x="7496" y="6702"/>
                      <a:pt x="7707" y="7055"/>
                      <a:pt x="8108" y="7295"/>
                    </a:cubicBezTo>
                    <a:cubicBezTo>
                      <a:pt x="8455" y="7506"/>
                      <a:pt x="8862" y="7629"/>
                      <a:pt x="9269" y="7664"/>
                    </a:cubicBezTo>
                    <a:cubicBezTo>
                      <a:pt x="9527" y="7689"/>
                      <a:pt x="9789" y="7686"/>
                      <a:pt x="10035" y="7759"/>
                    </a:cubicBezTo>
                    <a:cubicBezTo>
                      <a:pt x="10281" y="7834"/>
                      <a:pt x="10518" y="8008"/>
                      <a:pt x="10572" y="8254"/>
                    </a:cubicBezTo>
                    <a:cubicBezTo>
                      <a:pt x="10572" y="7929"/>
                      <a:pt x="10537" y="7607"/>
                      <a:pt x="10420" y="7301"/>
                    </a:cubicBezTo>
                    <a:cubicBezTo>
                      <a:pt x="10228" y="6797"/>
                      <a:pt x="9849" y="6399"/>
                      <a:pt x="9720" y="5866"/>
                    </a:cubicBezTo>
                    <a:cubicBezTo>
                      <a:pt x="9622" y="5465"/>
                      <a:pt x="9512" y="5058"/>
                      <a:pt x="9464" y="4645"/>
                    </a:cubicBezTo>
                    <a:cubicBezTo>
                      <a:pt x="9395" y="4065"/>
                      <a:pt x="9401" y="3475"/>
                      <a:pt x="9215" y="2923"/>
                    </a:cubicBezTo>
                    <a:cubicBezTo>
                      <a:pt x="8931" y="2090"/>
                      <a:pt x="8205" y="661"/>
                      <a:pt x="7168" y="620"/>
                    </a:cubicBezTo>
                    <a:cubicBezTo>
                      <a:pt x="7167" y="620"/>
                      <a:pt x="7166" y="620"/>
                      <a:pt x="7166" y="620"/>
                    </a:cubicBezTo>
                    <a:cubicBezTo>
                      <a:pt x="7036" y="620"/>
                      <a:pt x="6858" y="1238"/>
                      <a:pt x="6858" y="1238"/>
                    </a:cubicBezTo>
                    <a:cubicBezTo>
                      <a:pt x="6858" y="1238"/>
                      <a:pt x="6578" y="913"/>
                      <a:pt x="6508" y="831"/>
                    </a:cubicBezTo>
                    <a:cubicBezTo>
                      <a:pt x="6398" y="692"/>
                      <a:pt x="6281" y="550"/>
                      <a:pt x="6127" y="456"/>
                    </a:cubicBezTo>
                    <a:cubicBezTo>
                      <a:pt x="5785" y="244"/>
                      <a:pt x="5364" y="1"/>
                      <a:pt x="4942" y="1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39"/>
              <p:cNvSpPr/>
              <p:nvPr/>
            </p:nvSpPr>
            <p:spPr>
              <a:xfrm>
                <a:off x="5260325" y="3234250"/>
                <a:ext cx="51200" cy="137250"/>
              </a:xfrm>
              <a:custGeom>
                <a:avLst/>
                <a:gdLst/>
                <a:ahLst/>
                <a:cxnLst/>
                <a:rect l="l" t="t" r="r" b="b"/>
                <a:pathLst>
                  <a:path w="2048" h="5490" extrusionOk="0">
                    <a:moveTo>
                      <a:pt x="82" y="0"/>
                    </a:moveTo>
                    <a:lnTo>
                      <a:pt x="0" y="38"/>
                    </a:lnTo>
                    <a:cubicBezTo>
                      <a:pt x="19" y="85"/>
                      <a:pt x="552" y="1202"/>
                      <a:pt x="1063" y="1559"/>
                    </a:cubicBezTo>
                    <a:cubicBezTo>
                      <a:pt x="1123" y="1596"/>
                      <a:pt x="1196" y="1609"/>
                      <a:pt x="1275" y="1625"/>
                    </a:cubicBezTo>
                    <a:cubicBezTo>
                      <a:pt x="1521" y="1669"/>
                      <a:pt x="1862" y="1735"/>
                      <a:pt x="1899" y="2820"/>
                    </a:cubicBezTo>
                    <a:cubicBezTo>
                      <a:pt x="1956" y="4218"/>
                      <a:pt x="622" y="5411"/>
                      <a:pt x="612" y="5423"/>
                    </a:cubicBezTo>
                    <a:lnTo>
                      <a:pt x="669" y="5489"/>
                    </a:lnTo>
                    <a:cubicBezTo>
                      <a:pt x="685" y="5477"/>
                      <a:pt x="2048" y="4259"/>
                      <a:pt x="1994" y="2820"/>
                    </a:cubicBezTo>
                    <a:cubicBezTo>
                      <a:pt x="1953" y="1660"/>
                      <a:pt x="1568" y="1590"/>
                      <a:pt x="1294" y="1537"/>
                    </a:cubicBezTo>
                    <a:cubicBezTo>
                      <a:pt x="1221" y="1521"/>
                      <a:pt x="1164" y="1511"/>
                      <a:pt x="1120" y="1483"/>
                    </a:cubicBezTo>
                    <a:cubicBezTo>
                      <a:pt x="628" y="1142"/>
                      <a:pt x="85" y="13"/>
                      <a:pt x="82" y="0"/>
                    </a:cubicBez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39"/>
              <p:cNvSpPr/>
              <p:nvPr/>
            </p:nvSpPr>
            <p:spPr>
              <a:xfrm>
                <a:off x="5206375" y="3272025"/>
                <a:ext cx="83475" cy="8775"/>
              </a:xfrm>
              <a:custGeom>
                <a:avLst/>
                <a:gdLst/>
                <a:ahLst/>
                <a:cxnLst/>
                <a:rect l="l" t="t" r="r" b="b"/>
                <a:pathLst>
                  <a:path w="3339" h="351" extrusionOk="0">
                    <a:moveTo>
                      <a:pt x="3313" y="0"/>
                    </a:moveTo>
                    <a:cubicBezTo>
                      <a:pt x="2628" y="172"/>
                      <a:pt x="1915" y="257"/>
                      <a:pt x="1203" y="257"/>
                    </a:cubicBezTo>
                    <a:cubicBezTo>
                      <a:pt x="804" y="257"/>
                      <a:pt x="405" y="230"/>
                      <a:pt x="13" y="177"/>
                    </a:cubicBezTo>
                    <a:lnTo>
                      <a:pt x="0" y="268"/>
                    </a:lnTo>
                    <a:cubicBezTo>
                      <a:pt x="395" y="322"/>
                      <a:pt x="799" y="350"/>
                      <a:pt x="1199" y="350"/>
                    </a:cubicBezTo>
                    <a:cubicBezTo>
                      <a:pt x="1922" y="350"/>
                      <a:pt x="2641" y="259"/>
                      <a:pt x="3338" y="85"/>
                    </a:cubicBezTo>
                    <a:lnTo>
                      <a:pt x="3313" y="0"/>
                    </a:ln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39"/>
              <p:cNvSpPr/>
              <p:nvPr/>
            </p:nvSpPr>
            <p:spPr>
              <a:xfrm>
                <a:off x="5204800" y="3253475"/>
                <a:ext cx="59800" cy="25275"/>
              </a:xfrm>
              <a:custGeom>
                <a:avLst/>
                <a:gdLst/>
                <a:ahLst/>
                <a:cxnLst/>
                <a:rect l="l" t="t" r="r" b="b"/>
                <a:pathLst>
                  <a:path w="2392" h="1011" extrusionOk="0">
                    <a:moveTo>
                      <a:pt x="51" y="1"/>
                    </a:moveTo>
                    <a:lnTo>
                      <a:pt x="0" y="73"/>
                    </a:lnTo>
                    <a:cubicBezTo>
                      <a:pt x="713" y="537"/>
                      <a:pt x="1534" y="859"/>
                      <a:pt x="2376" y="1010"/>
                    </a:cubicBezTo>
                    <a:lnTo>
                      <a:pt x="2392" y="922"/>
                    </a:lnTo>
                    <a:cubicBezTo>
                      <a:pt x="1562" y="777"/>
                      <a:pt x="754" y="458"/>
                      <a:pt x="51" y="1"/>
                    </a:cubicBez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39"/>
              <p:cNvSpPr/>
              <p:nvPr/>
            </p:nvSpPr>
            <p:spPr>
              <a:xfrm>
                <a:off x="5102825" y="3333375"/>
                <a:ext cx="138675" cy="66425"/>
              </a:xfrm>
              <a:custGeom>
                <a:avLst/>
                <a:gdLst/>
                <a:ahLst/>
                <a:cxnLst/>
                <a:rect l="l" t="t" r="r" b="b"/>
                <a:pathLst>
                  <a:path w="5547" h="2657" extrusionOk="0">
                    <a:moveTo>
                      <a:pt x="5483" y="1"/>
                    </a:moveTo>
                    <a:cubicBezTo>
                      <a:pt x="3988" y="1379"/>
                      <a:pt x="2041" y="2288"/>
                      <a:pt x="0" y="2565"/>
                    </a:cubicBezTo>
                    <a:lnTo>
                      <a:pt x="13" y="2657"/>
                    </a:lnTo>
                    <a:cubicBezTo>
                      <a:pt x="2073" y="2376"/>
                      <a:pt x="4035" y="1461"/>
                      <a:pt x="5546" y="67"/>
                    </a:cubicBezTo>
                    <a:lnTo>
                      <a:pt x="5483" y="1"/>
                    </a:ln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39"/>
              <p:cNvSpPr/>
              <p:nvPr/>
            </p:nvSpPr>
            <p:spPr>
              <a:xfrm>
                <a:off x="5287225" y="3355850"/>
                <a:ext cx="45675" cy="25100"/>
              </a:xfrm>
              <a:custGeom>
                <a:avLst/>
                <a:gdLst/>
                <a:ahLst/>
                <a:cxnLst/>
                <a:rect l="l" t="t" r="r" b="b"/>
                <a:pathLst>
                  <a:path w="1827" h="1004" extrusionOk="0">
                    <a:moveTo>
                      <a:pt x="66" y="1"/>
                    </a:moveTo>
                    <a:lnTo>
                      <a:pt x="0" y="64"/>
                    </a:lnTo>
                    <a:cubicBezTo>
                      <a:pt x="164" y="244"/>
                      <a:pt x="363" y="411"/>
                      <a:pt x="596" y="569"/>
                    </a:cubicBezTo>
                    <a:cubicBezTo>
                      <a:pt x="710" y="647"/>
                      <a:pt x="864" y="748"/>
                      <a:pt x="1032" y="805"/>
                    </a:cubicBezTo>
                    <a:cubicBezTo>
                      <a:pt x="1151" y="846"/>
                      <a:pt x="1268" y="868"/>
                      <a:pt x="1388" y="894"/>
                    </a:cubicBezTo>
                    <a:cubicBezTo>
                      <a:pt x="1533" y="922"/>
                      <a:pt x="1669" y="947"/>
                      <a:pt x="1795" y="1004"/>
                    </a:cubicBezTo>
                    <a:lnTo>
                      <a:pt x="1827" y="916"/>
                    </a:lnTo>
                    <a:cubicBezTo>
                      <a:pt x="1691" y="859"/>
                      <a:pt x="1546" y="830"/>
                      <a:pt x="1404" y="802"/>
                    </a:cubicBezTo>
                    <a:cubicBezTo>
                      <a:pt x="1293" y="783"/>
                      <a:pt x="1174" y="758"/>
                      <a:pt x="1063" y="720"/>
                    </a:cubicBezTo>
                    <a:cubicBezTo>
                      <a:pt x="902" y="663"/>
                      <a:pt x="757" y="569"/>
                      <a:pt x="647" y="496"/>
                    </a:cubicBezTo>
                    <a:cubicBezTo>
                      <a:pt x="423" y="341"/>
                      <a:pt x="227" y="174"/>
                      <a:pt x="66" y="1"/>
                    </a:cubicBez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39"/>
              <p:cNvSpPr/>
              <p:nvPr/>
            </p:nvSpPr>
            <p:spPr>
              <a:xfrm>
                <a:off x="5232250" y="3192125"/>
                <a:ext cx="52700" cy="52450"/>
              </a:xfrm>
              <a:custGeom>
                <a:avLst/>
                <a:gdLst/>
                <a:ahLst/>
                <a:cxnLst/>
                <a:rect l="l" t="t" r="r" b="b"/>
                <a:pathLst>
                  <a:path w="2108" h="2098" extrusionOk="0">
                    <a:moveTo>
                      <a:pt x="492" y="1"/>
                    </a:moveTo>
                    <a:lnTo>
                      <a:pt x="0" y="751"/>
                    </a:lnTo>
                    <a:cubicBezTo>
                      <a:pt x="0" y="751"/>
                      <a:pt x="1115" y="2098"/>
                      <a:pt x="1406" y="2098"/>
                    </a:cubicBezTo>
                    <a:cubicBezTo>
                      <a:pt x="1413" y="2098"/>
                      <a:pt x="1420" y="2097"/>
                      <a:pt x="1426" y="2095"/>
                    </a:cubicBezTo>
                    <a:cubicBezTo>
                      <a:pt x="1584" y="2051"/>
                      <a:pt x="1631" y="1688"/>
                      <a:pt x="1631" y="1688"/>
                    </a:cubicBezTo>
                    <a:lnTo>
                      <a:pt x="2108" y="745"/>
                    </a:lnTo>
                    <a:lnTo>
                      <a:pt x="492" y="1"/>
                    </a:lnTo>
                    <a:close/>
                  </a:path>
                </a:pathLst>
              </a:custGeom>
              <a:solidFill>
                <a:srgbClr val="A64C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39"/>
              <p:cNvSpPr/>
              <p:nvPr/>
            </p:nvSpPr>
            <p:spPr>
              <a:xfrm>
                <a:off x="5228850" y="3141350"/>
                <a:ext cx="86475" cy="88750"/>
              </a:xfrm>
              <a:custGeom>
                <a:avLst/>
                <a:gdLst/>
                <a:ahLst/>
                <a:cxnLst/>
                <a:rect l="l" t="t" r="r" b="b"/>
                <a:pathLst>
                  <a:path w="3459" h="3550" extrusionOk="0">
                    <a:moveTo>
                      <a:pt x="1867" y="0"/>
                    </a:moveTo>
                    <a:cubicBezTo>
                      <a:pt x="1541" y="0"/>
                      <a:pt x="1214" y="79"/>
                      <a:pt x="934" y="221"/>
                    </a:cubicBezTo>
                    <a:cubicBezTo>
                      <a:pt x="288" y="549"/>
                      <a:pt x="1" y="1331"/>
                      <a:pt x="111" y="2009"/>
                    </a:cubicBezTo>
                    <a:cubicBezTo>
                      <a:pt x="243" y="2833"/>
                      <a:pt x="814" y="3120"/>
                      <a:pt x="1392" y="3306"/>
                    </a:cubicBezTo>
                    <a:cubicBezTo>
                      <a:pt x="1654" y="3388"/>
                      <a:pt x="2055" y="3549"/>
                      <a:pt x="2396" y="3549"/>
                    </a:cubicBezTo>
                    <a:cubicBezTo>
                      <a:pt x="2538" y="3549"/>
                      <a:pt x="2670" y="3521"/>
                      <a:pt x="2777" y="3448"/>
                    </a:cubicBezTo>
                    <a:cubicBezTo>
                      <a:pt x="3105" y="3215"/>
                      <a:pt x="3237" y="2871"/>
                      <a:pt x="3294" y="2502"/>
                    </a:cubicBezTo>
                    <a:cubicBezTo>
                      <a:pt x="3363" y="2028"/>
                      <a:pt x="3458" y="1404"/>
                      <a:pt x="3379" y="978"/>
                    </a:cubicBezTo>
                    <a:cubicBezTo>
                      <a:pt x="3294" y="514"/>
                      <a:pt x="2966" y="293"/>
                      <a:pt x="2524" y="120"/>
                    </a:cubicBezTo>
                    <a:cubicBezTo>
                      <a:pt x="2317" y="38"/>
                      <a:pt x="2093" y="0"/>
                      <a:pt x="1867" y="0"/>
                    </a:cubicBezTo>
                    <a:close/>
                  </a:path>
                </a:pathLst>
              </a:custGeom>
              <a:solidFill>
                <a:srgbClr val="A64C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39"/>
              <p:cNvSpPr/>
              <p:nvPr/>
            </p:nvSpPr>
            <p:spPr>
              <a:xfrm>
                <a:off x="5200450" y="3126150"/>
                <a:ext cx="123225" cy="132575"/>
              </a:xfrm>
              <a:custGeom>
                <a:avLst/>
                <a:gdLst/>
                <a:ahLst/>
                <a:cxnLst/>
                <a:rect l="l" t="t" r="r" b="b"/>
                <a:pathLst>
                  <a:path w="4929" h="5303" extrusionOk="0">
                    <a:moveTo>
                      <a:pt x="2891" y="0"/>
                    </a:moveTo>
                    <a:cubicBezTo>
                      <a:pt x="2401" y="0"/>
                      <a:pt x="1908" y="144"/>
                      <a:pt x="1547" y="415"/>
                    </a:cubicBezTo>
                    <a:cubicBezTo>
                      <a:pt x="1013" y="810"/>
                      <a:pt x="843" y="1387"/>
                      <a:pt x="471" y="1923"/>
                    </a:cubicBezTo>
                    <a:cubicBezTo>
                      <a:pt x="212" y="2293"/>
                      <a:pt x="7" y="2718"/>
                      <a:pt x="4" y="3163"/>
                    </a:cubicBezTo>
                    <a:cubicBezTo>
                      <a:pt x="1" y="3491"/>
                      <a:pt x="108" y="3819"/>
                      <a:pt x="304" y="4084"/>
                    </a:cubicBezTo>
                    <a:cubicBezTo>
                      <a:pt x="543" y="4406"/>
                      <a:pt x="906" y="4630"/>
                      <a:pt x="1143" y="4958"/>
                    </a:cubicBezTo>
                    <a:cubicBezTo>
                      <a:pt x="1250" y="5103"/>
                      <a:pt x="1364" y="5290"/>
                      <a:pt x="1550" y="5302"/>
                    </a:cubicBezTo>
                    <a:cubicBezTo>
                      <a:pt x="1554" y="5302"/>
                      <a:pt x="1558" y="5302"/>
                      <a:pt x="1561" y="5302"/>
                    </a:cubicBezTo>
                    <a:cubicBezTo>
                      <a:pt x="1695" y="5302"/>
                      <a:pt x="1813" y="5198"/>
                      <a:pt x="1868" y="5081"/>
                    </a:cubicBezTo>
                    <a:cubicBezTo>
                      <a:pt x="2023" y="4756"/>
                      <a:pt x="1812" y="4390"/>
                      <a:pt x="1758" y="4037"/>
                    </a:cubicBezTo>
                    <a:cubicBezTo>
                      <a:pt x="1685" y="3535"/>
                      <a:pt x="1938" y="3053"/>
                      <a:pt x="2178" y="2608"/>
                    </a:cubicBezTo>
                    <a:cubicBezTo>
                      <a:pt x="2187" y="2605"/>
                      <a:pt x="2190" y="2602"/>
                      <a:pt x="2190" y="2592"/>
                    </a:cubicBezTo>
                    <a:cubicBezTo>
                      <a:pt x="2256" y="2475"/>
                      <a:pt x="2326" y="2352"/>
                      <a:pt x="2439" y="2270"/>
                    </a:cubicBezTo>
                    <a:cubicBezTo>
                      <a:pt x="2591" y="2154"/>
                      <a:pt x="2793" y="2135"/>
                      <a:pt x="2957" y="2043"/>
                    </a:cubicBezTo>
                    <a:cubicBezTo>
                      <a:pt x="3294" y="1863"/>
                      <a:pt x="3405" y="1444"/>
                      <a:pt x="3439" y="1075"/>
                    </a:cubicBezTo>
                    <a:cubicBezTo>
                      <a:pt x="3774" y="1119"/>
                      <a:pt x="4086" y="1299"/>
                      <a:pt x="4288" y="1564"/>
                    </a:cubicBezTo>
                    <a:cubicBezTo>
                      <a:pt x="4484" y="1829"/>
                      <a:pt x="4563" y="2176"/>
                      <a:pt x="4499" y="2498"/>
                    </a:cubicBezTo>
                    <a:cubicBezTo>
                      <a:pt x="4824" y="2210"/>
                      <a:pt x="4928" y="1737"/>
                      <a:pt x="4824" y="1324"/>
                    </a:cubicBezTo>
                    <a:cubicBezTo>
                      <a:pt x="4714" y="908"/>
                      <a:pt x="4414" y="557"/>
                      <a:pt x="4051" y="321"/>
                    </a:cubicBezTo>
                    <a:cubicBezTo>
                      <a:pt x="3720" y="104"/>
                      <a:pt x="3306" y="0"/>
                      <a:pt x="2891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39"/>
              <p:cNvSpPr/>
              <p:nvPr/>
            </p:nvSpPr>
            <p:spPr>
              <a:xfrm>
                <a:off x="5243925" y="3179075"/>
                <a:ext cx="23125" cy="28250"/>
              </a:xfrm>
              <a:custGeom>
                <a:avLst/>
                <a:gdLst/>
                <a:ahLst/>
                <a:cxnLst/>
                <a:rect l="l" t="t" r="r" b="b"/>
                <a:pathLst>
                  <a:path w="925" h="1130" extrusionOk="0">
                    <a:moveTo>
                      <a:pt x="559" y="1"/>
                    </a:moveTo>
                    <a:cubicBezTo>
                      <a:pt x="326" y="1"/>
                      <a:pt x="112" y="215"/>
                      <a:pt x="54" y="428"/>
                    </a:cubicBezTo>
                    <a:cubicBezTo>
                      <a:pt x="0" y="605"/>
                      <a:pt x="38" y="819"/>
                      <a:pt x="170" y="958"/>
                    </a:cubicBezTo>
                    <a:cubicBezTo>
                      <a:pt x="274" y="1063"/>
                      <a:pt x="410" y="1130"/>
                      <a:pt x="537" y="1130"/>
                    </a:cubicBezTo>
                    <a:cubicBezTo>
                      <a:pt x="643" y="1130"/>
                      <a:pt x="743" y="1084"/>
                      <a:pt x="814" y="977"/>
                    </a:cubicBezTo>
                    <a:lnTo>
                      <a:pt x="924" y="343"/>
                    </a:lnTo>
                    <a:cubicBezTo>
                      <a:pt x="902" y="217"/>
                      <a:pt x="820" y="90"/>
                      <a:pt x="732" y="43"/>
                    </a:cubicBezTo>
                    <a:cubicBezTo>
                      <a:pt x="675" y="14"/>
                      <a:pt x="616" y="1"/>
                      <a:pt x="559" y="1"/>
                    </a:cubicBezTo>
                    <a:close/>
                  </a:path>
                </a:pathLst>
              </a:custGeom>
              <a:solidFill>
                <a:srgbClr val="A64C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39"/>
              <p:cNvSpPr/>
              <p:nvPr/>
            </p:nvSpPr>
            <p:spPr>
              <a:xfrm>
                <a:off x="5251325" y="3185750"/>
                <a:ext cx="14225" cy="13725"/>
              </a:xfrm>
              <a:custGeom>
                <a:avLst/>
                <a:gdLst/>
                <a:ahLst/>
                <a:cxnLst/>
                <a:rect l="l" t="t" r="r" b="b"/>
                <a:pathLst>
                  <a:path w="569" h="549" extrusionOk="0">
                    <a:moveTo>
                      <a:pt x="64" y="0"/>
                    </a:moveTo>
                    <a:lnTo>
                      <a:pt x="1" y="66"/>
                    </a:lnTo>
                    <a:cubicBezTo>
                      <a:pt x="168" y="224"/>
                      <a:pt x="335" y="385"/>
                      <a:pt x="502" y="549"/>
                    </a:cubicBezTo>
                    <a:lnTo>
                      <a:pt x="568" y="480"/>
                    </a:lnTo>
                    <a:cubicBezTo>
                      <a:pt x="404" y="319"/>
                      <a:pt x="234" y="158"/>
                      <a:pt x="64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39"/>
              <p:cNvSpPr/>
              <p:nvPr/>
            </p:nvSpPr>
            <p:spPr>
              <a:xfrm>
                <a:off x="5263550" y="3181250"/>
                <a:ext cx="5300" cy="8775"/>
              </a:xfrm>
              <a:custGeom>
                <a:avLst/>
                <a:gdLst/>
                <a:ahLst/>
                <a:cxnLst/>
                <a:rect l="l" t="t" r="r" b="b"/>
                <a:pathLst>
                  <a:path w="212" h="351" extrusionOk="0">
                    <a:moveTo>
                      <a:pt x="67" y="0"/>
                    </a:moveTo>
                    <a:lnTo>
                      <a:pt x="1" y="60"/>
                    </a:lnTo>
                    <a:cubicBezTo>
                      <a:pt x="73" y="139"/>
                      <a:pt x="114" y="243"/>
                      <a:pt x="124" y="350"/>
                    </a:cubicBezTo>
                    <a:lnTo>
                      <a:pt x="212" y="344"/>
                    </a:lnTo>
                    <a:cubicBezTo>
                      <a:pt x="206" y="218"/>
                      <a:pt x="152" y="98"/>
                      <a:pt x="67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39"/>
              <p:cNvSpPr/>
              <p:nvPr/>
            </p:nvSpPr>
            <p:spPr>
              <a:xfrm>
                <a:off x="5243350" y="3193700"/>
                <a:ext cx="22125" cy="14550"/>
              </a:xfrm>
              <a:custGeom>
                <a:avLst/>
                <a:gdLst/>
                <a:ahLst/>
                <a:cxnLst/>
                <a:rect l="l" t="t" r="r" b="b"/>
                <a:pathLst>
                  <a:path w="885" h="582" extrusionOk="0">
                    <a:moveTo>
                      <a:pt x="1" y="1"/>
                    </a:moveTo>
                    <a:cubicBezTo>
                      <a:pt x="4" y="196"/>
                      <a:pt x="99" y="389"/>
                      <a:pt x="250" y="490"/>
                    </a:cubicBezTo>
                    <a:cubicBezTo>
                      <a:pt x="335" y="550"/>
                      <a:pt x="439" y="581"/>
                      <a:pt x="537" y="581"/>
                    </a:cubicBezTo>
                    <a:cubicBezTo>
                      <a:pt x="632" y="581"/>
                      <a:pt x="727" y="553"/>
                      <a:pt x="802" y="496"/>
                    </a:cubicBezTo>
                    <a:cubicBezTo>
                      <a:pt x="824" y="477"/>
                      <a:pt x="850" y="458"/>
                      <a:pt x="869" y="439"/>
                    </a:cubicBezTo>
                    <a:lnTo>
                      <a:pt x="884" y="423"/>
                    </a:lnTo>
                    <a:lnTo>
                      <a:pt x="821" y="354"/>
                    </a:lnTo>
                    <a:lnTo>
                      <a:pt x="805" y="370"/>
                    </a:lnTo>
                    <a:cubicBezTo>
                      <a:pt x="787" y="386"/>
                      <a:pt x="764" y="408"/>
                      <a:pt x="745" y="423"/>
                    </a:cubicBezTo>
                    <a:cubicBezTo>
                      <a:pt x="689" y="465"/>
                      <a:pt x="613" y="486"/>
                      <a:pt x="535" y="486"/>
                    </a:cubicBezTo>
                    <a:cubicBezTo>
                      <a:pt x="453" y="486"/>
                      <a:pt x="369" y="462"/>
                      <a:pt x="301" y="414"/>
                    </a:cubicBezTo>
                    <a:cubicBezTo>
                      <a:pt x="174" y="329"/>
                      <a:pt x="96" y="171"/>
                      <a:pt x="92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39"/>
              <p:cNvSpPr/>
              <p:nvPr/>
            </p:nvSpPr>
            <p:spPr>
              <a:xfrm>
                <a:off x="5249750" y="3208925"/>
                <a:ext cx="27700" cy="20375"/>
              </a:xfrm>
              <a:custGeom>
                <a:avLst/>
                <a:gdLst/>
                <a:ahLst/>
                <a:cxnLst/>
                <a:rect l="l" t="t" r="r" b="b"/>
                <a:pathLst>
                  <a:path w="1108" h="815" extrusionOk="0">
                    <a:moveTo>
                      <a:pt x="79" y="0"/>
                    </a:moveTo>
                    <a:lnTo>
                      <a:pt x="1" y="42"/>
                    </a:lnTo>
                    <a:cubicBezTo>
                      <a:pt x="215" y="430"/>
                      <a:pt x="698" y="698"/>
                      <a:pt x="1083" y="814"/>
                    </a:cubicBezTo>
                    <a:lnTo>
                      <a:pt x="1108" y="729"/>
                    </a:lnTo>
                    <a:cubicBezTo>
                      <a:pt x="742" y="616"/>
                      <a:pt x="281" y="363"/>
                      <a:pt x="79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39"/>
              <p:cNvSpPr/>
              <p:nvPr/>
            </p:nvSpPr>
            <p:spPr>
              <a:xfrm>
                <a:off x="5293200" y="3192375"/>
                <a:ext cx="7750" cy="15075"/>
              </a:xfrm>
              <a:custGeom>
                <a:avLst/>
                <a:gdLst/>
                <a:ahLst/>
                <a:cxnLst/>
                <a:rect l="l" t="t" r="r" b="b"/>
                <a:pathLst>
                  <a:path w="310" h="603" extrusionOk="0">
                    <a:moveTo>
                      <a:pt x="196" y="0"/>
                    </a:moveTo>
                    <a:lnTo>
                      <a:pt x="105" y="19"/>
                    </a:lnTo>
                    <a:cubicBezTo>
                      <a:pt x="124" y="104"/>
                      <a:pt x="149" y="189"/>
                      <a:pt x="174" y="271"/>
                    </a:cubicBezTo>
                    <a:cubicBezTo>
                      <a:pt x="190" y="325"/>
                      <a:pt x="212" y="382"/>
                      <a:pt x="190" y="426"/>
                    </a:cubicBezTo>
                    <a:cubicBezTo>
                      <a:pt x="181" y="451"/>
                      <a:pt x="155" y="473"/>
                      <a:pt x="121" y="489"/>
                    </a:cubicBezTo>
                    <a:cubicBezTo>
                      <a:pt x="86" y="498"/>
                      <a:pt x="45" y="508"/>
                      <a:pt x="1" y="511"/>
                    </a:cubicBezTo>
                    <a:lnTo>
                      <a:pt x="13" y="603"/>
                    </a:lnTo>
                    <a:cubicBezTo>
                      <a:pt x="61" y="593"/>
                      <a:pt x="108" y="590"/>
                      <a:pt x="152" y="574"/>
                    </a:cubicBezTo>
                    <a:cubicBezTo>
                      <a:pt x="212" y="549"/>
                      <a:pt x="253" y="511"/>
                      <a:pt x="275" y="464"/>
                    </a:cubicBezTo>
                    <a:cubicBezTo>
                      <a:pt x="310" y="388"/>
                      <a:pt x="282" y="306"/>
                      <a:pt x="263" y="243"/>
                    </a:cubicBezTo>
                    <a:cubicBezTo>
                      <a:pt x="237" y="164"/>
                      <a:pt x="215" y="82"/>
                      <a:pt x="196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39"/>
              <p:cNvSpPr/>
              <p:nvPr/>
            </p:nvSpPr>
            <p:spPr>
              <a:xfrm>
                <a:off x="5276575" y="3173675"/>
                <a:ext cx="15700" cy="8700"/>
              </a:xfrm>
              <a:custGeom>
                <a:avLst/>
                <a:gdLst/>
                <a:ahLst/>
                <a:cxnLst/>
                <a:rect l="l" t="t" r="r" b="b"/>
                <a:pathLst>
                  <a:path w="628" h="348" extrusionOk="0">
                    <a:moveTo>
                      <a:pt x="565" y="0"/>
                    </a:moveTo>
                    <a:cubicBezTo>
                      <a:pt x="467" y="101"/>
                      <a:pt x="341" y="171"/>
                      <a:pt x="205" y="215"/>
                    </a:cubicBezTo>
                    <a:cubicBezTo>
                      <a:pt x="161" y="231"/>
                      <a:pt x="120" y="237"/>
                      <a:pt x="76" y="250"/>
                    </a:cubicBezTo>
                    <a:cubicBezTo>
                      <a:pt x="51" y="253"/>
                      <a:pt x="29" y="259"/>
                      <a:pt x="10" y="259"/>
                    </a:cubicBezTo>
                    <a:lnTo>
                      <a:pt x="0" y="347"/>
                    </a:lnTo>
                    <a:lnTo>
                      <a:pt x="16" y="347"/>
                    </a:lnTo>
                    <a:cubicBezTo>
                      <a:pt x="44" y="347"/>
                      <a:pt x="70" y="344"/>
                      <a:pt x="98" y="338"/>
                    </a:cubicBezTo>
                    <a:cubicBezTo>
                      <a:pt x="142" y="325"/>
                      <a:pt x="189" y="316"/>
                      <a:pt x="234" y="300"/>
                    </a:cubicBezTo>
                    <a:cubicBezTo>
                      <a:pt x="379" y="253"/>
                      <a:pt x="517" y="174"/>
                      <a:pt x="628" y="67"/>
                    </a:cubicBezTo>
                    <a:lnTo>
                      <a:pt x="565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39"/>
              <p:cNvSpPr/>
              <p:nvPr/>
            </p:nvSpPr>
            <p:spPr>
              <a:xfrm>
                <a:off x="5303450" y="3175950"/>
                <a:ext cx="10525" cy="8775"/>
              </a:xfrm>
              <a:custGeom>
                <a:avLst/>
                <a:gdLst/>
                <a:ahLst/>
                <a:cxnLst/>
                <a:rect l="l" t="t" r="r" b="b"/>
                <a:pathLst>
                  <a:path w="421" h="351" extrusionOk="0">
                    <a:moveTo>
                      <a:pt x="77" y="1"/>
                    </a:moveTo>
                    <a:lnTo>
                      <a:pt x="1" y="51"/>
                    </a:lnTo>
                    <a:cubicBezTo>
                      <a:pt x="96" y="184"/>
                      <a:pt x="231" y="288"/>
                      <a:pt x="386" y="351"/>
                    </a:cubicBezTo>
                    <a:lnTo>
                      <a:pt x="420" y="269"/>
                    </a:lnTo>
                    <a:cubicBezTo>
                      <a:pt x="282" y="215"/>
                      <a:pt x="159" y="121"/>
                      <a:pt x="77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39"/>
              <p:cNvSpPr/>
              <p:nvPr/>
            </p:nvSpPr>
            <p:spPr>
              <a:xfrm>
                <a:off x="5279175" y="3186600"/>
                <a:ext cx="11600" cy="5625"/>
              </a:xfrm>
              <a:custGeom>
                <a:avLst/>
                <a:gdLst/>
                <a:ahLst/>
                <a:cxnLst/>
                <a:rect l="l" t="t" r="r" b="b"/>
                <a:pathLst>
                  <a:path w="464" h="225" extrusionOk="0">
                    <a:moveTo>
                      <a:pt x="388" y="1"/>
                    </a:moveTo>
                    <a:lnTo>
                      <a:pt x="379" y="20"/>
                    </a:lnTo>
                    <a:cubicBezTo>
                      <a:pt x="328" y="92"/>
                      <a:pt x="303" y="127"/>
                      <a:pt x="237" y="136"/>
                    </a:cubicBezTo>
                    <a:cubicBezTo>
                      <a:pt x="234" y="137"/>
                      <a:pt x="231" y="137"/>
                      <a:pt x="227" y="137"/>
                    </a:cubicBezTo>
                    <a:cubicBezTo>
                      <a:pt x="162" y="137"/>
                      <a:pt x="103" y="105"/>
                      <a:pt x="82" y="48"/>
                    </a:cubicBezTo>
                    <a:lnTo>
                      <a:pt x="0" y="83"/>
                    </a:lnTo>
                    <a:cubicBezTo>
                      <a:pt x="38" y="171"/>
                      <a:pt x="126" y="225"/>
                      <a:pt x="221" y="225"/>
                    </a:cubicBezTo>
                    <a:lnTo>
                      <a:pt x="243" y="225"/>
                    </a:lnTo>
                    <a:cubicBezTo>
                      <a:pt x="357" y="218"/>
                      <a:pt x="404" y="143"/>
                      <a:pt x="451" y="73"/>
                    </a:cubicBezTo>
                    <a:lnTo>
                      <a:pt x="464" y="51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39"/>
              <p:cNvSpPr/>
              <p:nvPr/>
            </p:nvSpPr>
            <p:spPr>
              <a:xfrm>
                <a:off x="5304650" y="3189200"/>
                <a:ext cx="9175" cy="6100"/>
              </a:xfrm>
              <a:custGeom>
                <a:avLst/>
                <a:gdLst/>
                <a:ahLst/>
                <a:cxnLst/>
                <a:rect l="l" t="t" r="r" b="b"/>
                <a:pathLst>
                  <a:path w="367" h="244" extrusionOk="0">
                    <a:moveTo>
                      <a:pt x="89" y="1"/>
                    </a:moveTo>
                    <a:lnTo>
                      <a:pt x="0" y="20"/>
                    </a:lnTo>
                    <a:cubicBezTo>
                      <a:pt x="41" y="168"/>
                      <a:pt x="104" y="244"/>
                      <a:pt x="199" y="244"/>
                    </a:cubicBezTo>
                    <a:lnTo>
                      <a:pt x="215" y="244"/>
                    </a:lnTo>
                    <a:cubicBezTo>
                      <a:pt x="297" y="237"/>
                      <a:pt x="354" y="159"/>
                      <a:pt x="366" y="86"/>
                    </a:cubicBezTo>
                    <a:lnTo>
                      <a:pt x="278" y="67"/>
                    </a:lnTo>
                    <a:cubicBezTo>
                      <a:pt x="265" y="111"/>
                      <a:pt x="237" y="149"/>
                      <a:pt x="202" y="152"/>
                    </a:cubicBezTo>
                    <a:cubicBezTo>
                      <a:pt x="199" y="153"/>
                      <a:pt x="194" y="154"/>
                      <a:pt x="189" y="154"/>
                    </a:cubicBezTo>
                    <a:cubicBezTo>
                      <a:pt x="163" y="154"/>
                      <a:pt x="120" y="133"/>
                      <a:pt x="89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39"/>
              <p:cNvSpPr/>
              <p:nvPr/>
            </p:nvSpPr>
            <p:spPr>
              <a:xfrm>
                <a:off x="5285325" y="3209700"/>
                <a:ext cx="12650" cy="3575"/>
              </a:xfrm>
              <a:custGeom>
                <a:avLst/>
                <a:gdLst/>
                <a:ahLst/>
                <a:cxnLst/>
                <a:rect l="l" t="t" r="r" b="b"/>
                <a:pathLst>
                  <a:path w="506" h="143" extrusionOk="0">
                    <a:moveTo>
                      <a:pt x="229" y="1"/>
                    </a:moveTo>
                    <a:cubicBezTo>
                      <a:pt x="159" y="1"/>
                      <a:pt x="83" y="11"/>
                      <a:pt x="0" y="33"/>
                    </a:cubicBezTo>
                    <a:lnTo>
                      <a:pt x="26" y="118"/>
                    </a:lnTo>
                    <a:cubicBezTo>
                      <a:pt x="95" y="100"/>
                      <a:pt x="162" y="91"/>
                      <a:pt x="224" y="91"/>
                    </a:cubicBezTo>
                    <a:cubicBezTo>
                      <a:pt x="280" y="91"/>
                      <a:pt x="332" y="98"/>
                      <a:pt x="379" y="111"/>
                    </a:cubicBezTo>
                    <a:cubicBezTo>
                      <a:pt x="410" y="118"/>
                      <a:pt x="429" y="130"/>
                      <a:pt x="442" y="143"/>
                    </a:cubicBezTo>
                    <a:lnTo>
                      <a:pt x="505" y="74"/>
                    </a:lnTo>
                    <a:cubicBezTo>
                      <a:pt x="473" y="48"/>
                      <a:pt x="429" y="33"/>
                      <a:pt x="404" y="23"/>
                    </a:cubicBezTo>
                    <a:cubicBezTo>
                      <a:pt x="350" y="8"/>
                      <a:pt x="292" y="1"/>
                      <a:pt x="229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20" name="Google Shape;1220;p39"/>
            <p:cNvGrpSpPr/>
            <p:nvPr/>
          </p:nvGrpSpPr>
          <p:grpSpPr>
            <a:xfrm>
              <a:off x="4912636" y="824466"/>
              <a:ext cx="423369" cy="3391234"/>
              <a:chOff x="3075525" y="3637175"/>
              <a:chExt cx="149000" cy="1193550"/>
            </a:xfrm>
          </p:grpSpPr>
          <p:sp>
            <p:nvSpPr>
              <p:cNvPr id="1221" name="Google Shape;1221;p39"/>
              <p:cNvSpPr/>
              <p:nvPr/>
            </p:nvSpPr>
            <p:spPr>
              <a:xfrm>
                <a:off x="3090425" y="3675125"/>
                <a:ext cx="119900" cy="114775"/>
              </a:xfrm>
              <a:custGeom>
                <a:avLst/>
                <a:gdLst/>
                <a:ahLst/>
                <a:cxnLst/>
                <a:rect l="l" t="t" r="r" b="b"/>
                <a:pathLst>
                  <a:path w="4796" h="4591" extrusionOk="0">
                    <a:moveTo>
                      <a:pt x="0" y="0"/>
                    </a:moveTo>
                    <a:lnTo>
                      <a:pt x="868" y="4590"/>
                    </a:lnTo>
                    <a:lnTo>
                      <a:pt x="3928" y="4590"/>
                    </a:lnTo>
                    <a:lnTo>
                      <a:pt x="4796" y="0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39"/>
              <p:cNvSpPr/>
              <p:nvPr/>
            </p:nvSpPr>
            <p:spPr>
              <a:xfrm>
                <a:off x="3075525" y="3666450"/>
                <a:ext cx="149000" cy="17375"/>
              </a:xfrm>
              <a:custGeom>
                <a:avLst/>
                <a:gdLst/>
                <a:ahLst/>
                <a:cxnLst/>
                <a:rect l="l" t="t" r="r" b="b"/>
                <a:pathLst>
                  <a:path w="5960" h="695" extrusionOk="0">
                    <a:moveTo>
                      <a:pt x="347" y="0"/>
                    </a:moveTo>
                    <a:cubicBezTo>
                      <a:pt x="155" y="0"/>
                      <a:pt x="0" y="152"/>
                      <a:pt x="0" y="347"/>
                    </a:cubicBezTo>
                    <a:cubicBezTo>
                      <a:pt x="0" y="540"/>
                      <a:pt x="155" y="694"/>
                      <a:pt x="347" y="694"/>
                    </a:cubicBezTo>
                    <a:lnTo>
                      <a:pt x="5609" y="694"/>
                    </a:lnTo>
                    <a:cubicBezTo>
                      <a:pt x="5802" y="694"/>
                      <a:pt x="5959" y="540"/>
                      <a:pt x="5956" y="347"/>
                    </a:cubicBezTo>
                    <a:cubicBezTo>
                      <a:pt x="5956" y="152"/>
                      <a:pt x="5802" y="0"/>
                      <a:pt x="5609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39"/>
              <p:cNvSpPr/>
              <p:nvPr/>
            </p:nvSpPr>
            <p:spPr>
              <a:xfrm>
                <a:off x="3100525" y="3781200"/>
                <a:ext cx="99150" cy="17375"/>
              </a:xfrm>
              <a:custGeom>
                <a:avLst/>
                <a:gdLst/>
                <a:ahLst/>
                <a:cxnLst/>
                <a:rect l="l" t="t" r="r" b="b"/>
                <a:pathLst>
                  <a:path w="3966" h="695" extrusionOk="0">
                    <a:moveTo>
                      <a:pt x="347" y="0"/>
                    </a:moveTo>
                    <a:cubicBezTo>
                      <a:pt x="152" y="0"/>
                      <a:pt x="0" y="155"/>
                      <a:pt x="0" y="347"/>
                    </a:cubicBezTo>
                    <a:cubicBezTo>
                      <a:pt x="0" y="540"/>
                      <a:pt x="152" y="694"/>
                      <a:pt x="347" y="694"/>
                    </a:cubicBezTo>
                    <a:lnTo>
                      <a:pt x="3619" y="694"/>
                    </a:lnTo>
                    <a:cubicBezTo>
                      <a:pt x="3808" y="694"/>
                      <a:pt x="3966" y="540"/>
                      <a:pt x="3966" y="347"/>
                    </a:cubicBezTo>
                    <a:cubicBezTo>
                      <a:pt x="3966" y="155"/>
                      <a:pt x="3814" y="0"/>
                      <a:pt x="3619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39"/>
              <p:cNvSpPr/>
              <p:nvPr/>
            </p:nvSpPr>
            <p:spPr>
              <a:xfrm>
                <a:off x="3113225" y="3637175"/>
                <a:ext cx="75175" cy="31975"/>
              </a:xfrm>
              <a:custGeom>
                <a:avLst/>
                <a:gdLst/>
                <a:ahLst/>
                <a:cxnLst/>
                <a:rect l="l" t="t" r="r" b="b"/>
                <a:pathLst>
                  <a:path w="3007" h="1279" extrusionOk="0">
                    <a:moveTo>
                      <a:pt x="1278" y="1"/>
                    </a:moveTo>
                    <a:cubicBezTo>
                      <a:pt x="571" y="1"/>
                      <a:pt x="0" y="572"/>
                      <a:pt x="0" y="1278"/>
                    </a:cubicBezTo>
                    <a:lnTo>
                      <a:pt x="3000" y="1278"/>
                    </a:lnTo>
                    <a:cubicBezTo>
                      <a:pt x="3007" y="569"/>
                      <a:pt x="2432" y="1"/>
                      <a:pt x="1729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39"/>
              <p:cNvSpPr/>
              <p:nvPr/>
            </p:nvSpPr>
            <p:spPr>
              <a:xfrm>
                <a:off x="3144600" y="3659350"/>
                <a:ext cx="12400" cy="131650"/>
              </a:xfrm>
              <a:custGeom>
                <a:avLst/>
                <a:gdLst/>
                <a:ahLst/>
                <a:cxnLst/>
                <a:rect l="l" t="t" r="r" b="b"/>
                <a:pathLst>
                  <a:path w="496" h="5266" extrusionOk="0">
                    <a:moveTo>
                      <a:pt x="1" y="0"/>
                    </a:moveTo>
                    <a:lnTo>
                      <a:pt x="1" y="5265"/>
                    </a:lnTo>
                    <a:lnTo>
                      <a:pt x="496" y="5265"/>
                    </a:lnTo>
                    <a:lnTo>
                      <a:pt x="496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39"/>
              <p:cNvSpPr/>
              <p:nvPr/>
            </p:nvSpPr>
            <p:spPr>
              <a:xfrm>
                <a:off x="3138850" y="3790975"/>
                <a:ext cx="26375" cy="828375"/>
              </a:xfrm>
              <a:custGeom>
                <a:avLst/>
                <a:gdLst/>
                <a:ahLst/>
                <a:cxnLst/>
                <a:rect l="l" t="t" r="r" b="b"/>
                <a:pathLst>
                  <a:path w="1055" h="33135" extrusionOk="0">
                    <a:moveTo>
                      <a:pt x="0" y="0"/>
                    </a:moveTo>
                    <a:lnTo>
                      <a:pt x="0" y="33135"/>
                    </a:lnTo>
                    <a:lnTo>
                      <a:pt x="1054" y="33135"/>
                    </a:lnTo>
                    <a:lnTo>
                      <a:pt x="1054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39"/>
              <p:cNvSpPr/>
              <p:nvPr/>
            </p:nvSpPr>
            <p:spPr>
              <a:xfrm>
                <a:off x="3123075" y="4593150"/>
                <a:ext cx="55850" cy="237575"/>
              </a:xfrm>
              <a:custGeom>
                <a:avLst/>
                <a:gdLst/>
                <a:ahLst/>
                <a:cxnLst/>
                <a:rect l="l" t="t" r="r" b="b"/>
                <a:pathLst>
                  <a:path w="2234" h="9503" extrusionOk="0">
                    <a:moveTo>
                      <a:pt x="1117" y="0"/>
                    </a:moveTo>
                    <a:cubicBezTo>
                      <a:pt x="502" y="0"/>
                      <a:pt x="0" y="502"/>
                      <a:pt x="0" y="1117"/>
                    </a:cubicBezTo>
                    <a:lnTo>
                      <a:pt x="0" y="9502"/>
                    </a:lnTo>
                    <a:lnTo>
                      <a:pt x="2228" y="9502"/>
                    </a:lnTo>
                    <a:lnTo>
                      <a:pt x="2228" y="1117"/>
                    </a:lnTo>
                    <a:cubicBezTo>
                      <a:pt x="2234" y="496"/>
                      <a:pt x="1732" y="0"/>
                      <a:pt x="1117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28" name="Google Shape;1228;p39"/>
            <p:cNvGrpSpPr/>
            <p:nvPr/>
          </p:nvGrpSpPr>
          <p:grpSpPr>
            <a:xfrm>
              <a:off x="5335940" y="3496344"/>
              <a:ext cx="1237152" cy="719433"/>
              <a:chOff x="5419325" y="3684950"/>
              <a:chExt cx="537425" cy="312525"/>
            </a:xfrm>
          </p:grpSpPr>
          <p:sp>
            <p:nvSpPr>
              <p:cNvPr id="1229" name="Google Shape;1229;p39"/>
              <p:cNvSpPr/>
              <p:nvPr/>
            </p:nvSpPr>
            <p:spPr>
              <a:xfrm>
                <a:off x="5564900" y="3916775"/>
                <a:ext cx="74000" cy="80475"/>
              </a:xfrm>
              <a:custGeom>
                <a:avLst/>
                <a:gdLst/>
                <a:ahLst/>
                <a:cxnLst/>
                <a:rect l="l" t="t" r="r" b="b"/>
                <a:pathLst>
                  <a:path w="2960" h="3219" extrusionOk="0">
                    <a:moveTo>
                      <a:pt x="1433" y="0"/>
                    </a:moveTo>
                    <a:lnTo>
                      <a:pt x="1" y="887"/>
                    </a:lnTo>
                    <a:lnTo>
                      <a:pt x="1433" y="3218"/>
                    </a:lnTo>
                    <a:lnTo>
                      <a:pt x="2960" y="3218"/>
                    </a:lnTo>
                    <a:lnTo>
                      <a:pt x="2102" y="2549"/>
                    </a:lnTo>
                    <a:lnTo>
                      <a:pt x="1433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39"/>
              <p:cNvSpPr/>
              <p:nvPr/>
            </p:nvSpPr>
            <p:spPr>
              <a:xfrm>
                <a:off x="5693775" y="3895325"/>
                <a:ext cx="86700" cy="102150"/>
              </a:xfrm>
              <a:custGeom>
                <a:avLst/>
                <a:gdLst/>
                <a:ahLst/>
                <a:cxnLst/>
                <a:rect l="l" t="t" r="r" b="b"/>
                <a:pathLst>
                  <a:path w="3468" h="4086" extrusionOk="0">
                    <a:moveTo>
                      <a:pt x="2591" y="0"/>
                    </a:moveTo>
                    <a:cubicBezTo>
                      <a:pt x="2401" y="199"/>
                      <a:pt x="1" y="3407"/>
                      <a:pt x="1" y="3407"/>
                    </a:cubicBezTo>
                    <a:lnTo>
                      <a:pt x="553" y="4086"/>
                    </a:lnTo>
                    <a:lnTo>
                      <a:pt x="1770" y="4086"/>
                    </a:lnTo>
                    <a:lnTo>
                      <a:pt x="1341" y="3360"/>
                    </a:lnTo>
                    <a:lnTo>
                      <a:pt x="3468" y="2095"/>
                    </a:lnTo>
                    <a:lnTo>
                      <a:pt x="2591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39"/>
              <p:cNvSpPr/>
              <p:nvPr/>
            </p:nvSpPr>
            <p:spPr>
              <a:xfrm>
                <a:off x="5506475" y="3758800"/>
                <a:ext cx="363350" cy="161650"/>
              </a:xfrm>
              <a:custGeom>
                <a:avLst/>
                <a:gdLst/>
                <a:ahLst/>
                <a:cxnLst/>
                <a:rect l="l" t="t" r="r" b="b"/>
                <a:pathLst>
                  <a:path w="14534" h="6466" extrusionOk="0">
                    <a:moveTo>
                      <a:pt x="11061" y="0"/>
                    </a:moveTo>
                    <a:cubicBezTo>
                      <a:pt x="10510" y="432"/>
                      <a:pt x="7825" y="534"/>
                      <a:pt x="5418" y="534"/>
                    </a:cubicBezTo>
                    <a:cubicBezTo>
                      <a:pt x="4941" y="534"/>
                      <a:pt x="4475" y="530"/>
                      <a:pt x="4038" y="524"/>
                    </a:cubicBezTo>
                    <a:cubicBezTo>
                      <a:pt x="4024" y="524"/>
                      <a:pt x="4009" y="524"/>
                      <a:pt x="3995" y="524"/>
                    </a:cubicBezTo>
                    <a:cubicBezTo>
                      <a:pt x="2321" y="524"/>
                      <a:pt x="452" y="1793"/>
                      <a:pt x="161" y="3411"/>
                    </a:cubicBezTo>
                    <a:cubicBezTo>
                      <a:pt x="0" y="4310"/>
                      <a:pt x="533" y="5108"/>
                      <a:pt x="865" y="5572"/>
                    </a:cubicBezTo>
                    <a:cubicBezTo>
                      <a:pt x="1399" y="6315"/>
                      <a:pt x="2501" y="6466"/>
                      <a:pt x="4021" y="6466"/>
                    </a:cubicBezTo>
                    <a:cubicBezTo>
                      <a:pt x="5053" y="6466"/>
                      <a:pt x="6277" y="6397"/>
                      <a:pt x="7647" y="6397"/>
                    </a:cubicBezTo>
                    <a:cubicBezTo>
                      <a:pt x="7759" y="6397"/>
                      <a:pt x="7873" y="6397"/>
                      <a:pt x="7988" y="6398"/>
                    </a:cubicBezTo>
                    <a:cubicBezTo>
                      <a:pt x="8026" y="6398"/>
                      <a:pt x="8064" y="6399"/>
                      <a:pt x="8101" y="6399"/>
                    </a:cubicBezTo>
                    <a:cubicBezTo>
                      <a:pt x="11565" y="6399"/>
                      <a:pt x="12142" y="4966"/>
                      <a:pt x="12632" y="3562"/>
                    </a:cubicBezTo>
                    <a:cubicBezTo>
                      <a:pt x="13121" y="2142"/>
                      <a:pt x="14534" y="694"/>
                      <a:pt x="14534" y="694"/>
                    </a:cubicBezTo>
                    <a:lnTo>
                      <a:pt x="11061" y="0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39"/>
              <p:cNvSpPr/>
              <p:nvPr/>
            </p:nvSpPr>
            <p:spPr>
              <a:xfrm>
                <a:off x="5757350" y="3753550"/>
                <a:ext cx="96950" cy="73975"/>
              </a:xfrm>
              <a:custGeom>
                <a:avLst/>
                <a:gdLst/>
                <a:ahLst/>
                <a:cxnLst/>
                <a:rect l="l" t="t" r="r" b="b"/>
                <a:pathLst>
                  <a:path w="3878" h="2959" extrusionOk="0">
                    <a:moveTo>
                      <a:pt x="1190" y="1"/>
                    </a:moveTo>
                    <a:cubicBezTo>
                      <a:pt x="1178" y="1"/>
                      <a:pt x="1165" y="2"/>
                      <a:pt x="1152" y="5"/>
                    </a:cubicBezTo>
                    <a:lnTo>
                      <a:pt x="190" y="273"/>
                    </a:lnTo>
                    <a:cubicBezTo>
                      <a:pt x="60" y="308"/>
                      <a:pt x="0" y="463"/>
                      <a:pt x="76" y="573"/>
                    </a:cubicBezTo>
                    <a:cubicBezTo>
                      <a:pt x="1328" y="2466"/>
                      <a:pt x="2508" y="2870"/>
                      <a:pt x="2985" y="2955"/>
                    </a:cubicBezTo>
                    <a:cubicBezTo>
                      <a:pt x="3003" y="2957"/>
                      <a:pt x="3020" y="2959"/>
                      <a:pt x="3038" y="2959"/>
                    </a:cubicBezTo>
                    <a:cubicBezTo>
                      <a:pt x="3154" y="2959"/>
                      <a:pt x="3260" y="2906"/>
                      <a:pt x="3325" y="2810"/>
                    </a:cubicBezTo>
                    <a:lnTo>
                      <a:pt x="3830" y="2065"/>
                    </a:lnTo>
                    <a:cubicBezTo>
                      <a:pt x="3877" y="1993"/>
                      <a:pt x="3833" y="1908"/>
                      <a:pt x="3751" y="1892"/>
                    </a:cubicBezTo>
                    <a:cubicBezTo>
                      <a:pt x="2571" y="1680"/>
                      <a:pt x="1508" y="349"/>
                      <a:pt x="1278" y="46"/>
                    </a:cubicBezTo>
                    <a:cubicBezTo>
                      <a:pt x="1259" y="15"/>
                      <a:pt x="1227" y="1"/>
                      <a:pt x="1190" y="1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39"/>
              <p:cNvSpPr/>
              <p:nvPr/>
            </p:nvSpPr>
            <p:spPr>
              <a:xfrm>
                <a:off x="5811775" y="3686550"/>
                <a:ext cx="143875" cy="107175"/>
              </a:xfrm>
              <a:custGeom>
                <a:avLst/>
                <a:gdLst/>
                <a:ahLst/>
                <a:cxnLst/>
                <a:rect l="l" t="t" r="r" b="b"/>
                <a:pathLst>
                  <a:path w="5755" h="4287" extrusionOk="0">
                    <a:moveTo>
                      <a:pt x="1514" y="1"/>
                    </a:moveTo>
                    <a:lnTo>
                      <a:pt x="514" y="360"/>
                    </a:lnTo>
                    <a:lnTo>
                      <a:pt x="0" y="1079"/>
                    </a:lnTo>
                    <a:lnTo>
                      <a:pt x="0" y="4102"/>
                    </a:lnTo>
                    <a:cubicBezTo>
                      <a:pt x="0" y="4102"/>
                      <a:pt x="1690" y="4287"/>
                      <a:pt x="3260" y="4287"/>
                    </a:cubicBezTo>
                    <a:cubicBezTo>
                      <a:pt x="3477" y="4287"/>
                      <a:pt x="3692" y="4283"/>
                      <a:pt x="3899" y="4275"/>
                    </a:cubicBezTo>
                    <a:cubicBezTo>
                      <a:pt x="5612" y="4203"/>
                      <a:pt x="5754" y="2900"/>
                      <a:pt x="5366" y="2477"/>
                    </a:cubicBezTo>
                    <a:cubicBezTo>
                      <a:pt x="4985" y="2054"/>
                      <a:pt x="4145" y="2458"/>
                      <a:pt x="3448" y="1253"/>
                    </a:cubicBezTo>
                    <a:cubicBezTo>
                      <a:pt x="2745" y="51"/>
                      <a:pt x="1514" y="1"/>
                      <a:pt x="1514" y="1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39"/>
              <p:cNvSpPr/>
              <p:nvPr/>
            </p:nvSpPr>
            <p:spPr>
              <a:xfrm>
                <a:off x="5934400" y="3737750"/>
                <a:ext cx="22350" cy="21450"/>
              </a:xfrm>
              <a:custGeom>
                <a:avLst/>
                <a:gdLst/>
                <a:ahLst/>
                <a:cxnLst/>
                <a:rect l="l" t="t" r="r" b="b"/>
                <a:pathLst>
                  <a:path w="894" h="858" extrusionOk="0">
                    <a:moveTo>
                      <a:pt x="345" y="1"/>
                    </a:moveTo>
                    <a:cubicBezTo>
                      <a:pt x="282" y="1"/>
                      <a:pt x="222" y="18"/>
                      <a:pt x="171" y="54"/>
                    </a:cubicBezTo>
                    <a:cubicBezTo>
                      <a:pt x="10" y="167"/>
                      <a:pt x="1" y="432"/>
                      <a:pt x="155" y="637"/>
                    </a:cubicBezTo>
                    <a:cubicBezTo>
                      <a:pt x="261" y="778"/>
                      <a:pt x="413" y="857"/>
                      <a:pt x="549" y="857"/>
                    </a:cubicBezTo>
                    <a:cubicBezTo>
                      <a:pt x="612" y="857"/>
                      <a:pt x="672" y="840"/>
                      <a:pt x="723" y="804"/>
                    </a:cubicBezTo>
                    <a:cubicBezTo>
                      <a:pt x="884" y="688"/>
                      <a:pt x="893" y="426"/>
                      <a:pt x="739" y="221"/>
                    </a:cubicBezTo>
                    <a:cubicBezTo>
                      <a:pt x="633" y="81"/>
                      <a:pt x="482" y="1"/>
                      <a:pt x="345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39"/>
              <p:cNvSpPr/>
              <p:nvPr/>
            </p:nvSpPr>
            <p:spPr>
              <a:xfrm>
                <a:off x="5757325" y="3684950"/>
                <a:ext cx="923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3693" h="6096" extrusionOk="0">
                    <a:moveTo>
                      <a:pt x="3177" y="0"/>
                    </a:moveTo>
                    <a:cubicBezTo>
                      <a:pt x="2191" y="0"/>
                      <a:pt x="1257" y="800"/>
                      <a:pt x="695" y="1405"/>
                    </a:cubicBezTo>
                    <a:cubicBezTo>
                      <a:pt x="320" y="1806"/>
                      <a:pt x="99" y="2323"/>
                      <a:pt x="68" y="2872"/>
                    </a:cubicBezTo>
                    <a:cubicBezTo>
                      <a:pt x="0" y="4048"/>
                      <a:pt x="58" y="6096"/>
                      <a:pt x="1323" y="6096"/>
                    </a:cubicBezTo>
                    <a:cubicBezTo>
                      <a:pt x="1361" y="6096"/>
                      <a:pt x="1400" y="6094"/>
                      <a:pt x="1440" y="6090"/>
                    </a:cubicBezTo>
                    <a:cubicBezTo>
                      <a:pt x="3358" y="5907"/>
                      <a:pt x="2695" y="2828"/>
                      <a:pt x="2806" y="1487"/>
                    </a:cubicBezTo>
                    <a:cubicBezTo>
                      <a:pt x="2916" y="147"/>
                      <a:pt x="3692" y="77"/>
                      <a:pt x="3692" y="77"/>
                    </a:cubicBezTo>
                    <a:cubicBezTo>
                      <a:pt x="3520" y="24"/>
                      <a:pt x="3348" y="0"/>
                      <a:pt x="3177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39"/>
              <p:cNvSpPr/>
              <p:nvPr/>
            </p:nvSpPr>
            <p:spPr>
              <a:xfrm>
                <a:off x="5746925" y="3859750"/>
                <a:ext cx="89700" cy="131575"/>
              </a:xfrm>
              <a:custGeom>
                <a:avLst/>
                <a:gdLst/>
                <a:ahLst/>
                <a:cxnLst/>
                <a:rect l="l" t="t" r="r" b="b"/>
                <a:pathLst>
                  <a:path w="3588" h="5263" extrusionOk="0">
                    <a:moveTo>
                      <a:pt x="2367" y="0"/>
                    </a:moveTo>
                    <a:lnTo>
                      <a:pt x="1" y="1682"/>
                    </a:lnTo>
                    <a:cubicBezTo>
                      <a:pt x="458" y="3165"/>
                      <a:pt x="2591" y="5262"/>
                      <a:pt x="2591" y="5262"/>
                    </a:cubicBezTo>
                    <a:lnTo>
                      <a:pt x="3588" y="5262"/>
                    </a:lnTo>
                    <a:cubicBezTo>
                      <a:pt x="3588" y="5262"/>
                      <a:pt x="3137" y="3972"/>
                      <a:pt x="2591" y="2660"/>
                    </a:cubicBezTo>
                    <a:cubicBezTo>
                      <a:pt x="2045" y="1341"/>
                      <a:pt x="2367" y="1"/>
                      <a:pt x="2367" y="0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39"/>
              <p:cNvSpPr/>
              <p:nvPr/>
            </p:nvSpPr>
            <p:spPr>
              <a:xfrm>
                <a:off x="5480600" y="3886000"/>
                <a:ext cx="138825" cy="109350"/>
              </a:xfrm>
              <a:custGeom>
                <a:avLst/>
                <a:gdLst/>
                <a:ahLst/>
                <a:cxnLst/>
                <a:rect l="l" t="t" r="r" b="b"/>
                <a:pathLst>
                  <a:path w="5553" h="4374" extrusionOk="0">
                    <a:moveTo>
                      <a:pt x="2736" y="1"/>
                    </a:moveTo>
                    <a:cubicBezTo>
                      <a:pt x="0" y="3020"/>
                      <a:pt x="849" y="4373"/>
                      <a:pt x="849" y="4373"/>
                    </a:cubicBezTo>
                    <a:lnTo>
                      <a:pt x="2016" y="4373"/>
                    </a:lnTo>
                    <a:cubicBezTo>
                      <a:pt x="1748" y="4187"/>
                      <a:pt x="1792" y="3869"/>
                      <a:pt x="1903" y="3591"/>
                    </a:cubicBezTo>
                    <a:cubicBezTo>
                      <a:pt x="2016" y="3307"/>
                      <a:pt x="2224" y="3064"/>
                      <a:pt x="2474" y="2878"/>
                    </a:cubicBezTo>
                    <a:lnTo>
                      <a:pt x="5553" y="600"/>
                    </a:lnTo>
                    <a:lnTo>
                      <a:pt x="2736" y="1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39"/>
              <p:cNvSpPr/>
              <p:nvPr/>
            </p:nvSpPr>
            <p:spPr>
              <a:xfrm>
                <a:off x="5419325" y="3696175"/>
                <a:ext cx="136375" cy="121000"/>
              </a:xfrm>
              <a:custGeom>
                <a:avLst/>
                <a:gdLst/>
                <a:ahLst/>
                <a:cxnLst/>
                <a:rect l="l" t="t" r="r" b="b"/>
                <a:pathLst>
                  <a:path w="5455" h="4840" extrusionOk="0">
                    <a:moveTo>
                      <a:pt x="1054" y="0"/>
                    </a:moveTo>
                    <a:cubicBezTo>
                      <a:pt x="663" y="136"/>
                      <a:pt x="369" y="458"/>
                      <a:pt x="290" y="862"/>
                    </a:cubicBezTo>
                    <a:cubicBezTo>
                      <a:pt x="142" y="1635"/>
                      <a:pt x="155" y="2878"/>
                      <a:pt x="1537" y="3417"/>
                    </a:cubicBezTo>
                    <a:cubicBezTo>
                      <a:pt x="1537" y="3417"/>
                      <a:pt x="1232" y="3528"/>
                      <a:pt x="868" y="3528"/>
                    </a:cubicBezTo>
                    <a:cubicBezTo>
                      <a:pt x="574" y="3528"/>
                      <a:pt x="241" y="3455"/>
                      <a:pt x="0" y="3193"/>
                    </a:cubicBezTo>
                    <a:lnTo>
                      <a:pt x="0" y="3193"/>
                    </a:lnTo>
                    <a:cubicBezTo>
                      <a:pt x="0" y="3745"/>
                      <a:pt x="376" y="4225"/>
                      <a:pt x="915" y="4370"/>
                    </a:cubicBezTo>
                    <a:cubicBezTo>
                      <a:pt x="1204" y="4448"/>
                      <a:pt x="1543" y="4508"/>
                      <a:pt x="1907" y="4508"/>
                    </a:cubicBezTo>
                    <a:cubicBezTo>
                      <a:pt x="2333" y="4508"/>
                      <a:pt x="2793" y="4426"/>
                      <a:pt x="3250" y="4196"/>
                    </a:cubicBezTo>
                    <a:cubicBezTo>
                      <a:pt x="3593" y="4023"/>
                      <a:pt x="3885" y="3955"/>
                      <a:pt x="4132" y="3955"/>
                    </a:cubicBezTo>
                    <a:cubicBezTo>
                      <a:pt x="5025" y="3955"/>
                      <a:pt x="5328" y="4840"/>
                      <a:pt x="5328" y="4840"/>
                    </a:cubicBezTo>
                    <a:lnTo>
                      <a:pt x="5455" y="4363"/>
                    </a:lnTo>
                    <a:cubicBezTo>
                      <a:pt x="5455" y="4363"/>
                      <a:pt x="5240" y="3161"/>
                      <a:pt x="3587" y="2824"/>
                    </a:cubicBezTo>
                    <a:cubicBezTo>
                      <a:pt x="1937" y="2490"/>
                      <a:pt x="966" y="2098"/>
                      <a:pt x="1054" y="0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39"/>
              <p:cNvSpPr/>
              <p:nvPr/>
            </p:nvSpPr>
            <p:spPr>
              <a:xfrm>
                <a:off x="5884875" y="3705850"/>
                <a:ext cx="32125" cy="15350"/>
              </a:xfrm>
              <a:custGeom>
                <a:avLst/>
                <a:gdLst/>
                <a:ahLst/>
                <a:cxnLst/>
                <a:rect l="l" t="t" r="r" b="b"/>
                <a:pathLst>
                  <a:path w="1285" h="614" extrusionOk="0">
                    <a:moveTo>
                      <a:pt x="224" y="0"/>
                    </a:moveTo>
                    <a:cubicBezTo>
                      <a:pt x="154" y="0"/>
                      <a:pt x="79" y="5"/>
                      <a:pt x="0" y="14"/>
                    </a:cubicBezTo>
                    <a:lnTo>
                      <a:pt x="26" y="244"/>
                    </a:lnTo>
                    <a:cubicBezTo>
                      <a:pt x="94" y="236"/>
                      <a:pt x="158" y="233"/>
                      <a:pt x="219" y="233"/>
                    </a:cubicBezTo>
                    <a:cubicBezTo>
                      <a:pt x="821" y="233"/>
                      <a:pt x="1077" y="593"/>
                      <a:pt x="1089" y="613"/>
                    </a:cubicBezTo>
                    <a:lnTo>
                      <a:pt x="1284" y="481"/>
                    </a:lnTo>
                    <a:cubicBezTo>
                      <a:pt x="1270" y="461"/>
                      <a:pt x="954" y="0"/>
                      <a:pt x="224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39"/>
              <p:cNvSpPr/>
              <p:nvPr/>
            </p:nvSpPr>
            <p:spPr>
              <a:xfrm>
                <a:off x="5837150" y="3707800"/>
                <a:ext cx="31650" cy="14025"/>
              </a:xfrm>
              <a:custGeom>
                <a:avLst/>
                <a:gdLst/>
                <a:ahLst/>
                <a:cxnLst/>
                <a:rect l="l" t="t" r="r" b="b"/>
                <a:pathLst>
                  <a:path w="1266" h="561" extrusionOk="0">
                    <a:moveTo>
                      <a:pt x="1051" y="1"/>
                    </a:moveTo>
                    <a:cubicBezTo>
                      <a:pt x="470" y="1"/>
                      <a:pt x="21" y="367"/>
                      <a:pt x="1" y="384"/>
                    </a:cubicBezTo>
                    <a:lnTo>
                      <a:pt x="149" y="561"/>
                    </a:lnTo>
                    <a:cubicBezTo>
                      <a:pt x="152" y="558"/>
                      <a:pt x="552" y="231"/>
                      <a:pt x="1053" y="231"/>
                    </a:cubicBezTo>
                    <a:cubicBezTo>
                      <a:pt x="1111" y="231"/>
                      <a:pt x="1171" y="235"/>
                      <a:pt x="1231" y="245"/>
                    </a:cubicBezTo>
                    <a:lnTo>
                      <a:pt x="1266" y="18"/>
                    </a:lnTo>
                    <a:cubicBezTo>
                      <a:pt x="1193" y="6"/>
                      <a:pt x="1121" y="1"/>
                      <a:pt x="1051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39"/>
              <p:cNvSpPr/>
              <p:nvPr/>
            </p:nvSpPr>
            <p:spPr>
              <a:xfrm>
                <a:off x="5853725" y="3730800"/>
                <a:ext cx="9875" cy="14850"/>
              </a:xfrm>
              <a:custGeom>
                <a:avLst/>
                <a:gdLst/>
                <a:ahLst/>
                <a:cxnLst/>
                <a:rect l="l" t="t" r="r" b="b"/>
                <a:pathLst>
                  <a:path w="395" h="594" extrusionOk="0">
                    <a:moveTo>
                      <a:pt x="196" y="0"/>
                    </a:moveTo>
                    <a:cubicBezTo>
                      <a:pt x="86" y="0"/>
                      <a:pt x="0" y="133"/>
                      <a:pt x="0" y="297"/>
                    </a:cubicBezTo>
                    <a:cubicBezTo>
                      <a:pt x="0" y="461"/>
                      <a:pt x="86" y="593"/>
                      <a:pt x="196" y="593"/>
                    </a:cubicBezTo>
                    <a:cubicBezTo>
                      <a:pt x="306" y="593"/>
                      <a:pt x="395" y="461"/>
                      <a:pt x="395" y="297"/>
                    </a:cubicBezTo>
                    <a:cubicBezTo>
                      <a:pt x="395" y="133"/>
                      <a:pt x="306" y="0"/>
                      <a:pt x="196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39"/>
              <p:cNvSpPr/>
              <p:nvPr/>
            </p:nvSpPr>
            <p:spPr>
              <a:xfrm>
                <a:off x="5893000" y="3728125"/>
                <a:ext cx="9875" cy="14850"/>
              </a:xfrm>
              <a:custGeom>
                <a:avLst/>
                <a:gdLst/>
                <a:ahLst/>
                <a:cxnLst/>
                <a:rect l="l" t="t" r="r" b="b"/>
                <a:pathLst>
                  <a:path w="395" h="594" extrusionOk="0">
                    <a:moveTo>
                      <a:pt x="199" y="0"/>
                    </a:moveTo>
                    <a:cubicBezTo>
                      <a:pt x="89" y="0"/>
                      <a:pt x="0" y="136"/>
                      <a:pt x="0" y="297"/>
                    </a:cubicBezTo>
                    <a:cubicBezTo>
                      <a:pt x="0" y="458"/>
                      <a:pt x="89" y="593"/>
                      <a:pt x="199" y="593"/>
                    </a:cubicBezTo>
                    <a:cubicBezTo>
                      <a:pt x="310" y="593"/>
                      <a:pt x="395" y="458"/>
                      <a:pt x="395" y="297"/>
                    </a:cubicBezTo>
                    <a:cubicBezTo>
                      <a:pt x="395" y="133"/>
                      <a:pt x="310" y="0"/>
                      <a:pt x="199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39"/>
              <p:cNvSpPr/>
              <p:nvPr/>
            </p:nvSpPr>
            <p:spPr>
              <a:xfrm>
                <a:off x="5894425" y="3771000"/>
                <a:ext cx="18550" cy="4700"/>
              </a:xfrm>
              <a:custGeom>
                <a:avLst/>
                <a:gdLst/>
                <a:ahLst/>
                <a:cxnLst/>
                <a:rect l="l" t="t" r="r" b="b"/>
                <a:pathLst>
                  <a:path w="742" h="188" extrusionOk="0">
                    <a:moveTo>
                      <a:pt x="62" y="1"/>
                    </a:moveTo>
                    <a:cubicBezTo>
                      <a:pt x="33" y="1"/>
                      <a:pt x="9" y="17"/>
                      <a:pt x="3" y="45"/>
                    </a:cubicBezTo>
                    <a:cubicBezTo>
                      <a:pt x="0" y="77"/>
                      <a:pt x="16" y="105"/>
                      <a:pt x="48" y="112"/>
                    </a:cubicBezTo>
                    <a:cubicBezTo>
                      <a:pt x="54" y="112"/>
                      <a:pt x="313" y="168"/>
                      <a:pt x="682" y="187"/>
                    </a:cubicBezTo>
                    <a:cubicBezTo>
                      <a:pt x="710" y="187"/>
                      <a:pt x="732" y="162"/>
                      <a:pt x="738" y="137"/>
                    </a:cubicBezTo>
                    <a:cubicBezTo>
                      <a:pt x="742" y="105"/>
                      <a:pt x="716" y="77"/>
                      <a:pt x="685" y="77"/>
                    </a:cubicBezTo>
                    <a:cubicBezTo>
                      <a:pt x="325" y="58"/>
                      <a:pt x="76" y="1"/>
                      <a:pt x="70" y="1"/>
                    </a:cubicBezTo>
                    <a:cubicBezTo>
                      <a:pt x="67" y="1"/>
                      <a:pt x="64" y="1"/>
                      <a:pt x="62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40"/>
          <p:cNvSpPr txBox="1">
            <a:spLocks noGrp="1"/>
          </p:cNvSpPr>
          <p:nvPr>
            <p:ph type="title"/>
          </p:nvPr>
        </p:nvSpPr>
        <p:spPr>
          <a:xfrm>
            <a:off x="4748350" y="1460950"/>
            <a:ext cx="4551600" cy="256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Architecture Overview</a:t>
            </a:r>
            <a:endParaRPr/>
          </a:p>
        </p:txBody>
      </p:sp>
      <p:sp>
        <p:nvSpPr>
          <p:cNvPr id="1249" name="Google Shape;1249;p40"/>
          <p:cNvSpPr txBox="1">
            <a:spLocks noGrp="1"/>
          </p:cNvSpPr>
          <p:nvPr>
            <p:ph type="title" idx="2"/>
          </p:nvPr>
        </p:nvSpPr>
        <p:spPr>
          <a:xfrm>
            <a:off x="4680712" y="706088"/>
            <a:ext cx="1324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1250" name="Google Shape;1250;p40"/>
          <p:cNvGrpSpPr/>
          <p:nvPr/>
        </p:nvGrpSpPr>
        <p:grpSpPr>
          <a:xfrm>
            <a:off x="766638" y="1190625"/>
            <a:ext cx="3981707" cy="2762251"/>
            <a:chOff x="503475" y="1080254"/>
            <a:chExt cx="4299900" cy="2982992"/>
          </a:xfrm>
        </p:grpSpPr>
        <p:sp>
          <p:nvSpPr>
            <p:cNvPr id="1251" name="Google Shape;1251;p40"/>
            <p:cNvSpPr/>
            <p:nvPr/>
          </p:nvSpPr>
          <p:spPr>
            <a:xfrm>
              <a:off x="503475" y="3849046"/>
              <a:ext cx="4299900" cy="214200"/>
            </a:xfrm>
            <a:prstGeom prst="ellipse">
              <a:avLst/>
            </a:prstGeom>
            <a:solidFill>
              <a:srgbClr val="011627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40"/>
            <p:cNvSpPr/>
            <p:nvPr/>
          </p:nvSpPr>
          <p:spPr>
            <a:xfrm>
              <a:off x="1313025" y="3897646"/>
              <a:ext cx="1122600" cy="117000"/>
            </a:xfrm>
            <a:prstGeom prst="ellipse">
              <a:avLst/>
            </a:prstGeom>
            <a:solidFill>
              <a:srgbClr val="011627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40"/>
            <p:cNvSpPr/>
            <p:nvPr/>
          </p:nvSpPr>
          <p:spPr>
            <a:xfrm>
              <a:off x="2496850" y="3897646"/>
              <a:ext cx="1122600" cy="117000"/>
            </a:xfrm>
            <a:prstGeom prst="ellipse">
              <a:avLst/>
            </a:prstGeom>
            <a:solidFill>
              <a:srgbClr val="011627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54" name="Google Shape;1254;p40"/>
            <p:cNvGrpSpPr/>
            <p:nvPr/>
          </p:nvGrpSpPr>
          <p:grpSpPr>
            <a:xfrm>
              <a:off x="849571" y="1253771"/>
              <a:ext cx="3520454" cy="2519075"/>
              <a:chOff x="672671" y="1476375"/>
              <a:chExt cx="3520454" cy="2519075"/>
            </a:xfrm>
          </p:grpSpPr>
          <p:sp>
            <p:nvSpPr>
              <p:cNvPr id="1255" name="Google Shape;1255;p40"/>
              <p:cNvSpPr/>
              <p:nvPr/>
            </p:nvSpPr>
            <p:spPr>
              <a:xfrm>
                <a:off x="672671" y="2204450"/>
                <a:ext cx="626700" cy="17910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40"/>
              <p:cNvSpPr/>
              <p:nvPr/>
            </p:nvSpPr>
            <p:spPr>
              <a:xfrm>
                <a:off x="1299375" y="1532125"/>
                <a:ext cx="488100" cy="24633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40"/>
              <p:cNvSpPr/>
              <p:nvPr/>
            </p:nvSpPr>
            <p:spPr>
              <a:xfrm>
                <a:off x="2571347" y="3034400"/>
                <a:ext cx="749700" cy="9609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40"/>
              <p:cNvSpPr/>
              <p:nvPr/>
            </p:nvSpPr>
            <p:spPr>
              <a:xfrm>
                <a:off x="3321025" y="1476375"/>
                <a:ext cx="384000" cy="25188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40"/>
              <p:cNvSpPr/>
              <p:nvPr/>
            </p:nvSpPr>
            <p:spPr>
              <a:xfrm>
                <a:off x="3705025" y="2037775"/>
                <a:ext cx="488100" cy="19575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60" name="Google Shape;1260;p40"/>
            <p:cNvGrpSpPr/>
            <p:nvPr/>
          </p:nvGrpSpPr>
          <p:grpSpPr>
            <a:xfrm>
              <a:off x="2435619" y="1385714"/>
              <a:ext cx="1367492" cy="2608772"/>
              <a:chOff x="3167000" y="1252375"/>
              <a:chExt cx="315025" cy="600975"/>
            </a:xfrm>
          </p:grpSpPr>
          <p:sp>
            <p:nvSpPr>
              <p:cNvPr id="1261" name="Google Shape;1261;p40"/>
              <p:cNvSpPr/>
              <p:nvPr/>
            </p:nvSpPr>
            <p:spPr>
              <a:xfrm>
                <a:off x="3312200" y="1261750"/>
                <a:ext cx="46150" cy="120450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4818" extrusionOk="0">
                    <a:moveTo>
                      <a:pt x="971" y="0"/>
                    </a:moveTo>
                    <a:cubicBezTo>
                      <a:pt x="968" y="0"/>
                      <a:pt x="966" y="0"/>
                      <a:pt x="966" y="0"/>
                    </a:cubicBezTo>
                    <a:lnTo>
                      <a:pt x="464" y="571"/>
                    </a:lnTo>
                    <a:cubicBezTo>
                      <a:pt x="464" y="571"/>
                      <a:pt x="0" y="4133"/>
                      <a:pt x="256" y="4543"/>
                    </a:cubicBezTo>
                    <a:cubicBezTo>
                      <a:pt x="398" y="4768"/>
                      <a:pt x="848" y="4818"/>
                      <a:pt x="1219" y="4818"/>
                    </a:cubicBezTo>
                    <a:cubicBezTo>
                      <a:pt x="1515" y="4818"/>
                      <a:pt x="1761" y="4786"/>
                      <a:pt x="1761" y="4786"/>
                    </a:cubicBezTo>
                    <a:cubicBezTo>
                      <a:pt x="1761" y="4786"/>
                      <a:pt x="912" y="3622"/>
                      <a:pt x="1379" y="2650"/>
                    </a:cubicBezTo>
                    <a:cubicBezTo>
                      <a:pt x="1846" y="1675"/>
                      <a:pt x="1603" y="568"/>
                      <a:pt x="1508" y="278"/>
                    </a:cubicBezTo>
                    <a:cubicBezTo>
                      <a:pt x="1417" y="9"/>
                      <a:pt x="1020" y="0"/>
                      <a:pt x="971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40"/>
              <p:cNvSpPr/>
              <p:nvPr/>
            </p:nvSpPr>
            <p:spPr>
              <a:xfrm>
                <a:off x="3326875" y="1386075"/>
                <a:ext cx="136375" cy="159625"/>
              </a:xfrm>
              <a:custGeom>
                <a:avLst/>
                <a:gdLst/>
                <a:ahLst/>
                <a:cxnLst/>
                <a:rect l="l" t="t" r="r" b="b"/>
                <a:pathLst>
                  <a:path w="5455" h="6385" extrusionOk="0">
                    <a:moveTo>
                      <a:pt x="1300" y="1"/>
                    </a:moveTo>
                    <a:cubicBezTo>
                      <a:pt x="1019" y="1"/>
                      <a:pt x="699" y="56"/>
                      <a:pt x="697" y="56"/>
                    </a:cubicBezTo>
                    <a:lnTo>
                      <a:pt x="0" y="1021"/>
                    </a:lnTo>
                    <a:cubicBezTo>
                      <a:pt x="0" y="1021"/>
                      <a:pt x="1155" y="3927"/>
                      <a:pt x="1347" y="4173"/>
                    </a:cubicBezTo>
                    <a:cubicBezTo>
                      <a:pt x="1540" y="4416"/>
                      <a:pt x="5048" y="6384"/>
                      <a:pt x="5048" y="6384"/>
                    </a:cubicBezTo>
                    <a:lnTo>
                      <a:pt x="5455" y="5898"/>
                    </a:lnTo>
                    <a:cubicBezTo>
                      <a:pt x="5455" y="5898"/>
                      <a:pt x="2780" y="3797"/>
                      <a:pt x="2429" y="3315"/>
                    </a:cubicBezTo>
                    <a:cubicBezTo>
                      <a:pt x="2136" y="2107"/>
                      <a:pt x="1827" y="192"/>
                      <a:pt x="1675" y="75"/>
                    </a:cubicBezTo>
                    <a:cubicBezTo>
                      <a:pt x="1607" y="19"/>
                      <a:pt x="1459" y="1"/>
                      <a:pt x="1300" y="1"/>
                    </a:cubicBez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40"/>
              <p:cNvSpPr/>
              <p:nvPr/>
            </p:nvSpPr>
            <p:spPr>
              <a:xfrm>
                <a:off x="3326950" y="1607275"/>
                <a:ext cx="25" cy="100"/>
              </a:xfrm>
              <a:custGeom>
                <a:avLst/>
                <a:gdLst/>
                <a:ahLst/>
                <a:cxnLst/>
                <a:rect l="l" t="t" r="r" b="b"/>
                <a:pathLst>
                  <a:path w="1" h="4" extrusionOk="0">
                    <a:moveTo>
                      <a:pt x="0" y="0"/>
                    </a:moveTo>
                    <a:lnTo>
                      <a:pt x="0" y="3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40"/>
              <p:cNvSpPr/>
              <p:nvPr/>
            </p:nvSpPr>
            <p:spPr>
              <a:xfrm>
                <a:off x="3171250" y="1361825"/>
                <a:ext cx="250375" cy="484075"/>
              </a:xfrm>
              <a:custGeom>
                <a:avLst/>
                <a:gdLst/>
                <a:ahLst/>
                <a:cxnLst/>
                <a:rect l="l" t="t" r="r" b="b"/>
                <a:pathLst>
                  <a:path w="10015" h="19363" extrusionOk="0">
                    <a:moveTo>
                      <a:pt x="5623" y="1"/>
                    </a:moveTo>
                    <a:cubicBezTo>
                      <a:pt x="4112" y="310"/>
                      <a:pt x="2995" y="1587"/>
                      <a:pt x="2995" y="1587"/>
                    </a:cubicBezTo>
                    <a:cubicBezTo>
                      <a:pt x="2995" y="1587"/>
                      <a:pt x="4162" y="4771"/>
                      <a:pt x="4396" y="5398"/>
                    </a:cubicBezTo>
                    <a:cubicBezTo>
                      <a:pt x="4304" y="5903"/>
                      <a:pt x="3626" y="8250"/>
                      <a:pt x="3784" y="8922"/>
                    </a:cubicBezTo>
                    <a:lnTo>
                      <a:pt x="4364" y="12250"/>
                    </a:lnTo>
                    <a:lnTo>
                      <a:pt x="4597" y="13604"/>
                    </a:lnTo>
                    <a:cubicBezTo>
                      <a:pt x="4241" y="13881"/>
                      <a:pt x="3787" y="14238"/>
                      <a:pt x="3329" y="14598"/>
                    </a:cubicBezTo>
                    <a:cubicBezTo>
                      <a:pt x="3231" y="14673"/>
                      <a:pt x="3134" y="14752"/>
                      <a:pt x="3039" y="14828"/>
                    </a:cubicBezTo>
                    <a:cubicBezTo>
                      <a:pt x="2146" y="15528"/>
                      <a:pt x="1317" y="16188"/>
                      <a:pt x="1263" y="16232"/>
                    </a:cubicBezTo>
                    <a:cubicBezTo>
                      <a:pt x="1228" y="16254"/>
                      <a:pt x="1190" y="16282"/>
                      <a:pt x="1143" y="16314"/>
                    </a:cubicBezTo>
                    <a:lnTo>
                      <a:pt x="1130" y="16320"/>
                    </a:lnTo>
                    <a:cubicBezTo>
                      <a:pt x="932" y="16459"/>
                      <a:pt x="654" y="16645"/>
                      <a:pt x="496" y="16711"/>
                    </a:cubicBezTo>
                    <a:cubicBezTo>
                      <a:pt x="291" y="16803"/>
                      <a:pt x="1" y="16964"/>
                      <a:pt x="64" y="17260"/>
                    </a:cubicBezTo>
                    <a:cubicBezTo>
                      <a:pt x="64" y="17260"/>
                      <a:pt x="1402" y="19093"/>
                      <a:pt x="1512" y="19260"/>
                    </a:cubicBezTo>
                    <a:cubicBezTo>
                      <a:pt x="1556" y="19328"/>
                      <a:pt x="1607" y="19352"/>
                      <a:pt x="1656" y="19352"/>
                    </a:cubicBezTo>
                    <a:cubicBezTo>
                      <a:pt x="1768" y="19352"/>
                      <a:pt x="1871" y="19228"/>
                      <a:pt x="1869" y="19213"/>
                    </a:cubicBezTo>
                    <a:cubicBezTo>
                      <a:pt x="1869" y="19213"/>
                      <a:pt x="1796" y="18838"/>
                      <a:pt x="1730" y="18557"/>
                    </a:cubicBezTo>
                    <a:lnTo>
                      <a:pt x="1730" y="18550"/>
                    </a:lnTo>
                    <a:cubicBezTo>
                      <a:pt x="1585" y="17945"/>
                      <a:pt x="1405" y="17311"/>
                      <a:pt x="1433" y="17266"/>
                    </a:cubicBezTo>
                    <a:cubicBezTo>
                      <a:pt x="1436" y="17260"/>
                      <a:pt x="3560" y="15695"/>
                      <a:pt x="4367" y="15150"/>
                    </a:cubicBezTo>
                    <a:cubicBezTo>
                      <a:pt x="5254" y="14550"/>
                      <a:pt x="5894" y="14317"/>
                      <a:pt x="5989" y="13837"/>
                    </a:cubicBezTo>
                    <a:lnTo>
                      <a:pt x="6064" y="12607"/>
                    </a:lnTo>
                    <a:lnTo>
                      <a:pt x="6228" y="9834"/>
                    </a:lnTo>
                    <a:lnTo>
                      <a:pt x="6228" y="9834"/>
                    </a:lnTo>
                    <a:cubicBezTo>
                      <a:pt x="6220" y="9836"/>
                      <a:pt x="6212" y="9838"/>
                      <a:pt x="6212" y="9838"/>
                    </a:cubicBezTo>
                    <a:cubicBezTo>
                      <a:pt x="6211" y="9838"/>
                      <a:pt x="6216" y="9837"/>
                      <a:pt x="6228" y="9831"/>
                    </a:cubicBezTo>
                    <a:cubicBezTo>
                      <a:pt x="6241" y="9828"/>
                      <a:pt x="6244" y="9828"/>
                      <a:pt x="6247" y="9828"/>
                    </a:cubicBezTo>
                    <a:lnTo>
                      <a:pt x="6232" y="9834"/>
                    </a:lnTo>
                    <a:lnTo>
                      <a:pt x="7064" y="11730"/>
                    </a:lnTo>
                    <a:lnTo>
                      <a:pt x="7516" y="12755"/>
                    </a:lnTo>
                    <a:lnTo>
                      <a:pt x="7610" y="12973"/>
                    </a:lnTo>
                    <a:lnTo>
                      <a:pt x="7714" y="13219"/>
                    </a:lnTo>
                    <a:cubicBezTo>
                      <a:pt x="7711" y="13228"/>
                      <a:pt x="7711" y="13238"/>
                      <a:pt x="7711" y="13251"/>
                    </a:cubicBezTo>
                    <a:cubicBezTo>
                      <a:pt x="7705" y="13345"/>
                      <a:pt x="7692" y="13446"/>
                      <a:pt x="7680" y="13560"/>
                    </a:cubicBezTo>
                    <a:cubicBezTo>
                      <a:pt x="7635" y="14008"/>
                      <a:pt x="7582" y="14582"/>
                      <a:pt x="7522" y="15162"/>
                    </a:cubicBezTo>
                    <a:lnTo>
                      <a:pt x="7487" y="15528"/>
                    </a:lnTo>
                    <a:cubicBezTo>
                      <a:pt x="7377" y="16658"/>
                      <a:pt x="7273" y="17714"/>
                      <a:pt x="7269" y="17781"/>
                    </a:cubicBezTo>
                    <a:cubicBezTo>
                      <a:pt x="7266" y="17809"/>
                      <a:pt x="7257" y="17834"/>
                      <a:pt x="7254" y="17872"/>
                    </a:cubicBezTo>
                    <a:lnTo>
                      <a:pt x="7254" y="17879"/>
                    </a:lnTo>
                    <a:cubicBezTo>
                      <a:pt x="7216" y="18115"/>
                      <a:pt x="7146" y="18491"/>
                      <a:pt x="7083" y="18664"/>
                    </a:cubicBezTo>
                    <a:cubicBezTo>
                      <a:pt x="7004" y="18875"/>
                      <a:pt x="6922" y="19191"/>
                      <a:pt x="7181" y="19355"/>
                    </a:cubicBezTo>
                    <a:cubicBezTo>
                      <a:pt x="7181" y="19355"/>
                      <a:pt x="8197" y="19342"/>
                      <a:pt x="8971" y="19342"/>
                    </a:cubicBezTo>
                    <a:cubicBezTo>
                      <a:pt x="9397" y="19342"/>
                      <a:pt x="9749" y="19346"/>
                      <a:pt x="9818" y="19358"/>
                    </a:cubicBezTo>
                    <a:cubicBezTo>
                      <a:pt x="9837" y="19361"/>
                      <a:pt x="9851" y="19363"/>
                      <a:pt x="9863" y="19363"/>
                    </a:cubicBezTo>
                    <a:cubicBezTo>
                      <a:pt x="10014" y="19363"/>
                      <a:pt x="9603" y="19087"/>
                      <a:pt x="9377" y="18964"/>
                    </a:cubicBezTo>
                    <a:cubicBezTo>
                      <a:pt x="9377" y="18964"/>
                      <a:pt x="9423" y="18917"/>
                      <a:pt x="9420" y="18917"/>
                    </a:cubicBezTo>
                    <a:lnTo>
                      <a:pt x="9420" y="18917"/>
                    </a:lnTo>
                    <a:cubicBezTo>
                      <a:pt x="9418" y="18917"/>
                      <a:pt x="9406" y="18928"/>
                      <a:pt x="9371" y="18961"/>
                    </a:cubicBezTo>
                    <a:cubicBezTo>
                      <a:pt x="8841" y="18645"/>
                      <a:pt x="8061" y="18361"/>
                      <a:pt x="8052" y="18308"/>
                    </a:cubicBezTo>
                    <a:cubicBezTo>
                      <a:pt x="8052" y="18289"/>
                      <a:pt x="8121" y="17920"/>
                      <a:pt x="8229" y="17374"/>
                    </a:cubicBezTo>
                    <a:lnTo>
                      <a:pt x="8229" y="17371"/>
                    </a:lnTo>
                    <a:cubicBezTo>
                      <a:pt x="8361" y="16680"/>
                      <a:pt x="8547" y="15714"/>
                      <a:pt x="8699" y="14850"/>
                    </a:cubicBezTo>
                    <a:cubicBezTo>
                      <a:pt x="8875" y="13828"/>
                      <a:pt x="9008" y="13446"/>
                      <a:pt x="9024" y="12986"/>
                    </a:cubicBezTo>
                    <a:cubicBezTo>
                      <a:pt x="9024" y="12733"/>
                      <a:pt x="8973" y="12282"/>
                      <a:pt x="8891" y="11727"/>
                    </a:cubicBezTo>
                    <a:cubicBezTo>
                      <a:pt x="8541" y="9389"/>
                      <a:pt x="7610" y="5099"/>
                      <a:pt x="7610" y="5099"/>
                    </a:cubicBezTo>
                    <a:lnTo>
                      <a:pt x="7878" y="1042"/>
                    </a:lnTo>
                    <a:cubicBezTo>
                      <a:pt x="7878" y="1042"/>
                      <a:pt x="6982" y="130"/>
                      <a:pt x="5623" y="1"/>
                    </a:cubicBez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40"/>
              <p:cNvSpPr/>
              <p:nvPr/>
            </p:nvSpPr>
            <p:spPr>
              <a:xfrm>
                <a:off x="3238300" y="1503400"/>
                <a:ext cx="167925" cy="261225"/>
              </a:xfrm>
              <a:custGeom>
                <a:avLst/>
                <a:gdLst/>
                <a:ahLst/>
                <a:cxnLst/>
                <a:rect l="l" t="t" r="r" b="b"/>
                <a:pathLst>
                  <a:path w="6717" h="10449" extrusionOk="0">
                    <a:moveTo>
                      <a:pt x="5206" y="0"/>
                    </a:moveTo>
                    <a:lnTo>
                      <a:pt x="5206" y="0"/>
                    </a:lnTo>
                    <a:lnTo>
                      <a:pt x="5206" y="0"/>
                    </a:lnTo>
                    <a:cubicBezTo>
                      <a:pt x="5206" y="0"/>
                      <a:pt x="5206" y="0"/>
                      <a:pt x="5206" y="0"/>
                    </a:cubicBezTo>
                    <a:close/>
                    <a:moveTo>
                      <a:pt x="5206" y="0"/>
                    </a:moveTo>
                    <a:cubicBezTo>
                      <a:pt x="5205" y="4"/>
                      <a:pt x="4493" y="342"/>
                      <a:pt x="3379" y="342"/>
                    </a:cubicBezTo>
                    <a:cubicBezTo>
                      <a:pt x="2875" y="342"/>
                      <a:pt x="2290" y="273"/>
                      <a:pt x="1650" y="73"/>
                    </a:cubicBezTo>
                    <a:cubicBezTo>
                      <a:pt x="1650" y="73"/>
                      <a:pt x="874" y="2366"/>
                      <a:pt x="937" y="3108"/>
                    </a:cubicBezTo>
                    <a:cubicBezTo>
                      <a:pt x="1001" y="3849"/>
                      <a:pt x="1698" y="7777"/>
                      <a:pt x="1698" y="7777"/>
                    </a:cubicBezTo>
                    <a:lnTo>
                      <a:pt x="1" y="8701"/>
                    </a:lnTo>
                    <a:lnTo>
                      <a:pt x="174" y="8906"/>
                    </a:lnTo>
                    <a:lnTo>
                      <a:pt x="1083" y="8906"/>
                    </a:lnTo>
                    <a:lnTo>
                      <a:pt x="505" y="9379"/>
                    </a:lnTo>
                    <a:lnTo>
                      <a:pt x="1351" y="10449"/>
                    </a:lnTo>
                    <a:lnTo>
                      <a:pt x="3408" y="8288"/>
                    </a:lnTo>
                    <a:lnTo>
                      <a:pt x="3546" y="4155"/>
                    </a:lnTo>
                    <a:lnTo>
                      <a:pt x="4953" y="7572"/>
                    </a:lnTo>
                    <a:lnTo>
                      <a:pt x="4297" y="9938"/>
                    </a:lnTo>
                    <a:lnTo>
                      <a:pt x="4837" y="9957"/>
                    </a:lnTo>
                    <a:lnTo>
                      <a:pt x="5259" y="9133"/>
                    </a:lnTo>
                    <a:lnTo>
                      <a:pt x="5408" y="10039"/>
                    </a:lnTo>
                    <a:lnTo>
                      <a:pt x="6717" y="10143"/>
                    </a:lnTo>
                    <a:lnTo>
                      <a:pt x="6575" y="7357"/>
                    </a:lnTo>
                    <a:lnTo>
                      <a:pt x="5206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40"/>
              <p:cNvSpPr/>
              <p:nvPr/>
            </p:nvSpPr>
            <p:spPr>
              <a:xfrm>
                <a:off x="3282475" y="1323975"/>
                <a:ext cx="49625" cy="64025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2561" extrusionOk="0">
                    <a:moveTo>
                      <a:pt x="208" y="0"/>
                    </a:moveTo>
                    <a:lnTo>
                      <a:pt x="130" y="852"/>
                    </a:lnTo>
                    <a:lnTo>
                      <a:pt x="70" y="1552"/>
                    </a:lnTo>
                    <a:lnTo>
                      <a:pt x="0" y="1988"/>
                    </a:lnTo>
                    <a:cubicBezTo>
                      <a:pt x="0" y="1988"/>
                      <a:pt x="256" y="2561"/>
                      <a:pt x="990" y="2561"/>
                    </a:cubicBezTo>
                    <a:cubicBezTo>
                      <a:pt x="1030" y="2561"/>
                      <a:pt x="1071" y="2559"/>
                      <a:pt x="1114" y="2556"/>
                    </a:cubicBezTo>
                    <a:cubicBezTo>
                      <a:pt x="1940" y="2483"/>
                      <a:pt x="1984" y="1944"/>
                      <a:pt x="1984" y="1944"/>
                    </a:cubicBezTo>
                    <a:lnTo>
                      <a:pt x="1385" y="578"/>
                    </a:lnTo>
                    <a:lnTo>
                      <a:pt x="1007" y="546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40"/>
              <p:cNvSpPr/>
              <p:nvPr/>
            </p:nvSpPr>
            <p:spPr>
              <a:xfrm>
                <a:off x="3250675" y="1368050"/>
                <a:ext cx="129700" cy="70375"/>
              </a:xfrm>
              <a:custGeom>
                <a:avLst/>
                <a:gdLst/>
                <a:ahLst/>
                <a:cxnLst/>
                <a:rect l="l" t="t" r="r" b="b"/>
                <a:pathLst>
                  <a:path w="5188" h="2815" extrusionOk="0">
                    <a:moveTo>
                      <a:pt x="3477" y="1"/>
                    </a:moveTo>
                    <a:cubicBezTo>
                      <a:pt x="3477" y="1"/>
                      <a:pt x="3433" y="600"/>
                      <a:pt x="2919" y="796"/>
                    </a:cubicBezTo>
                    <a:cubicBezTo>
                      <a:pt x="2871" y="814"/>
                      <a:pt x="2821" y="822"/>
                      <a:pt x="2769" y="822"/>
                    </a:cubicBezTo>
                    <a:cubicBezTo>
                      <a:pt x="2255" y="822"/>
                      <a:pt x="1569" y="39"/>
                      <a:pt x="1569" y="39"/>
                    </a:cubicBezTo>
                    <a:cubicBezTo>
                      <a:pt x="1569" y="39"/>
                      <a:pt x="916" y="405"/>
                      <a:pt x="420" y="720"/>
                    </a:cubicBezTo>
                    <a:cubicBezTo>
                      <a:pt x="1" y="991"/>
                      <a:pt x="1130" y="2815"/>
                      <a:pt x="1130" y="2815"/>
                    </a:cubicBezTo>
                    <a:lnTo>
                      <a:pt x="4670" y="2326"/>
                    </a:lnTo>
                    <a:lnTo>
                      <a:pt x="5187" y="1998"/>
                    </a:lnTo>
                    <a:cubicBezTo>
                      <a:pt x="5187" y="1998"/>
                      <a:pt x="4862" y="973"/>
                      <a:pt x="4771" y="796"/>
                    </a:cubicBezTo>
                    <a:cubicBezTo>
                      <a:pt x="4771" y="796"/>
                      <a:pt x="4212" y="291"/>
                      <a:pt x="3477" y="1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40"/>
              <p:cNvSpPr/>
              <p:nvPr/>
            </p:nvSpPr>
            <p:spPr>
              <a:xfrm>
                <a:off x="3285850" y="1323825"/>
                <a:ext cx="45075" cy="35025"/>
              </a:xfrm>
              <a:custGeom>
                <a:avLst/>
                <a:gdLst/>
                <a:ahLst/>
                <a:cxnLst/>
                <a:rect l="l" t="t" r="r" b="b"/>
                <a:pathLst>
                  <a:path w="1803" h="1401" extrusionOk="0">
                    <a:moveTo>
                      <a:pt x="80" y="0"/>
                    </a:moveTo>
                    <a:lnTo>
                      <a:pt x="1" y="852"/>
                    </a:lnTo>
                    <a:cubicBezTo>
                      <a:pt x="726" y="1290"/>
                      <a:pt x="1073" y="1341"/>
                      <a:pt x="1594" y="1401"/>
                    </a:cubicBezTo>
                    <a:lnTo>
                      <a:pt x="1802" y="877"/>
                    </a:lnTo>
                    <a:lnTo>
                      <a:pt x="1730" y="659"/>
                    </a:lnTo>
                    <a:lnTo>
                      <a:pt x="903" y="864"/>
                    </a:lnTo>
                    <a:lnTo>
                      <a:pt x="80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40"/>
              <p:cNvSpPr/>
              <p:nvPr/>
            </p:nvSpPr>
            <p:spPr>
              <a:xfrm>
                <a:off x="3269300" y="1258650"/>
                <a:ext cx="80350" cy="98025"/>
              </a:xfrm>
              <a:custGeom>
                <a:avLst/>
                <a:gdLst/>
                <a:ahLst/>
                <a:cxnLst/>
                <a:rect l="l" t="t" r="r" b="b"/>
                <a:pathLst>
                  <a:path w="3214" h="3921" extrusionOk="0">
                    <a:moveTo>
                      <a:pt x="1639" y="0"/>
                    </a:moveTo>
                    <a:cubicBezTo>
                      <a:pt x="1624" y="0"/>
                      <a:pt x="1609" y="0"/>
                      <a:pt x="1593" y="1"/>
                    </a:cubicBezTo>
                    <a:cubicBezTo>
                      <a:pt x="1593" y="1"/>
                      <a:pt x="1582" y="0"/>
                      <a:pt x="1562" y="0"/>
                    </a:cubicBezTo>
                    <a:cubicBezTo>
                      <a:pt x="1382" y="0"/>
                      <a:pt x="475" y="62"/>
                      <a:pt x="180" y="1276"/>
                    </a:cubicBezTo>
                    <a:cubicBezTo>
                      <a:pt x="180" y="1276"/>
                      <a:pt x="0" y="2143"/>
                      <a:pt x="477" y="2869"/>
                    </a:cubicBezTo>
                    <a:cubicBezTo>
                      <a:pt x="477" y="2869"/>
                      <a:pt x="1392" y="3781"/>
                      <a:pt x="2294" y="3916"/>
                    </a:cubicBezTo>
                    <a:cubicBezTo>
                      <a:pt x="2314" y="3919"/>
                      <a:pt x="2334" y="3920"/>
                      <a:pt x="2354" y="3920"/>
                    </a:cubicBezTo>
                    <a:cubicBezTo>
                      <a:pt x="2943" y="3920"/>
                      <a:pt x="3213" y="2799"/>
                      <a:pt x="3158" y="1736"/>
                    </a:cubicBezTo>
                    <a:cubicBezTo>
                      <a:pt x="3066" y="758"/>
                      <a:pt x="2324" y="0"/>
                      <a:pt x="1639" y="0"/>
                    </a:cubicBez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270;p40"/>
              <p:cNvSpPr/>
              <p:nvPr/>
            </p:nvSpPr>
            <p:spPr>
              <a:xfrm>
                <a:off x="3322225" y="1308400"/>
                <a:ext cx="9875" cy="2102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841" extrusionOk="0">
                    <a:moveTo>
                      <a:pt x="198" y="1"/>
                    </a:moveTo>
                    <a:cubicBezTo>
                      <a:pt x="195" y="1"/>
                      <a:pt x="192" y="1"/>
                      <a:pt x="189" y="2"/>
                    </a:cubicBezTo>
                    <a:cubicBezTo>
                      <a:pt x="177" y="11"/>
                      <a:pt x="174" y="24"/>
                      <a:pt x="177" y="33"/>
                    </a:cubicBezTo>
                    <a:cubicBezTo>
                      <a:pt x="177" y="33"/>
                      <a:pt x="271" y="220"/>
                      <a:pt x="319" y="570"/>
                    </a:cubicBezTo>
                    <a:cubicBezTo>
                      <a:pt x="338" y="718"/>
                      <a:pt x="306" y="778"/>
                      <a:pt x="268" y="791"/>
                    </a:cubicBezTo>
                    <a:cubicBezTo>
                      <a:pt x="264" y="792"/>
                      <a:pt x="258" y="793"/>
                      <a:pt x="253" y="793"/>
                    </a:cubicBezTo>
                    <a:cubicBezTo>
                      <a:pt x="195" y="793"/>
                      <a:pt x="108" y="714"/>
                      <a:pt x="51" y="573"/>
                    </a:cubicBezTo>
                    <a:cubicBezTo>
                      <a:pt x="48" y="566"/>
                      <a:pt x="40" y="560"/>
                      <a:pt x="31" y="560"/>
                    </a:cubicBezTo>
                    <a:cubicBezTo>
                      <a:pt x="27" y="560"/>
                      <a:pt x="23" y="561"/>
                      <a:pt x="19" y="563"/>
                    </a:cubicBezTo>
                    <a:cubicBezTo>
                      <a:pt x="6" y="567"/>
                      <a:pt x="0" y="582"/>
                      <a:pt x="6" y="595"/>
                    </a:cubicBezTo>
                    <a:cubicBezTo>
                      <a:pt x="67" y="741"/>
                      <a:pt x="164" y="841"/>
                      <a:pt x="247" y="841"/>
                    </a:cubicBezTo>
                    <a:cubicBezTo>
                      <a:pt x="255" y="841"/>
                      <a:pt x="264" y="840"/>
                      <a:pt x="271" y="838"/>
                    </a:cubicBezTo>
                    <a:lnTo>
                      <a:pt x="281" y="838"/>
                    </a:lnTo>
                    <a:cubicBezTo>
                      <a:pt x="316" y="832"/>
                      <a:pt x="394" y="784"/>
                      <a:pt x="366" y="567"/>
                    </a:cubicBezTo>
                    <a:cubicBezTo>
                      <a:pt x="319" y="213"/>
                      <a:pt x="224" y="24"/>
                      <a:pt x="221" y="15"/>
                    </a:cubicBezTo>
                    <a:cubicBezTo>
                      <a:pt x="216" y="5"/>
                      <a:pt x="208" y="1"/>
                      <a:pt x="198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40"/>
              <p:cNvSpPr/>
              <p:nvPr/>
            </p:nvSpPr>
            <p:spPr>
              <a:xfrm>
                <a:off x="3332150" y="1304050"/>
                <a:ext cx="14700" cy="6775"/>
              </a:xfrm>
              <a:custGeom>
                <a:avLst/>
                <a:gdLst/>
                <a:ahLst/>
                <a:cxnLst/>
                <a:rect l="l" t="t" r="r" b="b"/>
                <a:pathLst>
                  <a:path w="588" h="271" extrusionOk="0">
                    <a:moveTo>
                      <a:pt x="256" y="0"/>
                    </a:moveTo>
                    <a:cubicBezTo>
                      <a:pt x="238" y="0"/>
                      <a:pt x="221" y="2"/>
                      <a:pt x="203" y="6"/>
                    </a:cubicBezTo>
                    <a:cubicBezTo>
                      <a:pt x="143" y="28"/>
                      <a:pt x="98" y="65"/>
                      <a:pt x="64" y="113"/>
                    </a:cubicBezTo>
                    <a:cubicBezTo>
                      <a:pt x="32" y="160"/>
                      <a:pt x="10" y="217"/>
                      <a:pt x="1" y="271"/>
                    </a:cubicBezTo>
                    <a:cubicBezTo>
                      <a:pt x="42" y="233"/>
                      <a:pt x="76" y="195"/>
                      <a:pt x="111" y="163"/>
                    </a:cubicBezTo>
                    <a:cubicBezTo>
                      <a:pt x="149" y="132"/>
                      <a:pt x="187" y="110"/>
                      <a:pt x="228" y="97"/>
                    </a:cubicBezTo>
                    <a:cubicBezTo>
                      <a:pt x="243" y="91"/>
                      <a:pt x="260" y="88"/>
                      <a:pt x="276" y="88"/>
                    </a:cubicBezTo>
                    <a:cubicBezTo>
                      <a:pt x="337" y="88"/>
                      <a:pt x="404" y="126"/>
                      <a:pt x="471" y="185"/>
                    </a:cubicBezTo>
                    <a:lnTo>
                      <a:pt x="587" y="47"/>
                    </a:lnTo>
                    <a:lnTo>
                      <a:pt x="449" y="122"/>
                    </a:lnTo>
                    <a:cubicBezTo>
                      <a:pt x="430" y="91"/>
                      <a:pt x="408" y="59"/>
                      <a:pt x="376" y="40"/>
                    </a:cubicBezTo>
                    <a:cubicBezTo>
                      <a:pt x="351" y="18"/>
                      <a:pt x="326" y="9"/>
                      <a:pt x="294" y="2"/>
                    </a:cubicBezTo>
                    <a:cubicBezTo>
                      <a:pt x="281" y="1"/>
                      <a:pt x="268" y="0"/>
                      <a:pt x="256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40"/>
              <p:cNvSpPr/>
              <p:nvPr/>
            </p:nvSpPr>
            <p:spPr>
              <a:xfrm>
                <a:off x="3301800" y="1307250"/>
                <a:ext cx="16650" cy="5950"/>
              </a:xfrm>
              <a:custGeom>
                <a:avLst/>
                <a:gdLst/>
                <a:ahLst/>
                <a:cxnLst/>
                <a:rect l="l" t="t" r="r" b="b"/>
                <a:pathLst>
                  <a:path w="666" h="238" extrusionOk="0">
                    <a:moveTo>
                      <a:pt x="401" y="1"/>
                    </a:moveTo>
                    <a:cubicBezTo>
                      <a:pt x="366" y="1"/>
                      <a:pt x="338" y="4"/>
                      <a:pt x="303" y="16"/>
                    </a:cubicBezTo>
                    <a:cubicBezTo>
                      <a:pt x="271" y="32"/>
                      <a:pt x="249" y="48"/>
                      <a:pt x="224" y="73"/>
                    </a:cubicBezTo>
                    <a:cubicBezTo>
                      <a:pt x="199" y="102"/>
                      <a:pt x="183" y="136"/>
                      <a:pt x="170" y="171"/>
                    </a:cubicBezTo>
                    <a:lnTo>
                      <a:pt x="0" y="133"/>
                    </a:lnTo>
                    <a:lnTo>
                      <a:pt x="158" y="237"/>
                    </a:lnTo>
                    <a:cubicBezTo>
                      <a:pt x="225" y="155"/>
                      <a:pt x="298" y="100"/>
                      <a:pt x="373" y="100"/>
                    </a:cubicBezTo>
                    <a:cubicBezTo>
                      <a:pt x="379" y="100"/>
                      <a:pt x="385" y="101"/>
                      <a:pt x="391" y="102"/>
                    </a:cubicBezTo>
                    <a:cubicBezTo>
                      <a:pt x="435" y="102"/>
                      <a:pt x="476" y="117"/>
                      <a:pt x="524" y="136"/>
                    </a:cubicBezTo>
                    <a:cubicBezTo>
                      <a:pt x="571" y="155"/>
                      <a:pt x="615" y="184"/>
                      <a:pt x="666" y="212"/>
                    </a:cubicBezTo>
                    <a:cubicBezTo>
                      <a:pt x="653" y="155"/>
                      <a:pt x="612" y="108"/>
                      <a:pt x="568" y="73"/>
                    </a:cubicBezTo>
                    <a:cubicBezTo>
                      <a:pt x="527" y="32"/>
                      <a:pt x="467" y="4"/>
                      <a:pt x="401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40"/>
              <p:cNvSpPr/>
              <p:nvPr/>
            </p:nvSpPr>
            <p:spPr>
              <a:xfrm>
                <a:off x="3257850" y="1408975"/>
                <a:ext cx="115975" cy="136400"/>
              </a:xfrm>
              <a:custGeom>
                <a:avLst/>
                <a:gdLst/>
                <a:ahLst/>
                <a:cxnLst/>
                <a:rect l="l" t="t" r="r" b="b"/>
                <a:pathLst>
                  <a:path w="4639" h="5456" extrusionOk="0">
                    <a:moveTo>
                      <a:pt x="2857" y="0"/>
                    </a:moveTo>
                    <a:cubicBezTo>
                      <a:pt x="2815" y="0"/>
                      <a:pt x="2776" y="3"/>
                      <a:pt x="2739" y="7"/>
                    </a:cubicBezTo>
                    <a:cubicBezTo>
                      <a:pt x="2212" y="74"/>
                      <a:pt x="559" y="695"/>
                      <a:pt x="559" y="695"/>
                    </a:cubicBezTo>
                    <a:lnTo>
                      <a:pt x="402" y="780"/>
                    </a:lnTo>
                    <a:lnTo>
                      <a:pt x="1" y="989"/>
                    </a:lnTo>
                    <a:cubicBezTo>
                      <a:pt x="1" y="989"/>
                      <a:pt x="635" y="2863"/>
                      <a:pt x="591" y="3500"/>
                    </a:cubicBezTo>
                    <a:cubicBezTo>
                      <a:pt x="562" y="3935"/>
                      <a:pt x="247" y="5263"/>
                      <a:pt x="247" y="5263"/>
                    </a:cubicBezTo>
                    <a:cubicBezTo>
                      <a:pt x="247" y="5263"/>
                      <a:pt x="1015" y="5456"/>
                      <a:pt x="1861" y="5456"/>
                    </a:cubicBezTo>
                    <a:cubicBezTo>
                      <a:pt x="2098" y="5456"/>
                      <a:pt x="2341" y="5441"/>
                      <a:pt x="2575" y="5402"/>
                    </a:cubicBezTo>
                    <a:cubicBezTo>
                      <a:pt x="3897" y="5330"/>
                      <a:pt x="4638" y="4872"/>
                      <a:pt x="4638" y="4872"/>
                    </a:cubicBezTo>
                    <a:lnTo>
                      <a:pt x="4219" y="3582"/>
                    </a:lnTo>
                    <a:lnTo>
                      <a:pt x="4137" y="3197"/>
                    </a:lnTo>
                    <a:lnTo>
                      <a:pt x="4405" y="408"/>
                    </a:lnTo>
                    <a:cubicBezTo>
                      <a:pt x="4405" y="408"/>
                      <a:pt x="3420" y="0"/>
                      <a:pt x="2857" y="0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40"/>
              <p:cNvSpPr/>
              <p:nvPr/>
            </p:nvSpPr>
            <p:spPr>
              <a:xfrm>
                <a:off x="3354475" y="1401825"/>
                <a:ext cx="13825" cy="40075"/>
              </a:xfrm>
              <a:custGeom>
                <a:avLst/>
                <a:gdLst/>
                <a:ahLst/>
                <a:cxnLst/>
                <a:rect l="l" t="t" r="r" b="b"/>
                <a:pathLst>
                  <a:path w="553" h="1603" extrusionOk="0">
                    <a:moveTo>
                      <a:pt x="0" y="0"/>
                    </a:moveTo>
                    <a:cubicBezTo>
                      <a:pt x="0" y="0"/>
                      <a:pt x="303" y="644"/>
                      <a:pt x="376" y="801"/>
                    </a:cubicBezTo>
                    <a:cubicBezTo>
                      <a:pt x="445" y="959"/>
                      <a:pt x="458" y="1603"/>
                      <a:pt x="458" y="1603"/>
                    </a:cubicBezTo>
                    <a:cubicBezTo>
                      <a:pt x="458" y="1603"/>
                      <a:pt x="480" y="1312"/>
                      <a:pt x="518" y="975"/>
                    </a:cubicBezTo>
                    <a:cubicBezTo>
                      <a:pt x="552" y="634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40"/>
              <p:cNvSpPr/>
              <p:nvPr/>
            </p:nvSpPr>
            <p:spPr>
              <a:xfrm>
                <a:off x="3276075" y="1275925"/>
                <a:ext cx="75175" cy="28800"/>
              </a:xfrm>
              <a:custGeom>
                <a:avLst/>
                <a:gdLst/>
                <a:ahLst/>
                <a:cxnLst/>
                <a:rect l="l" t="t" r="r" b="b"/>
                <a:pathLst>
                  <a:path w="3007" h="1152" extrusionOk="0">
                    <a:moveTo>
                      <a:pt x="1999" y="0"/>
                    </a:moveTo>
                    <a:cubicBezTo>
                      <a:pt x="1598" y="0"/>
                      <a:pt x="1194" y="153"/>
                      <a:pt x="975" y="414"/>
                    </a:cubicBezTo>
                    <a:cubicBezTo>
                      <a:pt x="598" y="860"/>
                      <a:pt x="32" y="866"/>
                      <a:pt x="2" y="866"/>
                    </a:cubicBezTo>
                    <a:cubicBezTo>
                      <a:pt x="1" y="866"/>
                      <a:pt x="1" y="866"/>
                      <a:pt x="1" y="866"/>
                    </a:cubicBezTo>
                    <a:lnTo>
                      <a:pt x="1" y="866"/>
                    </a:lnTo>
                    <a:cubicBezTo>
                      <a:pt x="306" y="1077"/>
                      <a:pt x="605" y="1152"/>
                      <a:pt x="876" y="1152"/>
                    </a:cubicBezTo>
                    <a:cubicBezTo>
                      <a:pt x="1539" y="1152"/>
                      <a:pt x="2032" y="702"/>
                      <a:pt x="2032" y="701"/>
                    </a:cubicBezTo>
                    <a:lnTo>
                      <a:pt x="2032" y="701"/>
                    </a:lnTo>
                    <a:lnTo>
                      <a:pt x="1818" y="1071"/>
                    </a:lnTo>
                    <a:cubicBezTo>
                      <a:pt x="1834" y="1071"/>
                      <a:pt x="1850" y="1072"/>
                      <a:pt x="1865" y="1072"/>
                    </a:cubicBezTo>
                    <a:cubicBezTo>
                      <a:pt x="2529" y="1072"/>
                      <a:pt x="3006" y="436"/>
                      <a:pt x="2830" y="285"/>
                    </a:cubicBezTo>
                    <a:cubicBezTo>
                      <a:pt x="2610" y="89"/>
                      <a:pt x="2305" y="0"/>
                      <a:pt x="1999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40"/>
              <p:cNvSpPr/>
              <p:nvPr/>
            </p:nvSpPr>
            <p:spPr>
              <a:xfrm>
                <a:off x="3315500" y="1330925"/>
                <a:ext cx="22825" cy="6475"/>
              </a:xfrm>
              <a:custGeom>
                <a:avLst/>
                <a:gdLst/>
                <a:ahLst/>
                <a:cxnLst/>
                <a:rect l="l" t="t" r="r" b="b"/>
                <a:pathLst>
                  <a:path w="913" h="259" extrusionOk="0">
                    <a:moveTo>
                      <a:pt x="890" y="1"/>
                    </a:moveTo>
                    <a:cubicBezTo>
                      <a:pt x="884" y="1"/>
                      <a:pt x="877" y="4"/>
                      <a:pt x="872" y="9"/>
                    </a:cubicBezTo>
                    <a:cubicBezTo>
                      <a:pt x="755" y="169"/>
                      <a:pt x="596" y="216"/>
                      <a:pt x="448" y="216"/>
                    </a:cubicBezTo>
                    <a:cubicBezTo>
                      <a:pt x="229" y="216"/>
                      <a:pt x="34" y="112"/>
                      <a:pt x="33" y="110"/>
                    </a:cubicBezTo>
                    <a:cubicBezTo>
                      <a:pt x="29" y="110"/>
                      <a:pt x="26" y="109"/>
                      <a:pt x="24" y="109"/>
                    </a:cubicBezTo>
                    <a:cubicBezTo>
                      <a:pt x="15" y="109"/>
                      <a:pt x="9" y="113"/>
                      <a:pt x="4" y="120"/>
                    </a:cubicBezTo>
                    <a:cubicBezTo>
                      <a:pt x="1" y="132"/>
                      <a:pt x="4" y="142"/>
                      <a:pt x="14" y="148"/>
                    </a:cubicBezTo>
                    <a:cubicBezTo>
                      <a:pt x="17" y="151"/>
                      <a:pt x="219" y="259"/>
                      <a:pt x="446" y="259"/>
                    </a:cubicBezTo>
                    <a:cubicBezTo>
                      <a:pt x="604" y="259"/>
                      <a:pt x="777" y="205"/>
                      <a:pt x="903" y="32"/>
                    </a:cubicBezTo>
                    <a:cubicBezTo>
                      <a:pt x="913" y="25"/>
                      <a:pt x="906" y="13"/>
                      <a:pt x="900" y="6"/>
                    </a:cubicBezTo>
                    <a:cubicBezTo>
                      <a:pt x="897" y="2"/>
                      <a:pt x="894" y="1"/>
                      <a:pt x="890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40"/>
              <p:cNvSpPr/>
              <p:nvPr/>
            </p:nvSpPr>
            <p:spPr>
              <a:xfrm>
                <a:off x="3426400" y="1456550"/>
                <a:ext cx="50825" cy="58350"/>
              </a:xfrm>
              <a:custGeom>
                <a:avLst/>
                <a:gdLst/>
                <a:ahLst/>
                <a:cxnLst/>
                <a:rect l="l" t="t" r="r" b="b"/>
                <a:pathLst>
                  <a:path w="2033" h="2334" extrusionOk="0">
                    <a:moveTo>
                      <a:pt x="953" y="0"/>
                    </a:moveTo>
                    <a:lnTo>
                      <a:pt x="890" y="133"/>
                    </a:lnTo>
                    <a:lnTo>
                      <a:pt x="1133" y="344"/>
                    </a:lnTo>
                    <a:lnTo>
                      <a:pt x="613" y="865"/>
                    </a:lnTo>
                    <a:cubicBezTo>
                      <a:pt x="546" y="982"/>
                      <a:pt x="1" y="2294"/>
                      <a:pt x="1" y="2294"/>
                    </a:cubicBezTo>
                    <a:cubicBezTo>
                      <a:pt x="1" y="2294"/>
                      <a:pt x="84" y="2333"/>
                      <a:pt x="212" y="2333"/>
                    </a:cubicBezTo>
                    <a:cubicBezTo>
                      <a:pt x="372" y="2333"/>
                      <a:pt x="602" y="2272"/>
                      <a:pt x="827" y="1994"/>
                    </a:cubicBezTo>
                    <a:cubicBezTo>
                      <a:pt x="827" y="1994"/>
                      <a:pt x="631" y="1549"/>
                      <a:pt x="843" y="1313"/>
                    </a:cubicBezTo>
                    <a:cubicBezTo>
                      <a:pt x="1237" y="685"/>
                      <a:pt x="1856" y="874"/>
                      <a:pt x="2032" y="455"/>
                    </a:cubicBezTo>
                    <a:cubicBezTo>
                      <a:pt x="2032" y="455"/>
                      <a:pt x="1594" y="124"/>
                      <a:pt x="1395" y="79"/>
                    </a:cubicBezTo>
                    <a:cubicBezTo>
                      <a:pt x="1193" y="38"/>
                      <a:pt x="953" y="0"/>
                      <a:pt x="953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40"/>
              <p:cNvSpPr/>
              <p:nvPr/>
            </p:nvSpPr>
            <p:spPr>
              <a:xfrm>
                <a:off x="3311400" y="1454900"/>
                <a:ext cx="54775" cy="62950"/>
              </a:xfrm>
              <a:custGeom>
                <a:avLst/>
                <a:gdLst/>
                <a:ahLst/>
                <a:cxnLst/>
                <a:rect l="l" t="t" r="r" b="b"/>
                <a:pathLst>
                  <a:path w="2191" h="2518" extrusionOk="0">
                    <a:moveTo>
                      <a:pt x="777" y="0"/>
                    </a:moveTo>
                    <a:cubicBezTo>
                      <a:pt x="777" y="0"/>
                      <a:pt x="320" y="306"/>
                      <a:pt x="215" y="483"/>
                    </a:cubicBezTo>
                    <a:cubicBezTo>
                      <a:pt x="115" y="663"/>
                      <a:pt x="1" y="877"/>
                      <a:pt x="1" y="877"/>
                    </a:cubicBezTo>
                    <a:lnTo>
                      <a:pt x="105" y="981"/>
                    </a:lnTo>
                    <a:lnTo>
                      <a:pt x="386" y="820"/>
                    </a:lnTo>
                    <a:lnTo>
                      <a:pt x="708" y="1477"/>
                    </a:lnTo>
                    <a:cubicBezTo>
                      <a:pt x="799" y="1581"/>
                      <a:pt x="1869" y="2518"/>
                      <a:pt x="1869" y="2518"/>
                    </a:cubicBezTo>
                    <a:cubicBezTo>
                      <a:pt x="1869" y="2518"/>
                      <a:pt x="2190" y="2183"/>
                      <a:pt x="1850" y="1644"/>
                    </a:cubicBezTo>
                    <a:cubicBezTo>
                      <a:pt x="1850" y="1644"/>
                      <a:pt x="1826" y="1646"/>
                      <a:pt x="1789" y="1646"/>
                    </a:cubicBezTo>
                    <a:cubicBezTo>
                      <a:pt x="1653" y="1646"/>
                      <a:pt x="1330" y="1623"/>
                      <a:pt x="1209" y="1410"/>
                    </a:cubicBezTo>
                    <a:cubicBezTo>
                      <a:pt x="742" y="827"/>
                      <a:pt x="1121" y="306"/>
                      <a:pt x="777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Google Shape;1279;p40"/>
              <p:cNvSpPr/>
              <p:nvPr/>
            </p:nvSpPr>
            <p:spPr>
              <a:xfrm>
                <a:off x="3330575" y="1465850"/>
                <a:ext cx="102150" cy="24675"/>
              </a:xfrm>
              <a:custGeom>
                <a:avLst/>
                <a:gdLst/>
                <a:ahLst/>
                <a:cxnLst/>
                <a:rect l="l" t="t" r="r" b="b"/>
                <a:pathLst>
                  <a:path w="4086" h="987" extrusionOk="0">
                    <a:moveTo>
                      <a:pt x="2203" y="1"/>
                    </a:moveTo>
                    <a:cubicBezTo>
                      <a:pt x="1333" y="1"/>
                      <a:pt x="353" y="211"/>
                      <a:pt x="250" y="364"/>
                    </a:cubicBezTo>
                    <a:cubicBezTo>
                      <a:pt x="136" y="531"/>
                      <a:pt x="1" y="890"/>
                      <a:pt x="1020" y="979"/>
                    </a:cubicBezTo>
                    <a:cubicBezTo>
                      <a:pt x="1076" y="984"/>
                      <a:pt x="1135" y="986"/>
                      <a:pt x="1196" y="986"/>
                    </a:cubicBezTo>
                    <a:cubicBezTo>
                      <a:pt x="2242" y="986"/>
                      <a:pt x="3912" y="285"/>
                      <a:pt x="3912" y="285"/>
                    </a:cubicBezTo>
                    <a:lnTo>
                      <a:pt x="4086" y="155"/>
                    </a:lnTo>
                    <a:cubicBezTo>
                      <a:pt x="4086" y="155"/>
                      <a:pt x="3370" y="54"/>
                      <a:pt x="2452" y="7"/>
                    </a:cubicBezTo>
                    <a:cubicBezTo>
                      <a:pt x="2371" y="3"/>
                      <a:pt x="2287" y="1"/>
                      <a:pt x="2203" y="1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Google Shape;1280;p40"/>
              <p:cNvSpPr/>
              <p:nvPr/>
            </p:nvSpPr>
            <p:spPr>
              <a:xfrm>
                <a:off x="3351075" y="1469025"/>
                <a:ext cx="93250" cy="24375"/>
              </a:xfrm>
              <a:custGeom>
                <a:avLst/>
                <a:gdLst/>
                <a:ahLst/>
                <a:cxnLst/>
                <a:rect l="l" t="t" r="r" b="b"/>
                <a:pathLst>
                  <a:path w="3730" h="975" extrusionOk="0">
                    <a:moveTo>
                      <a:pt x="3044" y="1"/>
                    </a:moveTo>
                    <a:cubicBezTo>
                      <a:pt x="2374" y="1"/>
                      <a:pt x="422" y="237"/>
                      <a:pt x="231" y="375"/>
                    </a:cubicBezTo>
                    <a:cubicBezTo>
                      <a:pt x="1" y="543"/>
                      <a:pt x="64" y="871"/>
                      <a:pt x="313" y="890"/>
                    </a:cubicBezTo>
                    <a:cubicBezTo>
                      <a:pt x="497" y="901"/>
                      <a:pt x="2019" y="974"/>
                      <a:pt x="2902" y="974"/>
                    </a:cubicBezTo>
                    <a:cubicBezTo>
                      <a:pt x="3218" y="974"/>
                      <a:pt x="3451" y="965"/>
                      <a:pt x="3512" y="940"/>
                    </a:cubicBezTo>
                    <a:cubicBezTo>
                      <a:pt x="3730" y="833"/>
                      <a:pt x="3638" y="517"/>
                      <a:pt x="3433" y="517"/>
                    </a:cubicBezTo>
                    <a:lnTo>
                      <a:pt x="3272" y="498"/>
                    </a:lnTo>
                    <a:cubicBezTo>
                      <a:pt x="3203" y="492"/>
                      <a:pt x="3149" y="483"/>
                      <a:pt x="3149" y="483"/>
                    </a:cubicBezTo>
                    <a:cubicBezTo>
                      <a:pt x="3149" y="483"/>
                      <a:pt x="3196" y="413"/>
                      <a:pt x="3234" y="322"/>
                    </a:cubicBezTo>
                    <a:cubicBezTo>
                      <a:pt x="3282" y="218"/>
                      <a:pt x="3320" y="98"/>
                      <a:pt x="3266" y="28"/>
                    </a:cubicBezTo>
                    <a:cubicBezTo>
                      <a:pt x="3251" y="9"/>
                      <a:pt x="3170" y="1"/>
                      <a:pt x="3044" y="1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Google Shape;1281;p40"/>
              <p:cNvSpPr/>
              <p:nvPr/>
            </p:nvSpPr>
            <p:spPr>
              <a:xfrm>
                <a:off x="3368200" y="1477050"/>
                <a:ext cx="64775" cy="8450"/>
              </a:xfrm>
              <a:custGeom>
                <a:avLst/>
                <a:gdLst/>
                <a:ahLst/>
                <a:cxnLst/>
                <a:rect l="l" t="t" r="r" b="b"/>
                <a:pathLst>
                  <a:path w="2591" h="338" extrusionOk="0">
                    <a:moveTo>
                      <a:pt x="2556" y="1"/>
                    </a:moveTo>
                    <a:lnTo>
                      <a:pt x="2556" y="1"/>
                    </a:lnTo>
                    <a:cubicBezTo>
                      <a:pt x="2555" y="1"/>
                      <a:pt x="0" y="51"/>
                      <a:pt x="3" y="285"/>
                    </a:cubicBezTo>
                    <a:cubicBezTo>
                      <a:pt x="7" y="323"/>
                      <a:pt x="149" y="337"/>
                      <a:pt x="363" y="337"/>
                    </a:cubicBezTo>
                    <a:cubicBezTo>
                      <a:pt x="1074" y="337"/>
                      <a:pt x="2590" y="177"/>
                      <a:pt x="2590" y="177"/>
                    </a:cubicBezTo>
                    <a:cubicBezTo>
                      <a:pt x="2518" y="171"/>
                      <a:pt x="2467" y="162"/>
                      <a:pt x="2467" y="162"/>
                    </a:cubicBezTo>
                    <a:cubicBezTo>
                      <a:pt x="2467" y="162"/>
                      <a:pt x="2515" y="92"/>
                      <a:pt x="2556" y="1"/>
                    </a:cubicBez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Google Shape;1282;p40"/>
              <p:cNvSpPr/>
              <p:nvPr/>
            </p:nvSpPr>
            <p:spPr>
              <a:xfrm>
                <a:off x="3367400" y="1479175"/>
                <a:ext cx="102175" cy="96175"/>
              </a:xfrm>
              <a:custGeom>
                <a:avLst/>
                <a:gdLst/>
                <a:ahLst/>
                <a:cxnLst/>
                <a:rect l="l" t="t" r="r" b="b"/>
                <a:pathLst>
                  <a:path w="4087" h="3847" extrusionOk="0">
                    <a:moveTo>
                      <a:pt x="4058" y="1"/>
                    </a:moveTo>
                    <a:lnTo>
                      <a:pt x="1" y="285"/>
                    </a:lnTo>
                    <a:lnTo>
                      <a:pt x="244" y="3847"/>
                    </a:lnTo>
                    <a:lnTo>
                      <a:pt x="4086" y="3326"/>
                    </a:lnTo>
                    <a:lnTo>
                      <a:pt x="4058" y="1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Google Shape;1283;p40"/>
              <p:cNvSpPr/>
              <p:nvPr/>
            </p:nvSpPr>
            <p:spPr>
              <a:xfrm>
                <a:off x="3395575" y="1503475"/>
                <a:ext cx="51675" cy="13050"/>
              </a:xfrm>
              <a:custGeom>
                <a:avLst/>
                <a:gdLst/>
                <a:ahLst/>
                <a:cxnLst/>
                <a:rect l="l" t="t" r="r" b="b"/>
                <a:pathLst>
                  <a:path w="2067" h="522" extrusionOk="0">
                    <a:moveTo>
                      <a:pt x="2047" y="1"/>
                    </a:moveTo>
                    <a:lnTo>
                      <a:pt x="0" y="155"/>
                    </a:lnTo>
                    <a:lnTo>
                      <a:pt x="16" y="521"/>
                    </a:lnTo>
                    <a:lnTo>
                      <a:pt x="2066" y="363"/>
                    </a:lnTo>
                    <a:lnTo>
                      <a:pt x="2047" y="1"/>
                    </a:ln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Google Shape;1284;p40"/>
              <p:cNvSpPr/>
              <p:nvPr/>
            </p:nvSpPr>
            <p:spPr>
              <a:xfrm>
                <a:off x="3319050" y="1486275"/>
                <a:ext cx="54450" cy="89075"/>
              </a:xfrm>
              <a:custGeom>
                <a:avLst/>
                <a:gdLst/>
                <a:ahLst/>
                <a:cxnLst/>
                <a:rect l="l" t="t" r="r" b="b"/>
                <a:pathLst>
                  <a:path w="2178" h="3563" extrusionOk="0">
                    <a:moveTo>
                      <a:pt x="1935" y="1"/>
                    </a:moveTo>
                    <a:lnTo>
                      <a:pt x="1" y="99"/>
                    </a:lnTo>
                    <a:lnTo>
                      <a:pt x="77" y="1241"/>
                    </a:lnTo>
                    <a:lnTo>
                      <a:pt x="137" y="1714"/>
                    </a:lnTo>
                    <a:lnTo>
                      <a:pt x="297" y="3563"/>
                    </a:lnTo>
                    <a:lnTo>
                      <a:pt x="2178" y="3563"/>
                    </a:lnTo>
                    <a:lnTo>
                      <a:pt x="2045" y="1584"/>
                    </a:lnTo>
                    <a:lnTo>
                      <a:pt x="2014" y="1105"/>
                    </a:lnTo>
                    <a:lnTo>
                      <a:pt x="1935" y="1"/>
                    </a:ln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Google Shape;1285;p40"/>
              <p:cNvSpPr/>
              <p:nvPr/>
            </p:nvSpPr>
            <p:spPr>
              <a:xfrm>
                <a:off x="3367400" y="1479350"/>
                <a:ext cx="114625" cy="24150"/>
              </a:xfrm>
              <a:custGeom>
                <a:avLst/>
                <a:gdLst/>
                <a:ahLst/>
                <a:cxnLst/>
                <a:rect l="l" t="t" r="r" b="b"/>
                <a:pathLst>
                  <a:path w="4585" h="966" extrusionOk="0">
                    <a:moveTo>
                      <a:pt x="4105" y="0"/>
                    </a:moveTo>
                    <a:lnTo>
                      <a:pt x="1" y="284"/>
                    </a:lnTo>
                    <a:lnTo>
                      <a:pt x="490" y="966"/>
                    </a:lnTo>
                    <a:lnTo>
                      <a:pt x="4585" y="685"/>
                    </a:lnTo>
                    <a:lnTo>
                      <a:pt x="410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40"/>
              <p:cNvSpPr/>
              <p:nvPr/>
            </p:nvSpPr>
            <p:spPr>
              <a:xfrm>
                <a:off x="3308325" y="1486275"/>
                <a:ext cx="59100" cy="20450"/>
              </a:xfrm>
              <a:custGeom>
                <a:avLst/>
                <a:gdLst/>
                <a:ahLst/>
                <a:cxnLst/>
                <a:rect l="l" t="t" r="r" b="b"/>
                <a:pathLst>
                  <a:path w="2364" h="818" extrusionOk="0">
                    <a:moveTo>
                      <a:pt x="2364" y="1"/>
                    </a:moveTo>
                    <a:lnTo>
                      <a:pt x="430" y="99"/>
                    </a:lnTo>
                    <a:lnTo>
                      <a:pt x="1" y="818"/>
                    </a:lnTo>
                    <a:lnTo>
                      <a:pt x="1973" y="748"/>
                    </a:lnTo>
                    <a:lnTo>
                      <a:pt x="236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40"/>
              <p:cNvSpPr/>
              <p:nvPr/>
            </p:nvSpPr>
            <p:spPr>
              <a:xfrm>
                <a:off x="3426800" y="1526425"/>
                <a:ext cx="29750" cy="14350"/>
              </a:xfrm>
              <a:custGeom>
                <a:avLst/>
                <a:gdLst/>
                <a:ahLst/>
                <a:cxnLst/>
                <a:rect l="l" t="t" r="r" b="b"/>
                <a:pathLst>
                  <a:path w="1190" h="574" extrusionOk="0">
                    <a:moveTo>
                      <a:pt x="1089" y="1"/>
                    </a:moveTo>
                    <a:lnTo>
                      <a:pt x="120" y="48"/>
                    </a:lnTo>
                    <a:lnTo>
                      <a:pt x="0" y="461"/>
                    </a:lnTo>
                    <a:cubicBezTo>
                      <a:pt x="0" y="461"/>
                      <a:pt x="283" y="573"/>
                      <a:pt x="605" y="573"/>
                    </a:cubicBezTo>
                    <a:cubicBezTo>
                      <a:pt x="804" y="573"/>
                      <a:pt x="1018" y="530"/>
                      <a:pt x="1190" y="392"/>
                    </a:cubicBezTo>
                    <a:lnTo>
                      <a:pt x="108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40"/>
              <p:cNvSpPr/>
              <p:nvPr/>
            </p:nvSpPr>
            <p:spPr>
              <a:xfrm>
                <a:off x="3420100" y="1479200"/>
                <a:ext cx="38275" cy="52500"/>
              </a:xfrm>
              <a:custGeom>
                <a:avLst/>
                <a:gdLst/>
                <a:ahLst/>
                <a:cxnLst/>
                <a:rect l="l" t="t" r="r" b="b"/>
                <a:pathLst>
                  <a:path w="1531" h="2100" extrusionOk="0">
                    <a:moveTo>
                      <a:pt x="731" y="0"/>
                    </a:moveTo>
                    <a:cubicBezTo>
                      <a:pt x="401" y="0"/>
                      <a:pt x="0" y="120"/>
                      <a:pt x="0" y="120"/>
                    </a:cubicBezTo>
                    <a:cubicBezTo>
                      <a:pt x="0" y="120"/>
                      <a:pt x="294" y="1088"/>
                      <a:pt x="196" y="1574"/>
                    </a:cubicBezTo>
                    <a:cubicBezTo>
                      <a:pt x="95" y="2060"/>
                      <a:pt x="363" y="2095"/>
                      <a:pt x="486" y="2095"/>
                    </a:cubicBezTo>
                    <a:cubicBezTo>
                      <a:pt x="525" y="2095"/>
                      <a:pt x="624" y="2099"/>
                      <a:pt x="744" y="2099"/>
                    </a:cubicBezTo>
                    <a:cubicBezTo>
                      <a:pt x="1005" y="2099"/>
                      <a:pt x="1365" y="2077"/>
                      <a:pt x="1432" y="1937"/>
                    </a:cubicBezTo>
                    <a:cubicBezTo>
                      <a:pt x="1530" y="1732"/>
                      <a:pt x="1338" y="296"/>
                      <a:pt x="1082" y="88"/>
                    </a:cubicBezTo>
                    <a:cubicBezTo>
                      <a:pt x="1005" y="23"/>
                      <a:pt x="874" y="0"/>
                      <a:pt x="731" y="0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Google Shape;1289;p40"/>
              <p:cNvSpPr/>
              <p:nvPr/>
            </p:nvSpPr>
            <p:spPr>
              <a:xfrm>
                <a:off x="3329000" y="1528475"/>
                <a:ext cx="28250" cy="13700"/>
              </a:xfrm>
              <a:custGeom>
                <a:avLst/>
                <a:gdLst/>
                <a:ahLst/>
                <a:cxnLst/>
                <a:rect l="l" t="t" r="r" b="b"/>
                <a:pathLst>
                  <a:path w="1130" h="548" extrusionOk="0">
                    <a:moveTo>
                      <a:pt x="95" y="1"/>
                    </a:moveTo>
                    <a:lnTo>
                      <a:pt x="0" y="373"/>
                    </a:lnTo>
                    <a:cubicBezTo>
                      <a:pt x="163" y="506"/>
                      <a:pt x="368" y="547"/>
                      <a:pt x="558" y="547"/>
                    </a:cubicBezTo>
                    <a:cubicBezTo>
                      <a:pt x="862" y="547"/>
                      <a:pt x="1130" y="442"/>
                      <a:pt x="1130" y="442"/>
                    </a:cubicBezTo>
                    <a:lnTo>
                      <a:pt x="1019" y="48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Google Shape;1290;p40"/>
              <p:cNvSpPr/>
              <p:nvPr/>
            </p:nvSpPr>
            <p:spPr>
              <a:xfrm>
                <a:off x="3327275" y="1483650"/>
                <a:ext cx="36300" cy="49950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98" extrusionOk="0">
                    <a:moveTo>
                      <a:pt x="760" y="1"/>
                    </a:moveTo>
                    <a:cubicBezTo>
                      <a:pt x="623" y="1"/>
                      <a:pt x="498" y="22"/>
                      <a:pt x="423" y="84"/>
                    </a:cubicBezTo>
                    <a:cubicBezTo>
                      <a:pt x="177" y="282"/>
                      <a:pt x="0" y="1645"/>
                      <a:pt x="92" y="1841"/>
                    </a:cubicBezTo>
                    <a:cubicBezTo>
                      <a:pt x="156" y="1976"/>
                      <a:pt x="492" y="1997"/>
                      <a:pt x="738" y="1997"/>
                    </a:cubicBezTo>
                    <a:cubicBezTo>
                      <a:pt x="856" y="1997"/>
                      <a:pt x="953" y="1992"/>
                      <a:pt x="991" y="1992"/>
                    </a:cubicBezTo>
                    <a:cubicBezTo>
                      <a:pt x="1104" y="1992"/>
                      <a:pt x="1357" y="1958"/>
                      <a:pt x="1265" y="1494"/>
                    </a:cubicBezTo>
                    <a:cubicBezTo>
                      <a:pt x="1174" y="1033"/>
                      <a:pt x="1451" y="112"/>
                      <a:pt x="1451" y="112"/>
                    </a:cubicBezTo>
                    <a:cubicBezTo>
                      <a:pt x="1451" y="112"/>
                      <a:pt x="1073" y="1"/>
                      <a:pt x="760" y="1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291;p40"/>
              <p:cNvSpPr/>
              <p:nvPr/>
            </p:nvSpPr>
            <p:spPr>
              <a:xfrm>
                <a:off x="3235450" y="1390200"/>
                <a:ext cx="115900" cy="188700"/>
              </a:xfrm>
              <a:custGeom>
                <a:avLst/>
                <a:gdLst/>
                <a:ahLst/>
                <a:cxnLst/>
                <a:rect l="l" t="t" r="r" b="b"/>
                <a:pathLst>
                  <a:path w="4636" h="7548" extrusionOk="0">
                    <a:moveTo>
                      <a:pt x="908" y="1"/>
                    </a:moveTo>
                    <a:cubicBezTo>
                      <a:pt x="905" y="1"/>
                      <a:pt x="903" y="1"/>
                      <a:pt x="900" y="1"/>
                    </a:cubicBezTo>
                    <a:cubicBezTo>
                      <a:pt x="1" y="506"/>
                      <a:pt x="124" y="1377"/>
                      <a:pt x="124" y="1377"/>
                    </a:cubicBezTo>
                    <a:cubicBezTo>
                      <a:pt x="124" y="1377"/>
                      <a:pt x="903" y="4614"/>
                      <a:pt x="1067" y="4882"/>
                    </a:cubicBezTo>
                    <a:cubicBezTo>
                      <a:pt x="1228" y="5147"/>
                      <a:pt x="4194" y="7547"/>
                      <a:pt x="4194" y="7547"/>
                    </a:cubicBezTo>
                    <a:lnTo>
                      <a:pt x="4635" y="7040"/>
                    </a:lnTo>
                    <a:cubicBezTo>
                      <a:pt x="4635" y="7040"/>
                      <a:pt x="2462" y="4850"/>
                      <a:pt x="2175" y="4330"/>
                    </a:cubicBezTo>
                    <a:cubicBezTo>
                      <a:pt x="2033" y="3093"/>
                      <a:pt x="1626" y="1257"/>
                      <a:pt x="1493" y="1121"/>
                    </a:cubicBezTo>
                    <a:cubicBezTo>
                      <a:pt x="1325" y="944"/>
                      <a:pt x="1066" y="1"/>
                      <a:pt x="908" y="1"/>
                    </a:cubicBez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40"/>
              <p:cNvSpPr/>
              <p:nvPr/>
            </p:nvSpPr>
            <p:spPr>
              <a:xfrm>
                <a:off x="3233875" y="1386050"/>
                <a:ext cx="46475" cy="53650"/>
              </a:xfrm>
              <a:custGeom>
                <a:avLst/>
                <a:gdLst/>
                <a:ahLst/>
                <a:cxnLst/>
                <a:rect l="l" t="t" r="r" b="b"/>
                <a:pathLst>
                  <a:path w="1859" h="2146" extrusionOk="0">
                    <a:moveTo>
                      <a:pt x="1152" y="0"/>
                    </a:moveTo>
                    <a:cubicBezTo>
                      <a:pt x="1152" y="0"/>
                      <a:pt x="364" y="410"/>
                      <a:pt x="184" y="808"/>
                    </a:cubicBezTo>
                    <a:cubicBezTo>
                      <a:pt x="1" y="1202"/>
                      <a:pt x="89" y="2095"/>
                      <a:pt x="89" y="2095"/>
                    </a:cubicBezTo>
                    <a:lnTo>
                      <a:pt x="1859" y="2145"/>
                    </a:lnTo>
                    <a:cubicBezTo>
                      <a:pt x="1856" y="2142"/>
                      <a:pt x="1638" y="312"/>
                      <a:pt x="1152" y="0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40"/>
              <p:cNvSpPr/>
              <p:nvPr/>
            </p:nvSpPr>
            <p:spPr>
              <a:xfrm>
                <a:off x="3236100" y="1438400"/>
                <a:ext cx="44975" cy="8700"/>
              </a:xfrm>
              <a:custGeom>
                <a:avLst/>
                <a:gdLst/>
                <a:ahLst/>
                <a:cxnLst/>
                <a:rect l="l" t="t" r="r" b="b"/>
                <a:pathLst>
                  <a:path w="1799" h="348" extrusionOk="0">
                    <a:moveTo>
                      <a:pt x="0" y="1"/>
                    </a:moveTo>
                    <a:lnTo>
                      <a:pt x="0" y="348"/>
                    </a:lnTo>
                    <a:lnTo>
                      <a:pt x="1798" y="348"/>
                    </a:lnTo>
                    <a:lnTo>
                      <a:pt x="1767" y="4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40"/>
              <p:cNvSpPr/>
              <p:nvPr/>
            </p:nvSpPr>
            <p:spPr>
              <a:xfrm>
                <a:off x="3366775" y="1417975"/>
                <a:ext cx="16425" cy="14950"/>
              </a:xfrm>
              <a:custGeom>
                <a:avLst/>
                <a:gdLst/>
                <a:ahLst/>
                <a:cxnLst/>
                <a:rect l="l" t="t" r="r" b="b"/>
                <a:pathLst>
                  <a:path w="657" h="598" extrusionOk="0">
                    <a:moveTo>
                      <a:pt x="549" y="1"/>
                    </a:moveTo>
                    <a:lnTo>
                      <a:pt x="26" y="329"/>
                    </a:lnTo>
                    <a:lnTo>
                      <a:pt x="1" y="597"/>
                    </a:lnTo>
                    <a:lnTo>
                      <a:pt x="657" y="316"/>
                    </a:lnTo>
                    <a:lnTo>
                      <a:pt x="54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40"/>
              <p:cNvSpPr/>
              <p:nvPr/>
            </p:nvSpPr>
            <p:spPr>
              <a:xfrm>
                <a:off x="3335225" y="1562975"/>
                <a:ext cx="46650" cy="27925"/>
              </a:xfrm>
              <a:custGeom>
                <a:avLst/>
                <a:gdLst/>
                <a:ahLst/>
                <a:cxnLst/>
                <a:rect l="l" t="t" r="r" b="b"/>
                <a:pathLst>
                  <a:path w="1866" h="1117" extrusionOk="0">
                    <a:moveTo>
                      <a:pt x="802" y="1"/>
                    </a:moveTo>
                    <a:cubicBezTo>
                      <a:pt x="665" y="1"/>
                      <a:pt x="534" y="24"/>
                      <a:pt x="534" y="24"/>
                    </a:cubicBezTo>
                    <a:cubicBezTo>
                      <a:pt x="534" y="24"/>
                      <a:pt x="1" y="223"/>
                      <a:pt x="124" y="520"/>
                    </a:cubicBezTo>
                    <a:cubicBezTo>
                      <a:pt x="250" y="813"/>
                      <a:pt x="386" y="905"/>
                      <a:pt x="720" y="1047"/>
                    </a:cubicBezTo>
                    <a:cubicBezTo>
                      <a:pt x="845" y="1100"/>
                      <a:pt x="930" y="1117"/>
                      <a:pt x="987" y="1117"/>
                    </a:cubicBezTo>
                    <a:cubicBezTo>
                      <a:pt x="1084" y="1117"/>
                      <a:pt x="1103" y="1068"/>
                      <a:pt x="1105" y="1056"/>
                    </a:cubicBezTo>
                    <a:cubicBezTo>
                      <a:pt x="1107" y="1041"/>
                      <a:pt x="1020" y="1010"/>
                      <a:pt x="966" y="993"/>
                    </a:cubicBezTo>
                    <a:lnTo>
                      <a:pt x="966" y="993"/>
                    </a:lnTo>
                    <a:cubicBezTo>
                      <a:pt x="992" y="999"/>
                      <a:pt x="1034" y="1008"/>
                      <a:pt x="1102" y="1018"/>
                    </a:cubicBezTo>
                    <a:cubicBezTo>
                      <a:pt x="1123" y="1022"/>
                      <a:pt x="1143" y="1023"/>
                      <a:pt x="1163" y="1023"/>
                    </a:cubicBezTo>
                    <a:cubicBezTo>
                      <a:pt x="1289" y="1023"/>
                      <a:pt x="1369" y="958"/>
                      <a:pt x="1341" y="914"/>
                    </a:cubicBezTo>
                    <a:cubicBezTo>
                      <a:pt x="1310" y="889"/>
                      <a:pt x="1075" y="852"/>
                      <a:pt x="1067" y="851"/>
                    </a:cubicBezTo>
                    <a:lnTo>
                      <a:pt x="1067" y="851"/>
                    </a:lnTo>
                    <a:cubicBezTo>
                      <a:pt x="1073" y="852"/>
                      <a:pt x="1216" y="874"/>
                      <a:pt x="1333" y="874"/>
                    </a:cubicBezTo>
                    <a:cubicBezTo>
                      <a:pt x="1360" y="874"/>
                      <a:pt x="1385" y="873"/>
                      <a:pt x="1408" y="870"/>
                    </a:cubicBezTo>
                    <a:cubicBezTo>
                      <a:pt x="1562" y="851"/>
                      <a:pt x="1641" y="756"/>
                      <a:pt x="1622" y="725"/>
                    </a:cubicBezTo>
                    <a:cubicBezTo>
                      <a:pt x="1619" y="701"/>
                      <a:pt x="1578" y="695"/>
                      <a:pt x="1535" y="695"/>
                    </a:cubicBezTo>
                    <a:cubicBezTo>
                      <a:pt x="1504" y="695"/>
                      <a:pt x="1472" y="698"/>
                      <a:pt x="1452" y="700"/>
                    </a:cubicBezTo>
                    <a:cubicBezTo>
                      <a:pt x="1405" y="700"/>
                      <a:pt x="1234" y="703"/>
                      <a:pt x="1234" y="703"/>
                    </a:cubicBezTo>
                    <a:cubicBezTo>
                      <a:pt x="1865" y="681"/>
                      <a:pt x="1818" y="504"/>
                      <a:pt x="1796" y="460"/>
                    </a:cubicBezTo>
                    <a:lnTo>
                      <a:pt x="1796" y="460"/>
                    </a:lnTo>
                    <a:cubicBezTo>
                      <a:pt x="1796" y="460"/>
                      <a:pt x="1371" y="492"/>
                      <a:pt x="1251" y="492"/>
                    </a:cubicBezTo>
                    <a:cubicBezTo>
                      <a:pt x="1241" y="492"/>
                      <a:pt x="1233" y="492"/>
                      <a:pt x="1228" y="491"/>
                    </a:cubicBezTo>
                    <a:cubicBezTo>
                      <a:pt x="1181" y="488"/>
                      <a:pt x="1001" y="419"/>
                      <a:pt x="922" y="356"/>
                    </a:cubicBezTo>
                    <a:cubicBezTo>
                      <a:pt x="884" y="324"/>
                      <a:pt x="916" y="267"/>
                      <a:pt x="916" y="267"/>
                    </a:cubicBezTo>
                    <a:lnTo>
                      <a:pt x="916" y="267"/>
                    </a:lnTo>
                    <a:cubicBezTo>
                      <a:pt x="1079" y="312"/>
                      <a:pt x="1192" y="329"/>
                      <a:pt x="1267" y="329"/>
                    </a:cubicBezTo>
                    <a:cubicBezTo>
                      <a:pt x="1356" y="329"/>
                      <a:pt x="1392" y="305"/>
                      <a:pt x="1395" y="274"/>
                    </a:cubicBezTo>
                    <a:cubicBezTo>
                      <a:pt x="1401" y="188"/>
                      <a:pt x="1136" y="62"/>
                      <a:pt x="1035" y="40"/>
                    </a:cubicBezTo>
                    <a:cubicBezTo>
                      <a:pt x="976" y="10"/>
                      <a:pt x="888" y="1"/>
                      <a:pt x="802" y="1"/>
                    </a:cubicBez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40"/>
              <p:cNvSpPr/>
              <p:nvPr/>
            </p:nvSpPr>
            <p:spPr>
              <a:xfrm>
                <a:off x="3244600" y="1252375"/>
                <a:ext cx="109900" cy="138425"/>
              </a:xfrm>
              <a:custGeom>
                <a:avLst/>
                <a:gdLst/>
                <a:ahLst/>
                <a:cxnLst/>
                <a:rect l="l" t="t" r="r" b="b"/>
                <a:pathLst>
                  <a:path w="4396" h="5537" extrusionOk="0">
                    <a:moveTo>
                      <a:pt x="2606" y="1"/>
                    </a:moveTo>
                    <a:cubicBezTo>
                      <a:pt x="2576" y="1"/>
                      <a:pt x="2545" y="2"/>
                      <a:pt x="2515" y="3"/>
                    </a:cubicBezTo>
                    <a:cubicBezTo>
                      <a:pt x="2515" y="3"/>
                      <a:pt x="2506" y="2"/>
                      <a:pt x="2488" y="2"/>
                    </a:cubicBezTo>
                    <a:cubicBezTo>
                      <a:pt x="2316" y="2"/>
                      <a:pt x="1380" y="59"/>
                      <a:pt x="726" y="1259"/>
                    </a:cubicBezTo>
                    <a:cubicBezTo>
                      <a:pt x="1" y="2587"/>
                      <a:pt x="843" y="4924"/>
                      <a:pt x="370" y="5505"/>
                    </a:cubicBezTo>
                    <a:cubicBezTo>
                      <a:pt x="370" y="5505"/>
                      <a:pt x="538" y="5537"/>
                      <a:pt x="773" y="5537"/>
                    </a:cubicBezTo>
                    <a:cubicBezTo>
                      <a:pt x="1235" y="5537"/>
                      <a:pt x="1955" y="5414"/>
                      <a:pt x="2174" y="4685"/>
                    </a:cubicBezTo>
                    <a:cubicBezTo>
                      <a:pt x="2357" y="3991"/>
                      <a:pt x="1641" y="2965"/>
                      <a:pt x="1805" y="2196"/>
                    </a:cubicBezTo>
                    <a:cubicBezTo>
                      <a:pt x="1952" y="1498"/>
                      <a:pt x="2341" y="1467"/>
                      <a:pt x="2410" y="1467"/>
                    </a:cubicBezTo>
                    <a:cubicBezTo>
                      <a:pt x="2417" y="1467"/>
                      <a:pt x="2421" y="1467"/>
                      <a:pt x="2421" y="1467"/>
                    </a:cubicBezTo>
                    <a:lnTo>
                      <a:pt x="3673" y="1293"/>
                    </a:lnTo>
                    <a:lnTo>
                      <a:pt x="3938" y="1546"/>
                    </a:lnTo>
                    <a:cubicBezTo>
                      <a:pt x="3938" y="1546"/>
                      <a:pt x="4395" y="1366"/>
                      <a:pt x="3951" y="691"/>
                    </a:cubicBezTo>
                    <a:cubicBezTo>
                      <a:pt x="3629" y="200"/>
                      <a:pt x="3106" y="1"/>
                      <a:pt x="2606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40"/>
              <p:cNvSpPr/>
              <p:nvPr/>
            </p:nvSpPr>
            <p:spPr>
              <a:xfrm>
                <a:off x="3273625" y="1306475"/>
                <a:ext cx="16275" cy="5925"/>
              </a:xfrm>
              <a:custGeom>
                <a:avLst/>
                <a:gdLst/>
                <a:ahLst/>
                <a:cxnLst/>
                <a:rect l="l" t="t" r="r" b="b"/>
                <a:pathLst>
                  <a:path w="651" h="237" extrusionOk="0">
                    <a:moveTo>
                      <a:pt x="32" y="0"/>
                    </a:moveTo>
                    <a:lnTo>
                      <a:pt x="1" y="192"/>
                    </a:lnTo>
                    <a:lnTo>
                      <a:pt x="648" y="237"/>
                    </a:lnTo>
                    <a:lnTo>
                      <a:pt x="651" y="114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Google Shape;1298;p40"/>
              <p:cNvSpPr/>
              <p:nvPr/>
            </p:nvSpPr>
            <p:spPr>
              <a:xfrm>
                <a:off x="3274575" y="1298725"/>
                <a:ext cx="16425" cy="8150"/>
              </a:xfrm>
              <a:custGeom>
                <a:avLst/>
                <a:gdLst/>
                <a:ahLst/>
                <a:cxnLst/>
                <a:rect l="l" t="t" r="r" b="b"/>
                <a:pathLst>
                  <a:path w="657" h="326" extrusionOk="0">
                    <a:moveTo>
                      <a:pt x="61" y="1"/>
                    </a:moveTo>
                    <a:lnTo>
                      <a:pt x="1" y="184"/>
                    </a:lnTo>
                    <a:lnTo>
                      <a:pt x="632" y="326"/>
                    </a:lnTo>
                    <a:lnTo>
                      <a:pt x="657" y="209"/>
                    </a:lnTo>
                    <a:lnTo>
                      <a:pt x="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Google Shape;1299;p40"/>
              <p:cNvSpPr/>
              <p:nvPr/>
            </p:nvSpPr>
            <p:spPr>
              <a:xfrm>
                <a:off x="3343975" y="1818550"/>
                <a:ext cx="7930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172" h="1143" extrusionOk="0">
                    <a:moveTo>
                      <a:pt x="1193" y="1"/>
                    </a:moveTo>
                    <a:cubicBezTo>
                      <a:pt x="1193" y="1"/>
                      <a:pt x="1055" y="278"/>
                      <a:pt x="796" y="376"/>
                    </a:cubicBezTo>
                    <a:cubicBezTo>
                      <a:pt x="675" y="433"/>
                      <a:pt x="528" y="449"/>
                      <a:pt x="402" y="449"/>
                    </a:cubicBezTo>
                    <a:cubicBezTo>
                      <a:pt x="252" y="449"/>
                      <a:pt x="133" y="427"/>
                      <a:pt x="133" y="427"/>
                    </a:cubicBezTo>
                    <a:lnTo>
                      <a:pt x="1" y="1143"/>
                    </a:lnTo>
                    <a:lnTo>
                      <a:pt x="3077" y="1143"/>
                    </a:lnTo>
                    <a:cubicBezTo>
                      <a:pt x="3171" y="818"/>
                      <a:pt x="2660" y="644"/>
                      <a:pt x="2203" y="446"/>
                    </a:cubicBezTo>
                    <a:lnTo>
                      <a:pt x="2200" y="446"/>
                    </a:lnTo>
                    <a:cubicBezTo>
                      <a:pt x="1698" y="234"/>
                      <a:pt x="1193" y="1"/>
                      <a:pt x="1193" y="1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40"/>
              <p:cNvSpPr/>
              <p:nvPr/>
            </p:nvSpPr>
            <p:spPr>
              <a:xfrm>
                <a:off x="3391225" y="1829600"/>
                <a:ext cx="32050" cy="17525"/>
              </a:xfrm>
              <a:custGeom>
                <a:avLst/>
                <a:gdLst/>
                <a:ahLst/>
                <a:cxnLst/>
                <a:rect l="l" t="t" r="r" b="b"/>
                <a:pathLst>
                  <a:path w="1282" h="701" extrusionOk="0">
                    <a:moveTo>
                      <a:pt x="310" y="0"/>
                    </a:moveTo>
                    <a:cubicBezTo>
                      <a:pt x="67" y="269"/>
                      <a:pt x="1" y="660"/>
                      <a:pt x="1" y="660"/>
                    </a:cubicBezTo>
                    <a:lnTo>
                      <a:pt x="51" y="701"/>
                    </a:lnTo>
                    <a:lnTo>
                      <a:pt x="1187" y="701"/>
                    </a:lnTo>
                    <a:cubicBezTo>
                      <a:pt x="1281" y="376"/>
                      <a:pt x="770" y="202"/>
                      <a:pt x="313" y="0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40"/>
              <p:cNvSpPr/>
              <p:nvPr/>
            </p:nvSpPr>
            <p:spPr>
              <a:xfrm>
                <a:off x="3343975" y="1829200"/>
                <a:ext cx="14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598" h="717" extrusionOk="0">
                    <a:moveTo>
                      <a:pt x="133" y="1"/>
                    </a:moveTo>
                    <a:lnTo>
                      <a:pt x="1" y="717"/>
                    </a:lnTo>
                    <a:lnTo>
                      <a:pt x="597" y="717"/>
                    </a:lnTo>
                    <a:cubicBezTo>
                      <a:pt x="575" y="338"/>
                      <a:pt x="301" y="108"/>
                      <a:pt x="133" y="1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40"/>
              <p:cNvSpPr/>
              <p:nvPr/>
            </p:nvSpPr>
            <p:spPr>
              <a:xfrm>
                <a:off x="3343975" y="1846000"/>
                <a:ext cx="77175" cy="7350"/>
              </a:xfrm>
              <a:custGeom>
                <a:avLst/>
                <a:gdLst/>
                <a:ahLst/>
                <a:cxnLst/>
                <a:rect l="l" t="t" r="r" b="b"/>
                <a:pathLst>
                  <a:path w="3087" h="294" extrusionOk="0">
                    <a:moveTo>
                      <a:pt x="1" y="1"/>
                    </a:moveTo>
                    <a:lnTo>
                      <a:pt x="1" y="294"/>
                    </a:lnTo>
                    <a:lnTo>
                      <a:pt x="3086" y="294"/>
                    </a:lnTo>
                    <a:lnTo>
                      <a:pt x="308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40"/>
              <p:cNvSpPr/>
              <p:nvPr/>
            </p:nvSpPr>
            <p:spPr>
              <a:xfrm>
                <a:off x="3172200" y="1774950"/>
                <a:ext cx="50200" cy="71550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2862" extrusionOk="0">
                    <a:moveTo>
                      <a:pt x="673" y="0"/>
                    </a:moveTo>
                    <a:lnTo>
                      <a:pt x="1" y="284"/>
                    </a:lnTo>
                    <a:lnTo>
                      <a:pt x="1679" y="2861"/>
                    </a:lnTo>
                    <a:cubicBezTo>
                      <a:pt x="2007" y="2757"/>
                      <a:pt x="1872" y="2234"/>
                      <a:pt x="1780" y="1745"/>
                    </a:cubicBezTo>
                    <a:lnTo>
                      <a:pt x="1780" y="1742"/>
                    </a:lnTo>
                    <a:cubicBezTo>
                      <a:pt x="1685" y="1208"/>
                      <a:pt x="1603" y="656"/>
                      <a:pt x="1603" y="656"/>
                    </a:cubicBezTo>
                    <a:cubicBezTo>
                      <a:pt x="1603" y="656"/>
                      <a:pt x="1574" y="660"/>
                      <a:pt x="1526" y="660"/>
                    </a:cubicBezTo>
                    <a:cubicBezTo>
                      <a:pt x="1421" y="660"/>
                      <a:pt x="1229" y="642"/>
                      <a:pt x="1077" y="527"/>
                    </a:cubicBezTo>
                    <a:cubicBezTo>
                      <a:pt x="827" y="376"/>
                      <a:pt x="673" y="0"/>
                      <a:pt x="673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40"/>
              <p:cNvSpPr/>
              <p:nvPr/>
            </p:nvSpPr>
            <p:spPr>
              <a:xfrm>
                <a:off x="3198700" y="1818175"/>
                <a:ext cx="23700" cy="28325"/>
              </a:xfrm>
              <a:custGeom>
                <a:avLst/>
                <a:gdLst/>
                <a:ahLst/>
                <a:cxnLst/>
                <a:rect l="l" t="t" r="r" b="b"/>
                <a:pathLst>
                  <a:path w="948" h="1133" extrusionOk="0">
                    <a:moveTo>
                      <a:pt x="559" y="0"/>
                    </a:moveTo>
                    <a:cubicBezTo>
                      <a:pt x="265" y="0"/>
                      <a:pt x="4" y="113"/>
                      <a:pt x="4" y="113"/>
                    </a:cubicBezTo>
                    <a:lnTo>
                      <a:pt x="1" y="180"/>
                    </a:lnTo>
                    <a:lnTo>
                      <a:pt x="619" y="1132"/>
                    </a:lnTo>
                    <a:cubicBezTo>
                      <a:pt x="947" y="1028"/>
                      <a:pt x="812" y="505"/>
                      <a:pt x="720" y="16"/>
                    </a:cubicBezTo>
                    <a:lnTo>
                      <a:pt x="720" y="13"/>
                    </a:lnTo>
                    <a:cubicBezTo>
                      <a:pt x="666" y="4"/>
                      <a:pt x="612" y="0"/>
                      <a:pt x="559" y="0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40"/>
              <p:cNvSpPr/>
              <p:nvPr/>
            </p:nvSpPr>
            <p:spPr>
              <a:xfrm>
                <a:off x="3172300" y="1774950"/>
                <a:ext cx="16900" cy="19575"/>
              </a:xfrm>
              <a:custGeom>
                <a:avLst/>
                <a:gdLst/>
                <a:ahLst/>
                <a:cxnLst/>
                <a:rect l="l" t="t" r="r" b="b"/>
                <a:pathLst>
                  <a:path w="676" h="783" extrusionOk="0">
                    <a:moveTo>
                      <a:pt x="675" y="0"/>
                    </a:moveTo>
                    <a:lnTo>
                      <a:pt x="0" y="284"/>
                    </a:lnTo>
                    <a:lnTo>
                      <a:pt x="322" y="783"/>
                    </a:lnTo>
                    <a:cubicBezTo>
                      <a:pt x="628" y="552"/>
                      <a:pt x="669" y="199"/>
                      <a:pt x="675" y="0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40"/>
              <p:cNvSpPr/>
              <p:nvPr/>
            </p:nvSpPr>
            <p:spPr>
              <a:xfrm>
                <a:off x="3167000" y="1781475"/>
                <a:ext cx="48300" cy="68575"/>
              </a:xfrm>
              <a:custGeom>
                <a:avLst/>
                <a:gdLst/>
                <a:ahLst/>
                <a:cxnLst/>
                <a:rect l="l" t="t" r="r" b="b"/>
                <a:pathLst>
                  <a:path w="1932" h="2743" extrusionOk="0">
                    <a:moveTo>
                      <a:pt x="247" y="1"/>
                    </a:moveTo>
                    <a:lnTo>
                      <a:pt x="1" y="159"/>
                    </a:lnTo>
                    <a:lnTo>
                      <a:pt x="1685" y="2742"/>
                    </a:lnTo>
                    <a:lnTo>
                      <a:pt x="1931" y="2582"/>
                    </a:lnTo>
                    <a:lnTo>
                      <a:pt x="24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Google Shape;1307;p40"/>
              <p:cNvSpPr/>
              <p:nvPr/>
            </p:nvSpPr>
            <p:spPr>
              <a:xfrm>
                <a:off x="3325850" y="1443625"/>
                <a:ext cx="95850" cy="33550"/>
              </a:xfrm>
              <a:custGeom>
                <a:avLst/>
                <a:gdLst/>
                <a:ahLst/>
                <a:cxnLst/>
                <a:rect l="l" t="t" r="r" b="b"/>
                <a:pathLst>
                  <a:path w="3834" h="1342" extrusionOk="0">
                    <a:moveTo>
                      <a:pt x="3833" y="0"/>
                    </a:moveTo>
                    <a:cubicBezTo>
                      <a:pt x="3833" y="0"/>
                      <a:pt x="3108" y="16"/>
                      <a:pt x="2199" y="123"/>
                    </a:cubicBezTo>
                    <a:cubicBezTo>
                      <a:pt x="1287" y="227"/>
                      <a:pt x="171" y="653"/>
                      <a:pt x="89" y="836"/>
                    </a:cubicBezTo>
                    <a:cubicBezTo>
                      <a:pt x="8" y="1005"/>
                      <a:pt x="1" y="1342"/>
                      <a:pt x="767" y="1342"/>
                    </a:cubicBezTo>
                    <a:cubicBezTo>
                      <a:pt x="844" y="1342"/>
                      <a:pt x="927" y="1339"/>
                      <a:pt x="1019" y="1331"/>
                    </a:cubicBezTo>
                    <a:cubicBezTo>
                      <a:pt x="2035" y="1259"/>
                      <a:pt x="3685" y="158"/>
                      <a:pt x="3685" y="158"/>
                    </a:cubicBezTo>
                    <a:lnTo>
                      <a:pt x="3833" y="0"/>
                    </a:ln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Google Shape;1308;p40"/>
              <p:cNvSpPr/>
              <p:nvPr/>
            </p:nvSpPr>
            <p:spPr>
              <a:xfrm>
                <a:off x="3343375" y="1443275"/>
                <a:ext cx="92800" cy="33675"/>
              </a:xfrm>
              <a:custGeom>
                <a:avLst/>
                <a:gdLst/>
                <a:ahLst/>
                <a:cxnLst/>
                <a:rect l="l" t="t" r="r" b="b"/>
                <a:pathLst>
                  <a:path w="3712" h="1347" extrusionOk="0">
                    <a:moveTo>
                      <a:pt x="3078" y="1"/>
                    </a:moveTo>
                    <a:cubicBezTo>
                      <a:pt x="2683" y="1"/>
                      <a:pt x="384" y="668"/>
                      <a:pt x="195" y="853"/>
                    </a:cubicBezTo>
                    <a:cubicBezTo>
                      <a:pt x="0" y="1048"/>
                      <a:pt x="105" y="1347"/>
                      <a:pt x="338" y="1347"/>
                    </a:cubicBezTo>
                    <a:cubicBezTo>
                      <a:pt x="346" y="1347"/>
                      <a:pt x="354" y="1346"/>
                      <a:pt x="362" y="1345"/>
                    </a:cubicBezTo>
                    <a:cubicBezTo>
                      <a:pt x="608" y="1326"/>
                      <a:pt x="3315" y="1008"/>
                      <a:pt x="3523" y="872"/>
                    </a:cubicBezTo>
                    <a:cubicBezTo>
                      <a:pt x="3711" y="741"/>
                      <a:pt x="3595" y="469"/>
                      <a:pt x="3411" y="469"/>
                    </a:cubicBezTo>
                    <a:cubicBezTo>
                      <a:pt x="3400" y="469"/>
                      <a:pt x="3389" y="470"/>
                      <a:pt x="3378" y="472"/>
                    </a:cubicBezTo>
                    <a:lnTo>
                      <a:pt x="3217" y="475"/>
                    </a:lnTo>
                    <a:cubicBezTo>
                      <a:pt x="3148" y="478"/>
                      <a:pt x="3094" y="478"/>
                      <a:pt x="3094" y="478"/>
                    </a:cubicBezTo>
                    <a:cubicBezTo>
                      <a:pt x="3094" y="478"/>
                      <a:pt x="3129" y="399"/>
                      <a:pt x="3154" y="304"/>
                    </a:cubicBezTo>
                    <a:cubicBezTo>
                      <a:pt x="3180" y="194"/>
                      <a:pt x="3192" y="65"/>
                      <a:pt x="3132" y="11"/>
                    </a:cubicBezTo>
                    <a:cubicBezTo>
                      <a:pt x="3125" y="4"/>
                      <a:pt x="3106" y="1"/>
                      <a:pt x="3078" y="1"/>
                    </a:cubicBez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40"/>
              <p:cNvSpPr/>
              <p:nvPr/>
            </p:nvSpPr>
            <p:spPr>
              <a:xfrm>
                <a:off x="3358975" y="1450950"/>
                <a:ext cx="64775" cy="18025"/>
              </a:xfrm>
              <a:custGeom>
                <a:avLst/>
                <a:gdLst/>
                <a:ahLst/>
                <a:cxnLst/>
                <a:rect l="l" t="t" r="r" b="b"/>
                <a:pathLst>
                  <a:path w="2591" h="721" extrusionOk="0">
                    <a:moveTo>
                      <a:pt x="2524" y="0"/>
                    </a:moveTo>
                    <a:cubicBezTo>
                      <a:pt x="2524" y="1"/>
                      <a:pt x="0" y="496"/>
                      <a:pt x="57" y="701"/>
                    </a:cubicBezTo>
                    <a:cubicBezTo>
                      <a:pt x="58" y="714"/>
                      <a:pt x="81" y="720"/>
                      <a:pt x="123" y="720"/>
                    </a:cubicBezTo>
                    <a:cubicBezTo>
                      <a:pt x="521" y="720"/>
                      <a:pt x="2590" y="168"/>
                      <a:pt x="2590" y="168"/>
                    </a:cubicBezTo>
                    <a:lnTo>
                      <a:pt x="2590" y="168"/>
                    </a:lnTo>
                    <a:cubicBezTo>
                      <a:pt x="2524" y="171"/>
                      <a:pt x="2464" y="174"/>
                      <a:pt x="2464" y="174"/>
                    </a:cubicBezTo>
                    <a:cubicBezTo>
                      <a:pt x="2464" y="174"/>
                      <a:pt x="2502" y="95"/>
                      <a:pt x="2524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40"/>
              <p:cNvSpPr/>
              <p:nvPr/>
            </p:nvSpPr>
            <p:spPr>
              <a:xfrm>
                <a:off x="3337900" y="1430725"/>
                <a:ext cx="86400" cy="25150"/>
              </a:xfrm>
              <a:custGeom>
                <a:avLst/>
                <a:gdLst/>
                <a:ahLst/>
                <a:cxnLst/>
                <a:rect l="l" t="t" r="r" b="b"/>
                <a:pathLst>
                  <a:path w="3456" h="1006" extrusionOk="0">
                    <a:moveTo>
                      <a:pt x="2742" y="0"/>
                    </a:moveTo>
                    <a:cubicBezTo>
                      <a:pt x="2527" y="0"/>
                      <a:pt x="2277" y="4"/>
                      <a:pt x="2007" y="14"/>
                    </a:cubicBezTo>
                    <a:cubicBezTo>
                      <a:pt x="1200" y="46"/>
                      <a:pt x="193" y="346"/>
                      <a:pt x="108" y="503"/>
                    </a:cubicBezTo>
                    <a:cubicBezTo>
                      <a:pt x="20" y="661"/>
                      <a:pt x="1" y="1005"/>
                      <a:pt x="900" y="1005"/>
                    </a:cubicBezTo>
                    <a:cubicBezTo>
                      <a:pt x="1799" y="1005"/>
                      <a:pt x="3313" y="147"/>
                      <a:pt x="3313" y="147"/>
                    </a:cubicBezTo>
                    <a:lnTo>
                      <a:pt x="3455" y="14"/>
                    </a:lnTo>
                    <a:cubicBezTo>
                      <a:pt x="3455" y="14"/>
                      <a:pt x="3171" y="0"/>
                      <a:pt x="2742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40"/>
              <p:cNvSpPr/>
              <p:nvPr/>
            </p:nvSpPr>
            <p:spPr>
              <a:xfrm>
                <a:off x="3353800" y="1430825"/>
                <a:ext cx="8207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3283" h="1005" extrusionOk="0">
                    <a:moveTo>
                      <a:pt x="2742" y="1"/>
                    </a:moveTo>
                    <a:cubicBezTo>
                      <a:pt x="2319" y="1"/>
                      <a:pt x="357" y="413"/>
                      <a:pt x="185" y="563"/>
                    </a:cubicBezTo>
                    <a:cubicBezTo>
                      <a:pt x="0" y="726"/>
                      <a:pt x="80" y="1004"/>
                      <a:pt x="295" y="1004"/>
                    </a:cubicBezTo>
                    <a:cubicBezTo>
                      <a:pt x="296" y="1004"/>
                      <a:pt x="298" y="1004"/>
                      <a:pt x="299" y="1004"/>
                    </a:cubicBezTo>
                    <a:cubicBezTo>
                      <a:pt x="516" y="1001"/>
                      <a:pt x="2914" y="897"/>
                      <a:pt x="3106" y="796"/>
                    </a:cubicBezTo>
                    <a:cubicBezTo>
                      <a:pt x="3282" y="687"/>
                      <a:pt x="3193" y="435"/>
                      <a:pt x="3026" y="435"/>
                    </a:cubicBezTo>
                    <a:cubicBezTo>
                      <a:pt x="3019" y="435"/>
                      <a:pt x="3013" y="436"/>
                      <a:pt x="3005" y="436"/>
                    </a:cubicBezTo>
                    <a:lnTo>
                      <a:pt x="2864" y="430"/>
                    </a:lnTo>
                    <a:cubicBezTo>
                      <a:pt x="2800" y="430"/>
                      <a:pt x="2753" y="424"/>
                      <a:pt x="2753" y="424"/>
                    </a:cubicBezTo>
                    <a:cubicBezTo>
                      <a:pt x="2753" y="424"/>
                      <a:pt x="2788" y="358"/>
                      <a:pt x="2816" y="275"/>
                    </a:cubicBezTo>
                    <a:cubicBezTo>
                      <a:pt x="2848" y="181"/>
                      <a:pt x="2867" y="70"/>
                      <a:pt x="2819" y="14"/>
                    </a:cubicBezTo>
                    <a:cubicBezTo>
                      <a:pt x="2811" y="5"/>
                      <a:pt x="2784" y="1"/>
                      <a:pt x="2742" y="1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40"/>
              <p:cNvSpPr/>
              <p:nvPr/>
            </p:nvSpPr>
            <p:spPr>
              <a:xfrm>
                <a:off x="3368675" y="1437625"/>
                <a:ext cx="56725" cy="12525"/>
              </a:xfrm>
              <a:custGeom>
                <a:avLst/>
                <a:gdLst/>
                <a:ahLst/>
                <a:cxnLst/>
                <a:rect l="l" t="t" r="r" b="b"/>
                <a:pathLst>
                  <a:path w="2269" h="501" extrusionOk="0">
                    <a:moveTo>
                      <a:pt x="2221" y="0"/>
                    </a:moveTo>
                    <a:cubicBezTo>
                      <a:pt x="2221" y="0"/>
                      <a:pt x="0" y="284"/>
                      <a:pt x="3" y="451"/>
                    </a:cubicBezTo>
                    <a:cubicBezTo>
                      <a:pt x="11" y="486"/>
                      <a:pt x="80" y="500"/>
                      <a:pt x="191" y="500"/>
                    </a:cubicBezTo>
                    <a:cubicBezTo>
                      <a:pt x="734" y="500"/>
                      <a:pt x="2269" y="152"/>
                      <a:pt x="2269" y="152"/>
                    </a:cubicBezTo>
                    <a:cubicBezTo>
                      <a:pt x="2209" y="149"/>
                      <a:pt x="2158" y="149"/>
                      <a:pt x="2158" y="149"/>
                    </a:cubicBezTo>
                    <a:cubicBezTo>
                      <a:pt x="2158" y="149"/>
                      <a:pt x="2193" y="82"/>
                      <a:pt x="2221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13" name="Google Shape;1313;p40"/>
            <p:cNvGrpSpPr/>
            <p:nvPr/>
          </p:nvGrpSpPr>
          <p:grpSpPr>
            <a:xfrm>
              <a:off x="1536984" y="1080254"/>
              <a:ext cx="926082" cy="2885948"/>
              <a:chOff x="4972600" y="2060300"/>
              <a:chExt cx="193575" cy="603250"/>
            </a:xfrm>
          </p:grpSpPr>
          <p:sp>
            <p:nvSpPr>
              <p:cNvPr id="1314" name="Google Shape;1314;p40"/>
              <p:cNvSpPr/>
              <p:nvPr/>
            </p:nvSpPr>
            <p:spPr>
              <a:xfrm>
                <a:off x="4972600" y="2611500"/>
                <a:ext cx="50675" cy="52050"/>
              </a:xfrm>
              <a:custGeom>
                <a:avLst/>
                <a:gdLst/>
                <a:ahLst/>
                <a:cxnLst/>
                <a:rect l="l" t="t" r="r" b="b"/>
                <a:pathLst>
                  <a:path w="2027" h="2082" extrusionOk="0">
                    <a:moveTo>
                      <a:pt x="537" y="0"/>
                    </a:moveTo>
                    <a:cubicBezTo>
                      <a:pt x="537" y="0"/>
                      <a:pt x="190" y="1193"/>
                      <a:pt x="95" y="1414"/>
                    </a:cubicBezTo>
                    <a:cubicBezTo>
                      <a:pt x="1" y="1635"/>
                      <a:pt x="10" y="1934"/>
                      <a:pt x="159" y="2023"/>
                    </a:cubicBezTo>
                    <a:cubicBezTo>
                      <a:pt x="238" y="2067"/>
                      <a:pt x="593" y="2081"/>
                      <a:pt x="940" y="2081"/>
                    </a:cubicBezTo>
                    <a:cubicBezTo>
                      <a:pt x="1257" y="2081"/>
                      <a:pt x="1566" y="2069"/>
                      <a:pt x="1648" y="2057"/>
                    </a:cubicBezTo>
                    <a:cubicBezTo>
                      <a:pt x="1818" y="2038"/>
                      <a:pt x="2026" y="2023"/>
                      <a:pt x="1973" y="1688"/>
                    </a:cubicBezTo>
                    <a:cubicBezTo>
                      <a:pt x="1922" y="1351"/>
                      <a:pt x="1884" y="142"/>
                      <a:pt x="1872" y="82"/>
                    </a:cubicBezTo>
                    <a:cubicBezTo>
                      <a:pt x="1859" y="19"/>
                      <a:pt x="537" y="0"/>
                      <a:pt x="537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40"/>
              <p:cNvSpPr/>
              <p:nvPr/>
            </p:nvSpPr>
            <p:spPr>
              <a:xfrm>
                <a:off x="5058575" y="2612525"/>
                <a:ext cx="31100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001" extrusionOk="0">
                    <a:moveTo>
                      <a:pt x="0" y="0"/>
                    </a:moveTo>
                    <a:lnTo>
                      <a:pt x="0" y="1000"/>
                    </a:lnTo>
                    <a:lnTo>
                      <a:pt x="1243" y="1000"/>
                    </a:lnTo>
                    <a:lnTo>
                      <a:pt x="1174" y="0"/>
                    </a:lnTo>
                    <a:close/>
                  </a:path>
                </a:pathLst>
              </a:custGeom>
              <a:solidFill>
                <a:srgbClr val="CC7B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40"/>
              <p:cNvSpPr/>
              <p:nvPr/>
            </p:nvSpPr>
            <p:spPr>
              <a:xfrm>
                <a:off x="5055250" y="2619150"/>
                <a:ext cx="90650" cy="39800"/>
              </a:xfrm>
              <a:custGeom>
                <a:avLst/>
                <a:gdLst/>
                <a:ahLst/>
                <a:cxnLst/>
                <a:rect l="l" t="t" r="r" b="b"/>
                <a:pathLst>
                  <a:path w="3626" h="1592" extrusionOk="0">
                    <a:moveTo>
                      <a:pt x="1361" y="0"/>
                    </a:moveTo>
                    <a:cubicBezTo>
                      <a:pt x="1301" y="0"/>
                      <a:pt x="1223" y="9"/>
                      <a:pt x="1121" y="35"/>
                    </a:cubicBezTo>
                    <a:cubicBezTo>
                      <a:pt x="818" y="114"/>
                      <a:pt x="818" y="411"/>
                      <a:pt x="645" y="480"/>
                    </a:cubicBezTo>
                    <a:cubicBezTo>
                      <a:pt x="612" y="494"/>
                      <a:pt x="571" y="499"/>
                      <a:pt x="525" y="499"/>
                    </a:cubicBezTo>
                    <a:cubicBezTo>
                      <a:pt x="329" y="499"/>
                      <a:pt x="51" y="398"/>
                      <a:pt x="51" y="398"/>
                    </a:cubicBezTo>
                    <a:cubicBezTo>
                      <a:pt x="51" y="398"/>
                      <a:pt x="23" y="717"/>
                      <a:pt x="14" y="966"/>
                    </a:cubicBezTo>
                    <a:cubicBezTo>
                      <a:pt x="7" y="1007"/>
                      <a:pt x="7" y="1041"/>
                      <a:pt x="7" y="1076"/>
                    </a:cubicBezTo>
                    <a:cubicBezTo>
                      <a:pt x="1" y="1325"/>
                      <a:pt x="165" y="1429"/>
                      <a:pt x="320" y="1496"/>
                    </a:cubicBezTo>
                    <a:cubicBezTo>
                      <a:pt x="474" y="1562"/>
                      <a:pt x="3165" y="1587"/>
                      <a:pt x="3279" y="1590"/>
                    </a:cubicBezTo>
                    <a:cubicBezTo>
                      <a:pt x="3291" y="1591"/>
                      <a:pt x="3305" y="1591"/>
                      <a:pt x="3320" y="1591"/>
                    </a:cubicBezTo>
                    <a:cubicBezTo>
                      <a:pt x="3392" y="1591"/>
                      <a:pt x="3487" y="1579"/>
                      <a:pt x="3547" y="1493"/>
                    </a:cubicBezTo>
                    <a:cubicBezTo>
                      <a:pt x="3578" y="1445"/>
                      <a:pt x="3601" y="1382"/>
                      <a:pt x="3604" y="1291"/>
                    </a:cubicBezTo>
                    <a:cubicBezTo>
                      <a:pt x="3626" y="982"/>
                      <a:pt x="3083" y="802"/>
                      <a:pt x="2588" y="590"/>
                    </a:cubicBezTo>
                    <a:cubicBezTo>
                      <a:pt x="2089" y="382"/>
                      <a:pt x="1522" y="35"/>
                      <a:pt x="1522" y="35"/>
                    </a:cubicBezTo>
                    <a:cubicBezTo>
                      <a:pt x="1522" y="35"/>
                      <a:pt x="1479" y="0"/>
                      <a:pt x="1361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40"/>
              <p:cNvSpPr/>
              <p:nvPr/>
            </p:nvSpPr>
            <p:spPr>
              <a:xfrm>
                <a:off x="5055250" y="2643275"/>
                <a:ext cx="88675" cy="15675"/>
              </a:xfrm>
              <a:custGeom>
                <a:avLst/>
                <a:gdLst/>
                <a:ahLst/>
                <a:cxnLst/>
                <a:rect l="l" t="t" r="r" b="b"/>
                <a:pathLst>
                  <a:path w="3547" h="627" extrusionOk="0">
                    <a:moveTo>
                      <a:pt x="14" y="1"/>
                    </a:moveTo>
                    <a:cubicBezTo>
                      <a:pt x="7" y="42"/>
                      <a:pt x="7" y="76"/>
                      <a:pt x="7" y="111"/>
                    </a:cubicBezTo>
                    <a:cubicBezTo>
                      <a:pt x="1" y="360"/>
                      <a:pt x="165" y="464"/>
                      <a:pt x="320" y="531"/>
                    </a:cubicBezTo>
                    <a:cubicBezTo>
                      <a:pt x="474" y="597"/>
                      <a:pt x="3165" y="622"/>
                      <a:pt x="3279" y="625"/>
                    </a:cubicBezTo>
                    <a:cubicBezTo>
                      <a:pt x="3291" y="626"/>
                      <a:pt x="3305" y="626"/>
                      <a:pt x="3320" y="626"/>
                    </a:cubicBezTo>
                    <a:cubicBezTo>
                      <a:pt x="3392" y="626"/>
                      <a:pt x="3487" y="614"/>
                      <a:pt x="3547" y="528"/>
                    </a:cubicBezTo>
                    <a:cubicBezTo>
                      <a:pt x="2910" y="512"/>
                      <a:pt x="604" y="455"/>
                      <a:pt x="465" y="278"/>
                    </a:cubicBezTo>
                    <a:cubicBezTo>
                      <a:pt x="348" y="133"/>
                      <a:pt x="143" y="42"/>
                      <a:pt x="14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40"/>
              <p:cNvSpPr/>
              <p:nvPr/>
            </p:nvSpPr>
            <p:spPr>
              <a:xfrm>
                <a:off x="4981925" y="2322450"/>
                <a:ext cx="127375" cy="297200"/>
              </a:xfrm>
              <a:custGeom>
                <a:avLst/>
                <a:gdLst/>
                <a:ahLst/>
                <a:cxnLst/>
                <a:rect l="l" t="t" r="r" b="b"/>
                <a:pathLst>
                  <a:path w="5095" h="11888" extrusionOk="0">
                    <a:moveTo>
                      <a:pt x="4628" y="0"/>
                    </a:moveTo>
                    <a:lnTo>
                      <a:pt x="4628" y="0"/>
                    </a:lnTo>
                    <a:cubicBezTo>
                      <a:pt x="4628" y="0"/>
                      <a:pt x="4628" y="0"/>
                      <a:pt x="4628" y="0"/>
                    </a:cubicBezTo>
                    <a:lnTo>
                      <a:pt x="4628" y="0"/>
                    </a:lnTo>
                    <a:cubicBezTo>
                      <a:pt x="4628" y="0"/>
                      <a:pt x="4628" y="0"/>
                      <a:pt x="4628" y="0"/>
                    </a:cubicBezTo>
                    <a:close/>
                    <a:moveTo>
                      <a:pt x="4628" y="0"/>
                    </a:moveTo>
                    <a:cubicBezTo>
                      <a:pt x="4626" y="5"/>
                      <a:pt x="3973" y="240"/>
                      <a:pt x="2751" y="240"/>
                    </a:cubicBezTo>
                    <a:cubicBezTo>
                      <a:pt x="2139" y="240"/>
                      <a:pt x="1383" y="181"/>
                      <a:pt x="495" y="3"/>
                    </a:cubicBezTo>
                    <a:lnTo>
                      <a:pt x="495" y="3"/>
                    </a:lnTo>
                    <a:cubicBezTo>
                      <a:pt x="495" y="4"/>
                      <a:pt x="618" y="1855"/>
                      <a:pt x="606" y="2436"/>
                    </a:cubicBezTo>
                    <a:cubicBezTo>
                      <a:pt x="599" y="3013"/>
                      <a:pt x="0" y="11127"/>
                      <a:pt x="47" y="11433"/>
                    </a:cubicBezTo>
                    <a:cubicBezTo>
                      <a:pt x="86" y="11685"/>
                      <a:pt x="495" y="11751"/>
                      <a:pt x="934" y="11751"/>
                    </a:cubicBezTo>
                    <a:cubicBezTo>
                      <a:pt x="1032" y="11751"/>
                      <a:pt x="1133" y="11747"/>
                      <a:pt x="1230" y="11742"/>
                    </a:cubicBezTo>
                    <a:cubicBezTo>
                      <a:pt x="1764" y="11714"/>
                      <a:pt x="1669" y="11484"/>
                      <a:pt x="1669" y="11427"/>
                    </a:cubicBezTo>
                    <a:cubicBezTo>
                      <a:pt x="1669" y="11373"/>
                      <a:pt x="3082" y="4113"/>
                      <a:pt x="3082" y="4111"/>
                    </a:cubicBezTo>
                    <a:lnTo>
                      <a:pt x="3082" y="4111"/>
                    </a:lnTo>
                    <a:cubicBezTo>
                      <a:pt x="3082" y="4112"/>
                      <a:pt x="2842" y="6089"/>
                      <a:pt x="2842" y="6792"/>
                    </a:cubicBezTo>
                    <a:cubicBezTo>
                      <a:pt x="2842" y="7502"/>
                      <a:pt x="2824" y="11304"/>
                      <a:pt x="2836" y="11676"/>
                    </a:cubicBezTo>
                    <a:cubicBezTo>
                      <a:pt x="2839" y="11831"/>
                      <a:pt x="3122" y="11888"/>
                      <a:pt x="3456" y="11888"/>
                    </a:cubicBezTo>
                    <a:cubicBezTo>
                      <a:pt x="3932" y="11888"/>
                      <a:pt x="4514" y="11772"/>
                      <a:pt x="4540" y="11657"/>
                    </a:cubicBezTo>
                    <a:cubicBezTo>
                      <a:pt x="4587" y="11458"/>
                      <a:pt x="4723" y="8490"/>
                      <a:pt x="4751" y="7890"/>
                    </a:cubicBezTo>
                    <a:cubicBezTo>
                      <a:pt x="4779" y="7294"/>
                      <a:pt x="5095" y="1142"/>
                      <a:pt x="4628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40"/>
              <p:cNvSpPr/>
              <p:nvPr/>
            </p:nvSpPr>
            <p:spPr>
              <a:xfrm>
                <a:off x="4982000" y="2594050"/>
                <a:ext cx="44500" cy="8875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5" extrusionOk="0">
                    <a:moveTo>
                      <a:pt x="41" y="1"/>
                    </a:moveTo>
                    <a:cubicBezTo>
                      <a:pt x="30" y="1"/>
                      <a:pt x="19" y="7"/>
                      <a:pt x="13" y="17"/>
                    </a:cubicBezTo>
                    <a:cubicBezTo>
                      <a:pt x="0" y="33"/>
                      <a:pt x="10" y="55"/>
                      <a:pt x="22" y="64"/>
                    </a:cubicBezTo>
                    <a:cubicBezTo>
                      <a:pt x="29" y="71"/>
                      <a:pt x="496" y="355"/>
                      <a:pt x="1060" y="355"/>
                    </a:cubicBezTo>
                    <a:cubicBezTo>
                      <a:pt x="1284" y="355"/>
                      <a:pt x="1527" y="310"/>
                      <a:pt x="1754" y="184"/>
                    </a:cubicBezTo>
                    <a:cubicBezTo>
                      <a:pt x="1773" y="175"/>
                      <a:pt x="1779" y="153"/>
                      <a:pt x="1770" y="137"/>
                    </a:cubicBezTo>
                    <a:cubicBezTo>
                      <a:pt x="1766" y="124"/>
                      <a:pt x="1752" y="118"/>
                      <a:pt x="1739" y="118"/>
                    </a:cubicBezTo>
                    <a:cubicBezTo>
                      <a:pt x="1733" y="118"/>
                      <a:pt x="1727" y="119"/>
                      <a:pt x="1723" y="121"/>
                    </a:cubicBezTo>
                    <a:cubicBezTo>
                      <a:pt x="1502" y="241"/>
                      <a:pt x="1273" y="284"/>
                      <a:pt x="1058" y="284"/>
                    </a:cubicBezTo>
                    <a:cubicBezTo>
                      <a:pt x="516" y="284"/>
                      <a:pt x="65" y="10"/>
                      <a:pt x="60" y="8"/>
                    </a:cubicBezTo>
                    <a:cubicBezTo>
                      <a:pt x="54" y="3"/>
                      <a:pt x="48" y="1"/>
                      <a:pt x="41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Google Shape;1320;p40"/>
              <p:cNvSpPr/>
              <p:nvPr/>
            </p:nvSpPr>
            <p:spPr>
              <a:xfrm>
                <a:off x="5051725" y="2597550"/>
                <a:ext cx="46075" cy="8300"/>
              </a:xfrm>
              <a:custGeom>
                <a:avLst/>
                <a:gdLst/>
                <a:ahLst/>
                <a:cxnLst/>
                <a:rect l="l" t="t" r="r" b="b"/>
                <a:pathLst>
                  <a:path w="1843" h="332" extrusionOk="0">
                    <a:moveTo>
                      <a:pt x="1800" y="0"/>
                    </a:moveTo>
                    <a:cubicBezTo>
                      <a:pt x="1790" y="0"/>
                      <a:pt x="1780" y="4"/>
                      <a:pt x="1773" y="13"/>
                    </a:cubicBezTo>
                    <a:cubicBezTo>
                      <a:pt x="1596" y="207"/>
                      <a:pt x="1224" y="260"/>
                      <a:pt x="870" y="260"/>
                    </a:cubicBezTo>
                    <a:cubicBezTo>
                      <a:pt x="449" y="260"/>
                      <a:pt x="54" y="185"/>
                      <a:pt x="47" y="183"/>
                    </a:cubicBezTo>
                    <a:cubicBezTo>
                      <a:pt x="44" y="182"/>
                      <a:pt x="41" y="181"/>
                      <a:pt x="37" y="181"/>
                    </a:cubicBezTo>
                    <a:cubicBezTo>
                      <a:pt x="21" y="181"/>
                      <a:pt x="6" y="193"/>
                      <a:pt x="3" y="211"/>
                    </a:cubicBezTo>
                    <a:cubicBezTo>
                      <a:pt x="0" y="230"/>
                      <a:pt x="13" y="249"/>
                      <a:pt x="32" y="252"/>
                    </a:cubicBezTo>
                    <a:cubicBezTo>
                      <a:pt x="63" y="256"/>
                      <a:pt x="448" y="331"/>
                      <a:pt x="868" y="331"/>
                    </a:cubicBezTo>
                    <a:cubicBezTo>
                      <a:pt x="1237" y="331"/>
                      <a:pt x="1631" y="278"/>
                      <a:pt x="1830" y="60"/>
                    </a:cubicBezTo>
                    <a:cubicBezTo>
                      <a:pt x="1842" y="44"/>
                      <a:pt x="1842" y="22"/>
                      <a:pt x="1827" y="9"/>
                    </a:cubicBezTo>
                    <a:cubicBezTo>
                      <a:pt x="1819" y="4"/>
                      <a:pt x="1810" y="0"/>
                      <a:pt x="1800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Google Shape;1321;p40"/>
              <p:cNvSpPr/>
              <p:nvPr/>
            </p:nvSpPr>
            <p:spPr>
              <a:xfrm>
                <a:off x="5016075" y="2131025"/>
                <a:ext cx="59800" cy="62875"/>
              </a:xfrm>
              <a:custGeom>
                <a:avLst/>
                <a:gdLst/>
                <a:ahLst/>
                <a:cxnLst/>
                <a:rect l="l" t="t" r="r" b="b"/>
                <a:pathLst>
                  <a:path w="2392" h="2515" extrusionOk="0">
                    <a:moveTo>
                      <a:pt x="558" y="1"/>
                    </a:moveTo>
                    <a:cubicBezTo>
                      <a:pt x="558" y="1"/>
                      <a:pt x="574" y="294"/>
                      <a:pt x="540" y="629"/>
                    </a:cubicBezTo>
                    <a:cubicBezTo>
                      <a:pt x="489" y="1073"/>
                      <a:pt x="360" y="1600"/>
                      <a:pt x="0" y="1641"/>
                    </a:cubicBezTo>
                    <a:cubicBezTo>
                      <a:pt x="0" y="1641"/>
                      <a:pt x="364" y="2514"/>
                      <a:pt x="1212" y="2514"/>
                    </a:cubicBezTo>
                    <a:cubicBezTo>
                      <a:pt x="1274" y="2514"/>
                      <a:pt x="1339" y="2509"/>
                      <a:pt x="1407" y="2499"/>
                    </a:cubicBezTo>
                    <a:cubicBezTo>
                      <a:pt x="2391" y="2348"/>
                      <a:pt x="1678" y="1490"/>
                      <a:pt x="1678" y="1490"/>
                    </a:cubicBezTo>
                    <a:lnTo>
                      <a:pt x="1678" y="1436"/>
                    </a:lnTo>
                    <a:cubicBezTo>
                      <a:pt x="1678" y="1332"/>
                      <a:pt x="1691" y="1089"/>
                      <a:pt x="1732" y="916"/>
                    </a:cubicBezTo>
                    <a:cubicBezTo>
                      <a:pt x="1789" y="692"/>
                      <a:pt x="559" y="1"/>
                      <a:pt x="558" y="1"/>
                    </a:cubicBezTo>
                    <a:close/>
                  </a:path>
                </a:pathLst>
              </a:custGeom>
              <a:solidFill>
                <a:srgbClr val="CC7B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Google Shape;1322;p40"/>
              <p:cNvSpPr/>
              <p:nvPr/>
            </p:nvSpPr>
            <p:spPr>
              <a:xfrm>
                <a:off x="5029400" y="2131025"/>
                <a:ext cx="31325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253" h="1433" extrusionOk="0">
                    <a:moveTo>
                      <a:pt x="22" y="1"/>
                    </a:moveTo>
                    <a:cubicBezTo>
                      <a:pt x="22" y="1"/>
                      <a:pt x="38" y="294"/>
                      <a:pt x="0" y="629"/>
                    </a:cubicBezTo>
                    <a:cubicBezTo>
                      <a:pt x="316" y="931"/>
                      <a:pt x="764" y="1310"/>
                      <a:pt x="1142" y="1433"/>
                    </a:cubicBezTo>
                    <a:cubicBezTo>
                      <a:pt x="1142" y="1326"/>
                      <a:pt x="1152" y="1086"/>
                      <a:pt x="1196" y="912"/>
                    </a:cubicBezTo>
                    <a:cubicBezTo>
                      <a:pt x="1253" y="692"/>
                      <a:pt x="22" y="1"/>
                      <a:pt x="22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Google Shape;1323;p40"/>
              <p:cNvSpPr/>
              <p:nvPr/>
            </p:nvSpPr>
            <p:spPr>
              <a:xfrm>
                <a:off x="5014725" y="2074000"/>
                <a:ext cx="69500" cy="87425"/>
              </a:xfrm>
              <a:custGeom>
                <a:avLst/>
                <a:gdLst/>
                <a:ahLst/>
                <a:cxnLst/>
                <a:rect l="l" t="t" r="r" b="b"/>
                <a:pathLst>
                  <a:path w="2780" h="3497" extrusionOk="0">
                    <a:moveTo>
                      <a:pt x="1405" y="0"/>
                    </a:moveTo>
                    <a:cubicBezTo>
                      <a:pt x="1222" y="0"/>
                      <a:pt x="1036" y="33"/>
                      <a:pt x="855" y="114"/>
                    </a:cubicBezTo>
                    <a:cubicBezTo>
                      <a:pt x="0" y="499"/>
                      <a:pt x="202" y="1392"/>
                      <a:pt x="202" y="1392"/>
                    </a:cubicBezTo>
                    <a:cubicBezTo>
                      <a:pt x="202" y="1392"/>
                      <a:pt x="792" y="3481"/>
                      <a:pt x="1786" y="3496"/>
                    </a:cubicBezTo>
                    <a:cubicBezTo>
                      <a:pt x="1789" y="3496"/>
                      <a:pt x="1791" y="3496"/>
                      <a:pt x="1794" y="3496"/>
                    </a:cubicBezTo>
                    <a:cubicBezTo>
                      <a:pt x="2780" y="3496"/>
                      <a:pt x="2736" y="607"/>
                      <a:pt x="2736" y="607"/>
                    </a:cubicBezTo>
                    <a:cubicBezTo>
                      <a:pt x="2703" y="455"/>
                      <a:pt x="2082" y="0"/>
                      <a:pt x="1405" y="0"/>
                    </a:cubicBezTo>
                    <a:close/>
                  </a:path>
                </a:pathLst>
              </a:custGeom>
              <a:solidFill>
                <a:srgbClr val="CC7B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Google Shape;1324;p40"/>
              <p:cNvSpPr/>
              <p:nvPr/>
            </p:nvSpPr>
            <p:spPr>
              <a:xfrm>
                <a:off x="5003200" y="2060300"/>
                <a:ext cx="97825" cy="68700"/>
              </a:xfrm>
              <a:custGeom>
                <a:avLst/>
                <a:gdLst/>
                <a:ahLst/>
                <a:cxnLst/>
                <a:rect l="l" t="t" r="r" b="b"/>
                <a:pathLst>
                  <a:path w="3913" h="2748" extrusionOk="0">
                    <a:moveTo>
                      <a:pt x="1693" y="1"/>
                    </a:moveTo>
                    <a:cubicBezTo>
                      <a:pt x="1184" y="1"/>
                      <a:pt x="793" y="193"/>
                      <a:pt x="600" y="1047"/>
                    </a:cubicBezTo>
                    <a:cubicBezTo>
                      <a:pt x="600" y="1047"/>
                      <a:pt x="1" y="1672"/>
                      <a:pt x="726" y="2748"/>
                    </a:cubicBezTo>
                    <a:lnTo>
                      <a:pt x="1055" y="2694"/>
                    </a:lnTo>
                    <a:cubicBezTo>
                      <a:pt x="1055" y="2694"/>
                      <a:pt x="954" y="2022"/>
                      <a:pt x="1304" y="2022"/>
                    </a:cubicBezTo>
                    <a:cubicBezTo>
                      <a:pt x="1657" y="2022"/>
                      <a:pt x="1884" y="1716"/>
                      <a:pt x="2010" y="1546"/>
                    </a:cubicBezTo>
                    <a:cubicBezTo>
                      <a:pt x="2028" y="1523"/>
                      <a:pt x="2050" y="1513"/>
                      <a:pt x="2078" y="1513"/>
                    </a:cubicBezTo>
                    <a:cubicBezTo>
                      <a:pt x="2251" y="1513"/>
                      <a:pt x="2607" y="1915"/>
                      <a:pt x="2872" y="1915"/>
                    </a:cubicBezTo>
                    <a:cubicBezTo>
                      <a:pt x="3175" y="1915"/>
                      <a:pt x="3140" y="2293"/>
                      <a:pt x="3140" y="2293"/>
                    </a:cubicBezTo>
                    <a:cubicBezTo>
                      <a:pt x="3140" y="2293"/>
                      <a:pt x="3913" y="1978"/>
                      <a:pt x="3578" y="1218"/>
                    </a:cubicBezTo>
                    <a:cubicBezTo>
                      <a:pt x="3578" y="1218"/>
                      <a:pt x="3802" y="205"/>
                      <a:pt x="2780" y="114"/>
                    </a:cubicBezTo>
                    <a:cubicBezTo>
                      <a:pt x="2384" y="78"/>
                      <a:pt x="2015" y="1"/>
                      <a:pt x="1693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Google Shape;1325;p40"/>
              <p:cNvSpPr/>
              <p:nvPr/>
            </p:nvSpPr>
            <p:spPr>
              <a:xfrm>
                <a:off x="5012375" y="2116125"/>
                <a:ext cx="19650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786" h="798" extrusionOk="0">
                    <a:moveTo>
                      <a:pt x="371" y="1"/>
                    </a:moveTo>
                    <a:cubicBezTo>
                      <a:pt x="325" y="1"/>
                      <a:pt x="278" y="18"/>
                      <a:pt x="233" y="60"/>
                    </a:cubicBezTo>
                    <a:cubicBezTo>
                      <a:pt x="0" y="279"/>
                      <a:pt x="288" y="798"/>
                      <a:pt x="684" y="798"/>
                    </a:cubicBezTo>
                    <a:cubicBezTo>
                      <a:pt x="717" y="798"/>
                      <a:pt x="751" y="794"/>
                      <a:pt x="785" y="786"/>
                    </a:cubicBezTo>
                    <a:lnTo>
                      <a:pt x="785" y="370"/>
                    </a:lnTo>
                    <a:cubicBezTo>
                      <a:pt x="785" y="370"/>
                      <a:pt x="583" y="1"/>
                      <a:pt x="371" y="1"/>
                    </a:cubicBezTo>
                    <a:close/>
                  </a:path>
                </a:pathLst>
              </a:custGeom>
              <a:solidFill>
                <a:srgbClr val="CC7B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40"/>
              <p:cNvSpPr/>
              <p:nvPr/>
            </p:nvSpPr>
            <p:spPr>
              <a:xfrm>
                <a:off x="5060475" y="2123775"/>
                <a:ext cx="7750" cy="1635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654" extrusionOk="0">
                    <a:moveTo>
                      <a:pt x="221" y="1"/>
                    </a:moveTo>
                    <a:cubicBezTo>
                      <a:pt x="202" y="4"/>
                      <a:pt x="186" y="19"/>
                      <a:pt x="189" y="38"/>
                    </a:cubicBezTo>
                    <a:cubicBezTo>
                      <a:pt x="218" y="266"/>
                      <a:pt x="224" y="531"/>
                      <a:pt x="202" y="568"/>
                    </a:cubicBezTo>
                    <a:cubicBezTo>
                      <a:pt x="192" y="578"/>
                      <a:pt x="176" y="582"/>
                      <a:pt x="157" y="582"/>
                    </a:cubicBezTo>
                    <a:cubicBezTo>
                      <a:pt x="122" y="582"/>
                      <a:pt x="80" y="569"/>
                      <a:pt x="57" y="559"/>
                    </a:cubicBezTo>
                    <a:cubicBezTo>
                      <a:pt x="52" y="557"/>
                      <a:pt x="46" y="557"/>
                      <a:pt x="42" y="557"/>
                    </a:cubicBezTo>
                    <a:cubicBezTo>
                      <a:pt x="26" y="557"/>
                      <a:pt x="14" y="564"/>
                      <a:pt x="10" y="581"/>
                    </a:cubicBezTo>
                    <a:cubicBezTo>
                      <a:pt x="0" y="600"/>
                      <a:pt x="10" y="619"/>
                      <a:pt x="29" y="628"/>
                    </a:cubicBezTo>
                    <a:cubicBezTo>
                      <a:pt x="35" y="631"/>
                      <a:pt x="95" y="654"/>
                      <a:pt x="155" y="654"/>
                    </a:cubicBezTo>
                    <a:cubicBezTo>
                      <a:pt x="189" y="654"/>
                      <a:pt x="224" y="647"/>
                      <a:pt x="249" y="619"/>
                    </a:cubicBezTo>
                    <a:cubicBezTo>
                      <a:pt x="309" y="559"/>
                      <a:pt x="281" y="225"/>
                      <a:pt x="262" y="32"/>
                    </a:cubicBezTo>
                    <a:cubicBezTo>
                      <a:pt x="256" y="10"/>
                      <a:pt x="240" y="1"/>
                      <a:pt x="221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40"/>
              <p:cNvSpPr/>
              <p:nvPr/>
            </p:nvSpPr>
            <p:spPr>
              <a:xfrm>
                <a:off x="5047300" y="2111750"/>
                <a:ext cx="12325" cy="5425"/>
              </a:xfrm>
              <a:custGeom>
                <a:avLst/>
                <a:gdLst/>
                <a:ahLst/>
                <a:cxnLst/>
                <a:rect l="l" t="t" r="r" b="b"/>
                <a:pathLst>
                  <a:path w="493" h="217" extrusionOk="0">
                    <a:moveTo>
                      <a:pt x="331" y="1"/>
                    </a:moveTo>
                    <a:cubicBezTo>
                      <a:pt x="92" y="1"/>
                      <a:pt x="0" y="170"/>
                      <a:pt x="0" y="172"/>
                    </a:cubicBezTo>
                    <a:lnTo>
                      <a:pt x="82" y="217"/>
                    </a:lnTo>
                    <a:cubicBezTo>
                      <a:pt x="85" y="211"/>
                      <a:pt x="148" y="95"/>
                      <a:pt x="327" y="95"/>
                    </a:cubicBezTo>
                    <a:cubicBezTo>
                      <a:pt x="368" y="95"/>
                      <a:pt x="414" y="101"/>
                      <a:pt x="467" y="116"/>
                    </a:cubicBezTo>
                    <a:lnTo>
                      <a:pt x="492" y="24"/>
                    </a:lnTo>
                    <a:cubicBezTo>
                      <a:pt x="432" y="8"/>
                      <a:pt x="378" y="1"/>
                      <a:pt x="331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40"/>
              <p:cNvSpPr/>
              <p:nvPr/>
            </p:nvSpPr>
            <p:spPr>
              <a:xfrm>
                <a:off x="5068975" y="2112325"/>
                <a:ext cx="12350" cy="5475"/>
              </a:xfrm>
              <a:custGeom>
                <a:avLst/>
                <a:gdLst/>
                <a:ahLst/>
                <a:cxnLst/>
                <a:rect l="l" t="t" r="r" b="b"/>
                <a:pathLst>
                  <a:path w="494" h="219" extrusionOk="0">
                    <a:moveTo>
                      <a:pt x="158" y="0"/>
                    </a:moveTo>
                    <a:cubicBezTo>
                      <a:pt x="112" y="0"/>
                      <a:pt x="59" y="7"/>
                      <a:pt x="1" y="23"/>
                    </a:cubicBezTo>
                    <a:lnTo>
                      <a:pt x="23" y="115"/>
                    </a:lnTo>
                    <a:cubicBezTo>
                      <a:pt x="75" y="100"/>
                      <a:pt x="120" y="94"/>
                      <a:pt x="160" y="94"/>
                    </a:cubicBezTo>
                    <a:cubicBezTo>
                      <a:pt x="337" y="94"/>
                      <a:pt x="402" y="211"/>
                      <a:pt x="405" y="219"/>
                    </a:cubicBezTo>
                    <a:lnTo>
                      <a:pt x="493" y="175"/>
                    </a:lnTo>
                    <a:cubicBezTo>
                      <a:pt x="488" y="175"/>
                      <a:pt x="396" y="0"/>
                      <a:pt x="158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40"/>
              <p:cNvSpPr/>
              <p:nvPr/>
            </p:nvSpPr>
            <p:spPr>
              <a:xfrm>
                <a:off x="5053675" y="2120775"/>
                <a:ext cx="3750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150" h="222" extrusionOk="0">
                    <a:moveTo>
                      <a:pt x="73" y="1"/>
                    </a:moveTo>
                    <a:cubicBezTo>
                      <a:pt x="32" y="1"/>
                      <a:pt x="1" y="51"/>
                      <a:pt x="1" y="111"/>
                    </a:cubicBezTo>
                    <a:cubicBezTo>
                      <a:pt x="1" y="174"/>
                      <a:pt x="32" y="221"/>
                      <a:pt x="73" y="221"/>
                    </a:cubicBezTo>
                    <a:cubicBezTo>
                      <a:pt x="118" y="221"/>
                      <a:pt x="149" y="174"/>
                      <a:pt x="149" y="111"/>
                    </a:cubicBezTo>
                    <a:cubicBezTo>
                      <a:pt x="149" y="51"/>
                      <a:pt x="118" y="1"/>
                      <a:pt x="73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40"/>
              <p:cNvSpPr/>
              <p:nvPr/>
            </p:nvSpPr>
            <p:spPr>
              <a:xfrm>
                <a:off x="5071900" y="2121575"/>
                <a:ext cx="3725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149" h="222" extrusionOk="0">
                    <a:moveTo>
                      <a:pt x="76" y="0"/>
                    </a:moveTo>
                    <a:cubicBezTo>
                      <a:pt x="35" y="0"/>
                      <a:pt x="1" y="51"/>
                      <a:pt x="1" y="111"/>
                    </a:cubicBezTo>
                    <a:cubicBezTo>
                      <a:pt x="1" y="174"/>
                      <a:pt x="35" y="221"/>
                      <a:pt x="76" y="221"/>
                    </a:cubicBezTo>
                    <a:cubicBezTo>
                      <a:pt x="117" y="221"/>
                      <a:pt x="149" y="174"/>
                      <a:pt x="149" y="111"/>
                    </a:cubicBezTo>
                    <a:cubicBezTo>
                      <a:pt x="149" y="51"/>
                      <a:pt x="117" y="0"/>
                      <a:pt x="76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40"/>
              <p:cNvSpPr/>
              <p:nvPr/>
            </p:nvSpPr>
            <p:spPr>
              <a:xfrm>
                <a:off x="5055725" y="2146125"/>
                <a:ext cx="10600" cy="2925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17" extrusionOk="0">
                    <a:moveTo>
                      <a:pt x="84" y="0"/>
                    </a:moveTo>
                    <a:cubicBezTo>
                      <a:pt x="54" y="0"/>
                      <a:pt x="38" y="2"/>
                      <a:pt x="36" y="2"/>
                    </a:cubicBezTo>
                    <a:cubicBezTo>
                      <a:pt x="17" y="6"/>
                      <a:pt x="1" y="21"/>
                      <a:pt x="4" y="40"/>
                    </a:cubicBezTo>
                    <a:cubicBezTo>
                      <a:pt x="10" y="58"/>
                      <a:pt x="23" y="72"/>
                      <a:pt x="40" y="72"/>
                    </a:cubicBezTo>
                    <a:cubicBezTo>
                      <a:pt x="42" y="72"/>
                      <a:pt x="43" y="72"/>
                      <a:pt x="45" y="72"/>
                    </a:cubicBezTo>
                    <a:cubicBezTo>
                      <a:pt x="46" y="72"/>
                      <a:pt x="56" y="71"/>
                      <a:pt x="76" y="71"/>
                    </a:cubicBezTo>
                    <a:cubicBezTo>
                      <a:pt x="122" y="71"/>
                      <a:pt x="218" y="77"/>
                      <a:pt x="373" y="116"/>
                    </a:cubicBezTo>
                    <a:lnTo>
                      <a:pt x="379" y="116"/>
                    </a:lnTo>
                    <a:cubicBezTo>
                      <a:pt x="395" y="116"/>
                      <a:pt x="411" y="103"/>
                      <a:pt x="414" y="88"/>
                    </a:cubicBezTo>
                    <a:cubicBezTo>
                      <a:pt x="424" y="69"/>
                      <a:pt x="411" y="50"/>
                      <a:pt x="392" y="43"/>
                    </a:cubicBezTo>
                    <a:cubicBezTo>
                      <a:pt x="240" y="7"/>
                      <a:pt x="139" y="0"/>
                      <a:pt x="84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40"/>
              <p:cNvSpPr/>
              <p:nvPr/>
            </p:nvSpPr>
            <p:spPr>
              <a:xfrm>
                <a:off x="4984750" y="2168025"/>
                <a:ext cx="126925" cy="176075"/>
              </a:xfrm>
              <a:custGeom>
                <a:avLst/>
                <a:gdLst/>
                <a:ahLst/>
                <a:cxnLst/>
                <a:rect l="l" t="t" r="r" b="b"/>
                <a:pathLst>
                  <a:path w="5077" h="7043" extrusionOk="0">
                    <a:moveTo>
                      <a:pt x="2922" y="0"/>
                    </a:moveTo>
                    <a:cubicBezTo>
                      <a:pt x="2922" y="0"/>
                      <a:pt x="3348" y="754"/>
                      <a:pt x="2632" y="754"/>
                    </a:cubicBezTo>
                    <a:cubicBezTo>
                      <a:pt x="1912" y="754"/>
                      <a:pt x="1496" y="26"/>
                      <a:pt x="1496" y="26"/>
                    </a:cubicBezTo>
                    <a:cubicBezTo>
                      <a:pt x="1496" y="26"/>
                      <a:pt x="1414" y="73"/>
                      <a:pt x="1240" y="111"/>
                    </a:cubicBezTo>
                    <a:cubicBezTo>
                      <a:pt x="1181" y="127"/>
                      <a:pt x="1105" y="139"/>
                      <a:pt x="1023" y="145"/>
                    </a:cubicBezTo>
                    <a:cubicBezTo>
                      <a:pt x="704" y="183"/>
                      <a:pt x="92" y="963"/>
                      <a:pt x="92" y="963"/>
                    </a:cubicBezTo>
                    <a:cubicBezTo>
                      <a:pt x="92" y="963"/>
                      <a:pt x="445" y="4105"/>
                      <a:pt x="461" y="4887"/>
                    </a:cubicBezTo>
                    <a:cubicBezTo>
                      <a:pt x="477" y="5666"/>
                      <a:pt x="1" y="6117"/>
                      <a:pt x="379" y="6509"/>
                    </a:cubicBezTo>
                    <a:cubicBezTo>
                      <a:pt x="655" y="6796"/>
                      <a:pt x="1982" y="7042"/>
                      <a:pt x="3060" y="7042"/>
                    </a:cubicBezTo>
                    <a:cubicBezTo>
                      <a:pt x="3464" y="7042"/>
                      <a:pt x="3832" y="7008"/>
                      <a:pt x="4099" y="6928"/>
                    </a:cubicBezTo>
                    <a:cubicBezTo>
                      <a:pt x="5077" y="6638"/>
                      <a:pt x="4417" y="5111"/>
                      <a:pt x="4310" y="4357"/>
                    </a:cubicBezTo>
                    <a:cubicBezTo>
                      <a:pt x="4263" y="4042"/>
                      <a:pt x="4256" y="3534"/>
                      <a:pt x="4253" y="3013"/>
                    </a:cubicBezTo>
                    <a:cubicBezTo>
                      <a:pt x="4247" y="2275"/>
                      <a:pt x="4256" y="1524"/>
                      <a:pt x="4181" y="1310"/>
                    </a:cubicBezTo>
                    <a:cubicBezTo>
                      <a:pt x="4080" y="1013"/>
                      <a:pt x="3799" y="414"/>
                      <a:pt x="3300" y="136"/>
                    </a:cubicBezTo>
                    <a:cubicBezTo>
                      <a:pt x="3253" y="111"/>
                      <a:pt x="3206" y="89"/>
                      <a:pt x="3155" y="67"/>
                    </a:cubicBezTo>
                    <a:cubicBezTo>
                      <a:pt x="3080" y="35"/>
                      <a:pt x="3001" y="16"/>
                      <a:pt x="2922" y="0"/>
                    </a:cubicBez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40"/>
              <p:cNvSpPr/>
              <p:nvPr/>
            </p:nvSpPr>
            <p:spPr>
              <a:xfrm>
                <a:off x="5015675" y="2168025"/>
                <a:ext cx="53650" cy="24650"/>
              </a:xfrm>
              <a:custGeom>
                <a:avLst/>
                <a:gdLst/>
                <a:ahLst/>
                <a:cxnLst/>
                <a:rect l="l" t="t" r="r" b="b"/>
                <a:pathLst>
                  <a:path w="2146" h="986" extrusionOk="0">
                    <a:moveTo>
                      <a:pt x="1685" y="0"/>
                    </a:moveTo>
                    <a:cubicBezTo>
                      <a:pt x="1685" y="0"/>
                      <a:pt x="2111" y="754"/>
                      <a:pt x="1395" y="754"/>
                    </a:cubicBezTo>
                    <a:cubicBezTo>
                      <a:pt x="675" y="754"/>
                      <a:pt x="259" y="26"/>
                      <a:pt x="259" y="26"/>
                    </a:cubicBezTo>
                    <a:cubicBezTo>
                      <a:pt x="259" y="26"/>
                      <a:pt x="174" y="73"/>
                      <a:pt x="0" y="111"/>
                    </a:cubicBezTo>
                    <a:cubicBezTo>
                      <a:pt x="208" y="406"/>
                      <a:pt x="714" y="985"/>
                      <a:pt x="1434" y="985"/>
                    </a:cubicBezTo>
                    <a:cubicBezTo>
                      <a:pt x="1514" y="985"/>
                      <a:pt x="1597" y="978"/>
                      <a:pt x="1682" y="963"/>
                    </a:cubicBezTo>
                    <a:cubicBezTo>
                      <a:pt x="1975" y="912"/>
                      <a:pt x="2101" y="767"/>
                      <a:pt x="2127" y="578"/>
                    </a:cubicBezTo>
                    <a:cubicBezTo>
                      <a:pt x="2146" y="445"/>
                      <a:pt x="2120" y="294"/>
                      <a:pt x="2063" y="136"/>
                    </a:cubicBezTo>
                    <a:cubicBezTo>
                      <a:pt x="2060" y="127"/>
                      <a:pt x="2057" y="114"/>
                      <a:pt x="2051" y="108"/>
                    </a:cubicBezTo>
                    <a:cubicBezTo>
                      <a:pt x="1978" y="82"/>
                      <a:pt x="1922" y="67"/>
                      <a:pt x="1918" y="67"/>
                    </a:cubicBezTo>
                    <a:cubicBezTo>
                      <a:pt x="1843" y="35"/>
                      <a:pt x="1764" y="16"/>
                      <a:pt x="1685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Google Shape;1334;p40"/>
              <p:cNvSpPr/>
              <p:nvPr/>
            </p:nvSpPr>
            <p:spPr>
              <a:xfrm>
                <a:off x="5063625" y="2169675"/>
                <a:ext cx="41350" cy="7407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2963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48" y="45"/>
                      <a:pt x="123" y="237"/>
                      <a:pt x="209" y="512"/>
                    </a:cubicBezTo>
                    <a:cubicBezTo>
                      <a:pt x="486" y="1363"/>
                      <a:pt x="884" y="2963"/>
                      <a:pt x="884" y="2963"/>
                    </a:cubicBezTo>
                    <a:lnTo>
                      <a:pt x="1092" y="2947"/>
                    </a:lnTo>
                    <a:lnTo>
                      <a:pt x="1653" y="2909"/>
                    </a:lnTo>
                    <a:cubicBezTo>
                      <a:pt x="1543" y="2237"/>
                      <a:pt x="1262" y="1089"/>
                      <a:pt x="1026" y="644"/>
                    </a:cubicBezTo>
                    <a:cubicBezTo>
                      <a:pt x="855" y="313"/>
                      <a:pt x="369" y="120"/>
                      <a:pt x="133" y="42"/>
                    </a:cubicBezTo>
                    <a:cubicBezTo>
                      <a:pt x="60" y="16"/>
                      <a:pt x="4" y="1"/>
                      <a:pt x="0" y="1"/>
                    </a:cubicBez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40"/>
              <p:cNvSpPr/>
              <p:nvPr/>
            </p:nvSpPr>
            <p:spPr>
              <a:xfrm>
                <a:off x="5100375" y="2190575"/>
                <a:ext cx="23600" cy="33300"/>
              </a:xfrm>
              <a:custGeom>
                <a:avLst/>
                <a:gdLst/>
                <a:ahLst/>
                <a:cxnLst/>
                <a:rect l="l" t="t" r="r" b="b"/>
                <a:pathLst>
                  <a:path w="944" h="1332" extrusionOk="0">
                    <a:moveTo>
                      <a:pt x="770" y="1"/>
                    </a:moveTo>
                    <a:cubicBezTo>
                      <a:pt x="493" y="243"/>
                      <a:pt x="0" y="1332"/>
                      <a:pt x="0" y="1332"/>
                    </a:cubicBezTo>
                    <a:lnTo>
                      <a:pt x="149" y="1332"/>
                    </a:lnTo>
                    <a:cubicBezTo>
                      <a:pt x="149" y="1332"/>
                      <a:pt x="723" y="1007"/>
                      <a:pt x="833" y="609"/>
                    </a:cubicBezTo>
                    <a:cubicBezTo>
                      <a:pt x="944" y="212"/>
                      <a:pt x="770" y="1"/>
                      <a:pt x="770" y="1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40"/>
              <p:cNvSpPr/>
              <p:nvPr/>
            </p:nvSpPr>
            <p:spPr>
              <a:xfrm>
                <a:off x="5076150" y="2193250"/>
                <a:ext cx="22750" cy="30725"/>
              </a:xfrm>
              <a:custGeom>
                <a:avLst/>
                <a:gdLst/>
                <a:ahLst/>
                <a:cxnLst/>
                <a:rect l="l" t="t" r="r" b="b"/>
                <a:pathLst>
                  <a:path w="910" h="1229" extrusionOk="0">
                    <a:moveTo>
                      <a:pt x="174" y="1"/>
                    </a:moveTo>
                    <a:cubicBezTo>
                      <a:pt x="174" y="1"/>
                      <a:pt x="1" y="253"/>
                      <a:pt x="174" y="537"/>
                    </a:cubicBezTo>
                    <a:cubicBezTo>
                      <a:pt x="348" y="821"/>
                      <a:pt x="790" y="1228"/>
                      <a:pt x="790" y="1228"/>
                    </a:cubicBezTo>
                    <a:lnTo>
                      <a:pt x="910" y="1228"/>
                    </a:lnTo>
                    <a:lnTo>
                      <a:pt x="910" y="1225"/>
                    </a:lnTo>
                    <a:cubicBezTo>
                      <a:pt x="910" y="1225"/>
                      <a:pt x="809" y="209"/>
                      <a:pt x="174" y="1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Google Shape;1337;p40"/>
              <p:cNvSpPr/>
              <p:nvPr/>
            </p:nvSpPr>
            <p:spPr>
              <a:xfrm>
                <a:off x="5030175" y="2221700"/>
                <a:ext cx="136000" cy="133450"/>
              </a:xfrm>
              <a:custGeom>
                <a:avLst/>
                <a:gdLst/>
                <a:ahLst/>
                <a:cxnLst/>
                <a:rect l="l" t="t" r="r" b="b"/>
                <a:pathLst>
                  <a:path w="5440" h="5338" extrusionOk="0">
                    <a:moveTo>
                      <a:pt x="2492" y="0"/>
                    </a:moveTo>
                    <a:cubicBezTo>
                      <a:pt x="832" y="0"/>
                      <a:pt x="553" y="876"/>
                      <a:pt x="401" y="1380"/>
                    </a:cubicBezTo>
                    <a:cubicBezTo>
                      <a:pt x="237" y="1910"/>
                      <a:pt x="1" y="4494"/>
                      <a:pt x="1206" y="5049"/>
                    </a:cubicBezTo>
                    <a:cubicBezTo>
                      <a:pt x="1687" y="5271"/>
                      <a:pt x="2272" y="5338"/>
                      <a:pt x="2802" y="5338"/>
                    </a:cubicBezTo>
                    <a:cubicBezTo>
                      <a:pt x="3597" y="5338"/>
                      <a:pt x="4266" y="5188"/>
                      <a:pt x="4266" y="5188"/>
                    </a:cubicBezTo>
                    <a:cubicBezTo>
                      <a:pt x="5440" y="4418"/>
                      <a:pt x="5228" y="2349"/>
                      <a:pt x="5077" y="1699"/>
                    </a:cubicBezTo>
                    <a:cubicBezTo>
                      <a:pt x="4922" y="1040"/>
                      <a:pt x="4780" y="134"/>
                      <a:pt x="2824" y="11"/>
                    </a:cubicBezTo>
                    <a:cubicBezTo>
                      <a:pt x="2708" y="4"/>
                      <a:pt x="2597" y="0"/>
                      <a:pt x="2492" y="0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Google Shape;1338;p40"/>
              <p:cNvSpPr/>
              <p:nvPr/>
            </p:nvSpPr>
            <p:spPr>
              <a:xfrm>
                <a:off x="5071125" y="2267300"/>
                <a:ext cx="73525" cy="67225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2689" extrusionOk="0">
                    <a:moveTo>
                      <a:pt x="2750" y="1"/>
                    </a:moveTo>
                    <a:cubicBezTo>
                      <a:pt x="2748" y="1"/>
                      <a:pt x="2746" y="1"/>
                      <a:pt x="2745" y="1"/>
                    </a:cubicBezTo>
                    <a:cubicBezTo>
                      <a:pt x="2726" y="4"/>
                      <a:pt x="2710" y="20"/>
                      <a:pt x="2713" y="39"/>
                    </a:cubicBezTo>
                    <a:cubicBezTo>
                      <a:pt x="2716" y="48"/>
                      <a:pt x="2868" y="1149"/>
                      <a:pt x="2193" y="1900"/>
                    </a:cubicBezTo>
                    <a:cubicBezTo>
                      <a:pt x="1764" y="2379"/>
                      <a:pt x="1100" y="2620"/>
                      <a:pt x="217" y="2620"/>
                    </a:cubicBezTo>
                    <a:cubicBezTo>
                      <a:pt x="157" y="2620"/>
                      <a:pt x="96" y="2619"/>
                      <a:pt x="35" y="2616"/>
                    </a:cubicBezTo>
                    <a:cubicBezTo>
                      <a:pt x="16" y="2616"/>
                      <a:pt x="0" y="2632"/>
                      <a:pt x="0" y="2651"/>
                    </a:cubicBezTo>
                    <a:cubicBezTo>
                      <a:pt x="0" y="2670"/>
                      <a:pt x="16" y="2686"/>
                      <a:pt x="35" y="2686"/>
                    </a:cubicBezTo>
                    <a:cubicBezTo>
                      <a:pt x="101" y="2689"/>
                      <a:pt x="161" y="2689"/>
                      <a:pt x="224" y="2689"/>
                    </a:cubicBezTo>
                    <a:cubicBezTo>
                      <a:pt x="1129" y="2689"/>
                      <a:pt x="1811" y="2440"/>
                      <a:pt x="2243" y="1954"/>
                    </a:cubicBezTo>
                    <a:cubicBezTo>
                      <a:pt x="2940" y="1172"/>
                      <a:pt x="2783" y="45"/>
                      <a:pt x="2783" y="33"/>
                    </a:cubicBezTo>
                    <a:cubicBezTo>
                      <a:pt x="2780" y="15"/>
                      <a:pt x="2766" y="1"/>
                      <a:pt x="2750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Google Shape;1339;p40"/>
              <p:cNvSpPr/>
              <p:nvPr/>
            </p:nvSpPr>
            <p:spPr>
              <a:xfrm>
                <a:off x="4992175" y="2257850"/>
                <a:ext cx="101675" cy="118200"/>
              </a:xfrm>
              <a:custGeom>
                <a:avLst/>
                <a:gdLst/>
                <a:ahLst/>
                <a:cxnLst/>
                <a:rect l="l" t="t" r="r" b="b"/>
                <a:pathLst>
                  <a:path w="4067" h="4728" extrusionOk="0">
                    <a:moveTo>
                      <a:pt x="1171" y="1"/>
                    </a:moveTo>
                    <a:lnTo>
                      <a:pt x="0" y="502"/>
                    </a:lnTo>
                    <a:cubicBezTo>
                      <a:pt x="0" y="502"/>
                      <a:pt x="1584" y="3868"/>
                      <a:pt x="2057" y="4345"/>
                    </a:cubicBezTo>
                    <a:cubicBezTo>
                      <a:pt x="2330" y="4621"/>
                      <a:pt x="2726" y="4728"/>
                      <a:pt x="3075" y="4728"/>
                    </a:cubicBezTo>
                    <a:cubicBezTo>
                      <a:pt x="3330" y="4728"/>
                      <a:pt x="3560" y="4671"/>
                      <a:pt x="3698" y="4581"/>
                    </a:cubicBezTo>
                    <a:cubicBezTo>
                      <a:pt x="4026" y="4373"/>
                      <a:pt x="4067" y="3884"/>
                      <a:pt x="4067" y="3884"/>
                    </a:cubicBezTo>
                    <a:cubicBezTo>
                      <a:pt x="4067" y="3884"/>
                      <a:pt x="2906" y="3461"/>
                      <a:pt x="2638" y="3455"/>
                    </a:cubicBezTo>
                    <a:cubicBezTo>
                      <a:pt x="2373" y="3442"/>
                      <a:pt x="1171" y="1"/>
                      <a:pt x="1171" y="1"/>
                    </a:cubicBezTo>
                    <a:close/>
                  </a:path>
                </a:pathLst>
              </a:custGeom>
              <a:solidFill>
                <a:srgbClr val="CC7B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Google Shape;1340;p40"/>
              <p:cNvSpPr/>
              <p:nvPr/>
            </p:nvSpPr>
            <p:spPr>
              <a:xfrm>
                <a:off x="4979075" y="2192150"/>
                <a:ext cx="49075" cy="86625"/>
              </a:xfrm>
              <a:custGeom>
                <a:avLst/>
                <a:gdLst/>
                <a:ahLst/>
                <a:cxnLst/>
                <a:rect l="l" t="t" r="r" b="b"/>
                <a:pathLst>
                  <a:path w="1963" h="3465" extrusionOk="0">
                    <a:moveTo>
                      <a:pt x="319" y="1"/>
                    </a:moveTo>
                    <a:cubicBezTo>
                      <a:pt x="319" y="1"/>
                      <a:pt x="16" y="408"/>
                      <a:pt x="7" y="1162"/>
                    </a:cubicBezTo>
                    <a:cubicBezTo>
                      <a:pt x="1" y="1916"/>
                      <a:pt x="146" y="2789"/>
                      <a:pt x="319" y="3465"/>
                    </a:cubicBezTo>
                    <a:cubicBezTo>
                      <a:pt x="319" y="3465"/>
                      <a:pt x="1546" y="3436"/>
                      <a:pt x="1963" y="2755"/>
                    </a:cubicBezTo>
                    <a:cubicBezTo>
                      <a:pt x="1963" y="2755"/>
                      <a:pt x="1543" y="1591"/>
                      <a:pt x="1534" y="1143"/>
                    </a:cubicBezTo>
                    <a:cubicBezTo>
                      <a:pt x="1524" y="695"/>
                      <a:pt x="1067" y="190"/>
                      <a:pt x="319" y="1"/>
                    </a:cubicBez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Google Shape;1341;p40"/>
              <p:cNvSpPr/>
              <p:nvPr/>
            </p:nvSpPr>
            <p:spPr>
              <a:xfrm>
                <a:off x="5001150" y="2188825"/>
                <a:ext cx="28900" cy="83325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3333" extrusionOk="0">
                    <a:moveTo>
                      <a:pt x="36" y="0"/>
                    </a:moveTo>
                    <a:cubicBezTo>
                      <a:pt x="27" y="0"/>
                      <a:pt x="18" y="3"/>
                      <a:pt x="10" y="7"/>
                    </a:cubicBezTo>
                    <a:cubicBezTo>
                      <a:pt x="1" y="23"/>
                      <a:pt x="1" y="45"/>
                      <a:pt x="10" y="61"/>
                    </a:cubicBezTo>
                    <a:cubicBezTo>
                      <a:pt x="20" y="67"/>
                      <a:pt x="764" y="853"/>
                      <a:pt x="1048" y="2828"/>
                    </a:cubicBezTo>
                    <a:cubicBezTo>
                      <a:pt x="1048" y="2831"/>
                      <a:pt x="1067" y="3017"/>
                      <a:pt x="512" y="3266"/>
                    </a:cubicBezTo>
                    <a:cubicBezTo>
                      <a:pt x="493" y="3273"/>
                      <a:pt x="484" y="3292"/>
                      <a:pt x="493" y="3314"/>
                    </a:cubicBezTo>
                    <a:cubicBezTo>
                      <a:pt x="496" y="3326"/>
                      <a:pt x="512" y="3333"/>
                      <a:pt x="525" y="3333"/>
                    </a:cubicBezTo>
                    <a:cubicBezTo>
                      <a:pt x="528" y="3333"/>
                      <a:pt x="531" y="3333"/>
                      <a:pt x="543" y="3329"/>
                    </a:cubicBezTo>
                    <a:cubicBezTo>
                      <a:pt x="1155" y="3055"/>
                      <a:pt x="1124" y="2837"/>
                      <a:pt x="1121" y="2815"/>
                    </a:cubicBezTo>
                    <a:cubicBezTo>
                      <a:pt x="831" y="812"/>
                      <a:pt x="95" y="39"/>
                      <a:pt x="64" y="7"/>
                    </a:cubicBezTo>
                    <a:cubicBezTo>
                      <a:pt x="54" y="3"/>
                      <a:pt x="45" y="0"/>
                      <a:pt x="36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42" name="Google Shape;1342;p40"/>
            <p:cNvSpPr/>
            <p:nvPr/>
          </p:nvSpPr>
          <p:spPr>
            <a:xfrm flipH="1">
              <a:off x="3803108" y="3499974"/>
              <a:ext cx="720919" cy="418611"/>
            </a:xfrm>
            <a:custGeom>
              <a:avLst/>
              <a:gdLst/>
              <a:ahLst/>
              <a:cxnLst/>
              <a:rect l="l" t="t" r="r" b="b"/>
              <a:pathLst>
                <a:path w="8740" h="5075" extrusionOk="0">
                  <a:moveTo>
                    <a:pt x="3537" y="0"/>
                  </a:moveTo>
                  <a:cubicBezTo>
                    <a:pt x="3524" y="0"/>
                    <a:pt x="3512" y="2"/>
                    <a:pt x="3499" y="5"/>
                  </a:cubicBezTo>
                  <a:cubicBezTo>
                    <a:pt x="3253" y="75"/>
                    <a:pt x="3216" y="860"/>
                    <a:pt x="3389" y="2352"/>
                  </a:cubicBezTo>
                  <a:cubicBezTo>
                    <a:pt x="3226" y="2109"/>
                    <a:pt x="2535" y="1093"/>
                    <a:pt x="2140" y="1093"/>
                  </a:cubicBezTo>
                  <a:cubicBezTo>
                    <a:pt x="2114" y="1093"/>
                    <a:pt x="2090" y="1097"/>
                    <a:pt x="2067" y="1106"/>
                  </a:cubicBezTo>
                  <a:cubicBezTo>
                    <a:pt x="1597" y="1289"/>
                    <a:pt x="2039" y="3356"/>
                    <a:pt x="2067" y="3491"/>
                  </a:cubicBezTo>
                  <a:cubicBezTo>
                    <a:pt x="1687" y="3290"/>
                    <a:pt x="1317" y="3208"/>
                    <a:pt x="1004" y="3208"/>
                  </a:cubicBezTo>
                  <a:cubicBezTo>
                    <a:pt x="578" y="3208"/>
                    <a:pt x="257" y="3360"/>
                    <a:pt x="159" y="3567"/>
                  </a:cubicBezTo>
                  <a:cubicBezTo>
                    <a:pt x="1" y="3892"/>
                    <a:pt x="320" y="4630"/>
                    <a:pt x="1039" y="5069"/>
                  </a:cubicBezTo>
                  <a:cubicBezTo>
                    <a:pt x="1489" y="5073"/>
                    <a:pt x="1938" y="5075"/>
                    <a:pt x="2388" y="5075"/>
                  </a:cubicBezTo>
                  <a:cubicBezTo>
                    <a:pt x="3896" y="5075"/>
                    <a:pt x="5404" y="5056"/>
                    <a:pt x="6915" y="5056"/>
                  </a:cubicBezTo>
                  <a:cubicBezTo>
                    <a:pt x="7256" y="5056"/>
                    <a:pt x="7597" y="5057"/>
                    <a:pt x="7938" y="5059"/>
                  </a:cubicBezTo>
                  <a:cubicBezTo>
                    <a:pt x="8531" y="3759"/>
                    <a:pt x="8739" y="3050"/>
                    <a:pt x="8563" y="2936"/>
                  </a:cubicBezTo>
                  <a:cubicBezTo>
                    <a:pt x="8546" y="2925"/>
                    <a:pt x="8525" y="2919"/>
                    <a:pt x="8501" y="2919"/>
                  </a:cubicBezTo>
                  <a:cubicBezTo>
                    <a:pt x="8328" y="2919"/>
                    <a:pt x="7970" y="3208"/>
                    <a:pt x="7427" y="3778"/>
                  </a:cubicBezTo>
                  <a:cubicBezTo>
                    <a:pt x="7320" y="3176"/>
                    <a:pt x="6951" y="1176"/>
                    <a:pt x="6472" y="1176"/>
                  </a:cubicBezTo>
                  <a:cubicBezTo>
                    <a:pt x="6472" y="1176"/>
                    <a:pt x="6472" y="1176"/>
                    <a:pt x="6471" y="1176"/>
                  </a:cubicBezTo>
                  <a:cubicBezTo>
                    <a:pt x="6090" y="1179"/>
                    <a:pt x="5802" y="2472"/>
                    <a:pt x="5664" y="3195"/>
                  </a:cubicBezTo>
                  <a:cubicBezTo>
                    <a:pt x="5389" y="1217"/>
                    <a:pt x="5105" y="226"/>
                    <a:pt x="4821" y="226"/>
                  </a:cubicBezTo>
                  <a:cubicBezTo>
                    <a:pt x="4673" y="226"/>
                    <a:pt x="4525" y="482"/>
                    <a:pt x="4380" y="996"/>
                  </a:cubicBezTo>
                  <a:cubicBezTo>
                    <a:pt x="4000" y="328"/>
                    <a:pt x="3719" y="0"/>
                    <a:pt x="3537" y="0"/>
                  </a:cubicBezTo>
                  <a:close/>
                </a:path>
              </a:pathLst>
            </a:custGeom>
            <a:solidFill>
              <a:srgbClr val="1A75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43" name="Google Shape;1343;p40"/>
            <p:cNvGrpSpPr/>
            <p:nvPr/>
          </p:nvGrpSpPr>
          <p:grpSpPr>
            <a:xfrm>
              <a:off x="3552650" y="3464992"/>
              <a:ext cx="488023" cy="488585"/>
              <a:chOff x="4683550" y="1106675"/>
              <a:chExt cx="195475" cy="195700"/>
            </a:xfrm>
          </p:grpSpPr>
          <p:sp>
            <p:nvSpPr>
              <p:cNvPr id="1344" name="Google Shape;1344;p40"/>
              <p:cNvSpPr/>
              <p:nvPr/>
            </p:nvSpPr>
            <p:spPr>
              <a:xfrm>
                <a:off x="4683550" y="1106675"/>
                <a:ext cx="195475" cy="195700"/>
              </a:xfrm>
              <a:custGeom>
                <a:avLst/>
                <a:gdLst/>
                <a:ahLst/>
                <a:cxnLst/>
                <a:rect l="l" t="t" r="r" b="b"/>
                <a:pathLst>
                  <a:path w="7819" h="7828" extrusionOk="0">
                    <a:moveTo>
                      <a:pt x="5916" y="1"/>
                    </a:moveTo>
                    <a:cubicBezTo>
                      <a:pt x="5679" y="1"/>
                      <a:pt x="5479" y="217"/>
                      <a:pt x="5342" y="421"/>
                    </a:cubicBezTo>
                    <a:cubicBezTo>
                      <a:pt x="4774" y="1269"/>
                      <a:pt x="4427" y="2250"/>
                      <a:pt x="4212" y="3250"/>
                    </a:cubicBezTo>
                    <a:cubicBezTo>
                      <a:pt x="4001" y="4247"/>
                      <a:pt x="3909" y="5285"/>
                      <a:pt x="3827" y="6301"/>
                    </a:cubicBezTo>
                    <a:cubicBezTo>
                      <a:pt x="3862" y="5541"/>
                      <a:pt x="3670" y="4774"/>
                      <a:pt x="3279" y="4121"/>
                    </a:cubicBezTo>
                    <a:cubicBezTo>
                      <a:pt x="3190" y="3976"/>
                      <a:pt x="3092" y="3828"/>
                      <a:pt x="2954" y="3727"/>
                    </a:cubicBezTo>
                    <a:cubicBezTo>
                      <a:pt x="2847" y="3645"/>
                      <a:pt x="2712" y="3592"/>
                      <a:pt x="2580" y="3592"/>
                    </a:cubicBezTo>
                    <a:cubicBezTo>
                      <a:pt x="2544" y="3592"/>
                      <a:pt x="2509" y="3596"/>
                      <a:pt x="2474" y="3604"/>
                    </a:cubicBezTo>
                    <a:cubicBezTo>
                      <a:pt x="2304" y="3648"/>
                      <a:pt x="2171" y="3790"/>
                      <a:pt x="2096" y="3951"/>
                    </a:cubicBezTo>
                    <a:cubicBezTo>
                      <a:pt x="2020" y="4112"/>
                      <a:pt x="2001" y="4295"/>
                      <a:pt x="1988" y="4471"/>
                    </a:cubicBezTo>
                    <a:cubicBezTo>
                      <a:pt x="1935" y="5323"/>
                      <a:pt x="2067" y="6244"/>
                      <a:pt x="2354" y="7052"/>
                    </a:cubicBezTo>
                    <a:cubicBezTo>
                      <a:pt x="1988" y="6541"/>
                      <a:pt x="1493" y="6131"/>
                      <a:pt x="928" y="5869"/>
                    </a:cubicBezTo>
                    <a:cubicBezTo>
                      <a:pt x="793" y="5806"/>
                      <a:pt x="651" y="5746"/>
                      <a:pt x="502" y="5746"/>
                    </a:cubicBezTo>
                    <a:cubicBezTo>
                      <a:pt x="351" y="5746"/>
                      <a:pt x="193" y="5809"/>
                      <a:pt x="121" y="5935"/>
                    </a:cubicBezTo>
                    <a:cubicBezTo>
                      <a:pt x="1" y="6131"/>
                      <a:pt x="111" y="6383"/>
                      <a:pt x="231" y="6579"/>
                    </a:cubicBezTo>
                    <a:cubicBezTo>
                      <a:pt x="506" y="7030"/>
                      <a:pt x="875" y="7456"/>
                      <a:pt x="1253" y="7828"/>
                    </a:cubicBezTo>
                    <a:cubicBezTo>
                      <a:pt x="2919" y="7825"/>
                      <a:pt x="4585" y="7815"/>
                      <a:pt x="6253" y="7809"/>
                    </a:cubicBezTo>
                    <a:cubicBezTo>
                      <a:pt x="6973" y="7134"/>
                      <a:pt x="7459" y="6083"/>
                      <a:pt x="7717" y="5134"/>
                    </a:cubicBezTo>
                    <a:cubicBezTo>
                      <a:pt x="7787" y="4885"/>
                      <a:pt x="7818" y="4585"/>
                      <a:pt x="7635" y="4408"/>
                    </a:cubicBezTo>
                    <a:cubicBezTo>
                      <a:pt x="7547" y="4323"/>
                      <a:pt x="7435" y="4290"/>
                      <a:pt x="7315" y="4290"/>
                    </a:cubicBezTo>
                    <a:cubicBezTo>
                      <a:pt x="7150" y="4290"/>
                      <a:pt x="6970" y="4352"/>
                      <a:pt x="6818" y="4427"/>
                    </a:cubicBezTo>
                    <a:cubicBezTo>
                      <a:pt x="6152" y="4768"/>
                      <a:pt x="5597" y="5244"/>
                      <a:pt x="5219" y="5891"/>
                    </a:cubicBezTo>
                    <a:cubicBezTo>
                      <a:pt x="5856" y="4295"/>
                      <a:pt x="6247" y="2597"/>
                      <a:pt x="6370" y="884"/>
                    </a:cubicBezTo>
                    <a:cubicBezTo>
                      <a:pt x="6383" y="705"/>
                      <a:pt x="6389" y="528"/>
                      <a:pt x="6339" y="364"/>
                    </a:cubicBezTo>
                    <a:cubicBezTo>
                      <a:pt x="6288" y="197"/>
                      <a:pt x="6156" y="42"/>
                      <a:pt x="5988" y="7"/>
                    </a:cubicBezTo>
                    <a:cubicBezTo>
                      <a:pt x="5964" y="3"/>
                      <a:pt x="5940" y="1"/>
                      <a:pt x="5916" y="1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40"/>
              <p:cNvSpPr/>
              <p:nvPr/>
            </p:nvSpPr>
            <p:spPr>
              <a:xfrm>
                <a:off x="4792625" y="1137300"/>
                <a:ext cx="33325" cy="143725"/>
              </a:xfrm>
              <a:custGeom>
                <a:avLst/>
                <a:gdLst/>
                <a:ahLst/>
                <a:cxnLst/>
                <a:rect l="l" t="t" r="r" b="b"/>
                <a:pathLst>
                  <a:path w="1333" h="5749" extrusionOk="0">
                    <a:moveTo>
                      <a:pt x="1263" y="0"/>
                    </a:moveTo>
                    <a:cubicBezTo>
                      <a:pt x="1250" y="29"/>
                      <a:pt x="300" y="2710"/>
                      <a:pt x="1" y="5739"/>
                    </a:cubicBezTo>
                    <a:lnTo>
                      <a:pt x="76" y="5748"/>
                    </a:lnTo>
                    <a:cubicBezTo>
                      <a:pt x="376" y="2726"/>
                      <a:pt x="1323" y="57"/>
                      <a:pt x="1332" y="29"/>
                    </a:cubicBezTo>
                    <a:lnTo>
                      <a:pt x="1263" y="0"/>
                    </a:ln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40"/>
              <p:cNvSpPr/>
              <p:nvPr/>
            </p:nvSpPr>
            <p:spPr>
              <a:xfrm>
                <a:off x="4824100" y="1226325"/>
                <a:ext cx="40400" cy="60050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2402" extrusionOk="0">
                    <a:moveTo>
                      <a:pt x="1568" y="1"/>
                    </a:moveTo>
                    <a:cubicBezTo>
                      <a:pt x="1556" y="10"/>
                      <a:pt x="452" y="897"/>
                      <a:pt x="0" y="2379"/>
                    </a:cubicBezTo>
                    <a:lnTo>
                      <a:pt x="73" y="2402"/>
                    </a:lnTo>
                    <a:cubicBezTo>
                      <a:pt x="521" y="944"/>
                      <a:pt x="1603" y="73"/>
                      <a:pt x="1616" y="61"/>
                    </a:cubicBezTo>
                    <a:lnTo>
                      <a:pt x="1568" y="1"/>
                    </a:ln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40"/>
              <p:cNvSpPr/>
              <p:nvPr/>
            </p:nvSpPr>
            <p:spPr>
              <a:xfrm>
                <a:off x="4747275" y="1217900"/>
                <a:ext cx="14150" cy="65250"/>
              </a:xfrm>
              <a:custGeom>
                <a:avLst/>
                <a:gdLst/>
                <a:ahLst/>
                <a:cxnLst/>
                <a:rect l="l" t="t" r="r" b="b"/>
                <a:pathLst>
                  <a:path w="566" h="2610" extrusionOk="0">
                    <a:moveTo>
                      <a:pt x="70" y="0"/>
                    </a:moveTo>
                    <a:lnTo>
                      <a:pt x="1" y="22"/>
                    </a:lnTo>
                    <a:cubicBezTo>
                      <a:pt x="4" y="38"/>
                      <a:pt x="490" y="1455"/>
                      <a:pt x="461" y="2609"/>
                    </a:cubicBezTo>
                    <a:lnTo>
                      <a:pt x="537" y="2609"/>
                    </a:lnTo>
                    <a:cubicBezTo>
                      <a:pt x="565" y="1439"/>
                      <a:pt x="76" y="10"/>
                      <a:pt x="70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40"/>
              <p:cNvSpPr/>
              <p:nvPr/>
            </p:nvSpPr>
            <p:spPr>
              <a:xfrm>
                <a:off x="4699575" y="1264025"/>
                <a:ext cx="30850" cy="31350"/>
              </a:xfrm>
              <a:custGeom>
                <a:avLst/>
                <a:gdLst/>
                <a:ahLst/>
                <a:cxnLst/>
                <a:rect l="l" t="t" r="r" b="b"/>
                <a:pathLst>
                  <a:path w="1234" h="1254" extrusionOk="0">
                    <a:moveTo>
                      <a:pt x="35" y="1"/>
                    </a:moveTo>
                    <a:lnTo>
                      <a:pt x="0" y="67"/>
                    </a:lnTo>
                    <a:cubicBezTo>
                      <a:pt x="3" y="70"/>
                      <a:pt x="647" y="433"/>
                      <a:pt x="1171" y="1253"/>
                    </a:cubicBezTo>
                    <a:lnTo>
                      <a:pt x="1234" y="1209"/>
                    </a:lnTo>
                    <a:cubicBezTo>
                      <a:pt x="701" y="373"/>
                      <a:pt x="44" y="4"/>
                      <a:pt x="35" y="1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49" name="Google Shape;1349;p40"/>
            <p:cNvSpPr/>
            <p:nvPr/>
          </p:nvSpPr>
          <p:spPr>
            <a:xfrm>
              <a:off x="659767" y="3499974"/>
              <a:ext cx="720919" cy="418611"/>
            </a:xfrm>
            <a:custGeom>
              <a:avLst/>
              <a:gdLst/>
              <a:ahLst/>
              <a:cxnLst/>
              <a:rect l="l" t="t" r="r" b="b"/>
              <a:pathLst>
                <a:path w="8740" h="5075" extrusionOk="0">
                  <a:moveTo>
                    <a:pt x="3537" y="0"/>
                  </a:moveTo>
                  <a:cubicBezTo>
                    <a:pt x="3524" y="0"/>
                    <a:pt x="3512" y="2"/>
                    <a:pt x="3499" y="5"/>
                  </a:cubicBezTo>
                  <a:cubicBezTo>
                    <a:pt x="3253" y="75"/>
                    <a:pt x="3216" y="860"/>
                    <a:pt x="3389" y="2352"/>
                  </a:cubicBezTo>
                  <a:cubicBezTo>
                    <a:pt x="3226" y="2109"/>
                    <a:pt x="2535" y="1093"/>
                    <a:pt x="2140" y="1093"/>
                  </a:cubicBezTo>
                  <a:cubicBezTo>
                    <a:pt x="2114" y="1093"/>
                    <a:pt x="2090" y="1097"/>
                    <a:pt x="2067" y="1106"/>
                  </a:cubicBezTo>
                  <a:cubicBezTo>
                    <a:pt x="1597" y="1289"/>
                    <a:pt x="2039" y="3356"/>
                    <a:pt x="2067" y="3491"/>
                  </a:cubicBezTo>
                  <a:cubicBezTo>
                    <a:pt x="1687" y="3290"/>
                    <a:pt x="1317" y="3208"/>
                    <a:pt x="1004" y="3208"/>
                  </a:cubicBezTo>
                  <a:cubicBezTo>
                    <a:pt x="578" y="3208"/>
                    <a:pt x="257" y="3360"/>
                    <a:pt x="159" y="3567"/>
                  </a:cubicBezTo>
                  <a:cubicBezTo>
                    <a:pt x="1" y="3892"/>
                    <a:pt x="320" y="4630"/>
                    <a:pt x="1039" y="5069"/>
                  </a:cubicBezTo>
                  <a:cubicBezTo>
                    <a:pt x="1489" y="5073"/>
                    <a:pt x="1938" y="5075"/>
                    <a:pt x="2388" y="5075"/>
                  </a:cubicBezTo>
                  <a:cubicBezTo>
                    <a:pt x="3896" y="5075"/>
                    <a:pt x="5404" y="5056"/>
                    <a:pt x="6915" y="5056"/>
                  </a:cubicBezTo>
                  <a:cubicBezTo>
                    <a:pt x="7256" y="5056"/>
                    <a:pt x="7597" y="5057"/>
                    <a:pt x="7938" y="5059"/>
                  </a:cubicBezTo>
                  <a:cubicBezTo>
                    <a:pt x="8531" y="3759"/>
                    <a:pt x="8739" y="3050"/>
                    <a:pt x="8563" y="2936"/>
                  </a:cubicBezTo>
                  <a:cubicBezTo>
                    <a:pt x="8546" y="2925"/>
                    <a:pt x="8525" y="2919"/>
                    <a:pt x="8501" y="2919"/>
                  </a:cubicBezTo>
                  <a:cubicBezTo>
                    <a:pt x="8328" y="2919"/>
                    <a:pt x="7970" y="3208"/>
                    <a:pt x="7427" y="3778"/>
                  </a:cubicBezTo>
                  <a:cubicBezTo>
                    <a:pt x="7320" y="3176"/>
                    <a:pt x="6951" y="1176"/>
                    <a:pt x="6472" y="1176"/>
                  </a:cubicBezTo>
                  <a:cubicBezTo>
                    <a:pt x="6472" y="1176"/>
                    <a:pt x="6472" y="1176"/>
                    <a:pt x="6471" y="1176"/>
                  </a:cubicBezTo>
                  <a:cubicBezTo>
                    <a:pt x="6090" y="1179"/>
                    <a:pt x="5802" y="2472"/>
                    <a:pt x="5664" y="3195"/>
                  </a:cubicBezTo>
                  <a:cubicBezTo>
                    <a:pt x="5389" y="1217"/>
                    <a:pt x="5105" y="226"/>
                    <a:pt x="4821" y="226"/>
                  </a:cubicBezTo>
                  <a:cubicBezTo>
                    <a:pt x="4673" y="226"/>
                    <a:pt x="4525" y="482"/>
                    <a:pt x="4380" y="996"/>
                  </a:cubicBezTo>
                  <a:cubicBezTo>
                    <a:pt x="4000" y="328"/>
                    <a:pt x="3719" y="0"/>
                    <a:pt x="3537" y="0"/>
                  </a:cubicBezTo>
                  <a:close/>
                </a:path>
              </a:pathLst>
            </a:custGeom>
            <a:solidFill>
              <a:srgbClr val="1A75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4" name="Google Shape;1354;p4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3027" r="27238"/>
          <a:stretch/>
        </p:blipFill>
        <p:spPr>
          <a:xfrm>
            <a:off x="249525" y="755425"/>
            <a:ext cx="3116698" cy="3480227"/>
          </a:xfrm>
          <a:prstGeom prst="rect">
            <a:avLst/>
          </a:prstGeom>
        </p:spPr>
      </p:pic>
      <p:sp>
        <p:nvSpPr>
          <p:cNvPr id="1355" name="Google Shape;1355;p41"/>
          <p:cNvSpPr txBox="1">
            <a:spLocks noGrp="1"/>
          </p:cNvSpPr>
          <p:nvPr>
            <p:ph type="title"/>
          </p:nvPr>
        </p:nvSpPr>
        <p:spPr>
          <a:xfrm>
            <a:off x="3564875" y="420250"/>
            <a:ext cx="5477700" cy="74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System Architecture Overview</a:t>
            </a:r>
            <a:endParaRPr/>
          </a:p>
        </p:txBody>
      </p:sp>
      <p:sp>
        <p:nvSpPr>
          <p:cNvPr id="1356" name="Google Shape;1356;p41"/>
          <p:cNvSpPr txBox="1">
            <a:spLocks noGrp="1"/>
          </p:cNvSpPr>
          <p:nvPr>
            <p:ph type="subTitle" idx="1"/>
          </p:nvPr>
        </p:nvSpPr>
        <p:spPr>
          <a:xfrm>
            <a:off x="3564875" y="1103270"/>
            <a:ext cx="5372700" cy="334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00000"/>
                </a:solidFill>
              </a:rPr>
              <a:t>Component Breakdown:</a:t>
            </a:r>
            <a:endParaRPr sz="1600" b="1">
              <a:solidFill>
                <a:srgbClr val="000000"/>
              </a:solidFill>
            </a:endParaRPr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 b="1">
                <a:solidFill>
                  <a:srgbClr val="000000"/>
                </a:solidFill>
              </a:rPr>
              <a:t>Network</a:t>
            </a:r>
            <a:r>
              <a:rPr lang="en" sz="1600">
                <a:solidFill>
                  <a:srgbClr val="000000"/>
                </a:solidFill>
              </a:rPr>
              <a:t>: Connects all enterprises and organizations</a:t>
            </a:r>
            <a:br>
              <a:rPr lang="en" sz="1600">
                <a:solidFill>
                  <a:srgbClr val="000000"/>
                </a:solidFill>
              </a:rPr>
            </a:br>
            <a:endParaRPr sz="1600">
              <a:solidFill>
                <a:srgbClr val="000000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 b="1">
                <a:solidFill>
                  <a:srgbClr val="000000"/>
                </a:solidFill>
              </a:rPr>
              <a:t>Enterprises</a:t>
            </a:r>
            <a:r>
              <a:rPr lang="en" sz="1600">
                <a:solidFill>
                  <a:srgbClr val="000000"/>
                </a:solidFill>
              </a:rPr>
              <a:t>: Each manages its own domain (donation, inspection, logistics, shelters, requests)</a:t>
            </a:r>
            <a:br>
              <a:rPr lang="en" sz="1600">
                <a:solidFill>
                  <a:srgbClr val="000000"/>
                </a:solidFill>
              </a:rPr>
            </a:br>
            <a:endParaRPr sz="1600">
              <a:solidFill>
                <a:srgbClr val="000000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 b="1">
                <a:solidFill>
                  <a:srgbClr val="000000"/>
                </a:solidFill>
              </a:rPr>
              <a:t>Organizations</a:t>
            </a:r>
            <a:r>
              <a:rPr lang="en" sz="1600">
                <a:solidFill>
                  <a:srgbClr val="000000"/>
                </a:solidFill>
              </a:rPr>
              <a:t>: Specialized sub-units executing work</a:t>
            </a:r>
            <a:br>
              <a:rPr lang="en" sz="1600">
                <a:solidFill>
                  <a:srgbClr val="000000"/>
                </a:solidFill>
              </a:rPr>
            </a:br>
            <a:endParaRPr sz="1600">
              <a:solidFill>
                <a:srgbClr val="000000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 b="1">
                <a:solidFill>
                  <a:srgbClr val="000000"/>
                </a:solidFill>
              </a:rPr>
              <a:t>WorkRequest</a:t>
            </a:r>
            <a:r>
              <a:rPr lang="en" sz="1600">
                <a:solidFill>
                  <a:srgbClr val="000000"/>
                </a:solidFill>
              </a:rPr>
              <a:t>: Cross-enterprise communication backbone</a:t>
            </a:r>
            <a:endParaRPr sz="16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42"/>
          <p:cNvSpPr txBox="1">
            <a:spLocks noGrp="1"/>
          </p:cNvSpPr>
          <p:nvPr>
            <p:ph type="title"/>
          </p:nvPr>
        </p:nvSpPr>
        <p:spPr>
          <a:xfrm>
            <a:off x="4680700" y="1605875"/>
            <a:ext cx="4551600" cy="256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Implementation Techniques</a:t>
            </a:r>
            <a:endParaRPr sz="4600"/>
          </a:p>
        </p:txBody>
      </p:sp>
      <p:sp>
        <p:nvSpPr>
          <p:cNvPr id="1362" name="Google Shape;1362;p42"/>
          <p:cNvSpPr txBox="1">
            <a:spLocks noGrp="1"/>
          </p:cNvSpPr>
          <p:nvPr>
            <p:ph type="title" idx="2"/>
          </p:nvPr>
        </p:nvSpPr>
        <p:spPr>
          <a:xfrm>
            <a:off x="4680712" y="764063"/>
            <a:ext cx="1324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grpSp>
        <p:nvGrpSpPr>
          <p:cNvPr id="1363" name="Google Shape;1363;p42"/>
          <p:cNvGrpSpPr/>
          <p:nvPr/>
        </p:nvGrpSpPr>
        <p:grpSpPr>
          <a:xfrm>
            <a:off x="766638" y="1190625"/>
            <a:ext cx="3981707" cy="2762251"/>
            <a:chOff x="503475" y="1080254"/>
            <a:chExt cx="4299900" cy="2982992"/>
          </a:xfrm>
        </p:grpSpPr>
        <p:sp>
          <p:nvSpPr>
            <p:cNvPr id="1364" name="Google Shape;1364;p42"/>
            <p:cNvSpPr/>
            <p:nvPr/>
          </p:nvSpPr>
          <p:spPr>
            <a:xfrm>
              <a:off x="503475" y="3849046"/>
              <a:ext cx="4299900" cy="214200"/>
            </a:xfrm>
            <a:prstGeom prst="ellipse">
              <a:avLst/>
            </a:prstGeom>
            <a:solidFill>
              <a:srgbClr val="011627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42"/>
            <p:cNvSpPr/>
            <p:nvPr/>
          </p:nvSpPr>
          <p:spPr>
            <a:xfrm>
              <a:off x="1313025" y="3897646"/>
              <a:ext cx="1122600" cy="117000"/>
            </a:xfrm>
            <a:prstGeom prst="ellipse">
              <a:avLst/>
            </a:prstGeom>
            <a:solidFill>
              <a:srgbClr val="011627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42"/>
            <p:cNvSpPr/>
            <p:nvPr/>
          </p:nvSpPr>
          <p:spPr>
            <a:xfrm>
              <a:off x="2496850" y="3897646"/>
              <a:ext cx="1122600" cy="117000"/>
            </a:xfrm>
            <a:prstGeom prst="ellipse">
              <a:avLst/>
            </a:prstGeom>
            <a:solidFill>
              <a:srgbClr val="011627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67" name="Google Shape;1367;p42"/>
            <p:cNvGrpSpPr/>
            <p:nvPr/>
          </p:nvGrpSpPr>
          <p:grpSpPr>
            <a:xfrm>
              <a:off x="849571" y="1253771"/>
              <a:ext cx="3520454" cy="2519075"/>
              <a:chOff x="672671" y="1476375"/>
              <a:chExt cx="3520454" cy="2519075"/>
            </a:xfrm>
          </p:grpSpPr>
          <p:sp>
            <p:nvSpPr>
              <p:cNvPr id="1368" name="Google Shape;1368;p42"/>
              <p:cNvSpPr/>
              <p:nvPr/>
            </p:nvSpPr>
            <p:spPr>
              <a:xfrm>
                <a:off x="672671" y="2204450"/>
                <a:ext cx="626700" cy="17910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42"/>
              <p:cNvSpPr/>
              <p:nvPr/>
            </p:nvSpPr>
            <p:spPr>
              <a:xfrm>
                <a:off x="1299375" y="1532125"/>
                <a:ext cx="488100" cy="24633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42"/>
              <p:cNvSpPr/>
              <p:nvPr/>
            </p:nvSpPr>
            <p:spPr>
              <a:xfrm>
                <a:off x="2571347" y="3034400"/>
                <a:ext cx="749700" cy="9609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42"/>
              <p:cNvSpPr/>
              <p:nvPr/>
            </p:nvSpPr>
            <p:spPr>
              <a:xfrm>
                <a:off x="3321025" y="1476375"/>
                <a:ext cx="384000" cy="25188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42"/>
              <p:cNvSpPr/>
              <p:nvPr/>
            </p:nvSpPr>
            <p:spPr>
              <a:xfrm>
                <a:off x="3705025" y="2037775"/>
                <a:ext cx="488100" cy="19575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73" name="Google Shape;1373;p42"/>
            <p:cNvGrpSpPr/>
            <p:nvPr/>
          </p:nvGrpSpPr>
          <p:grpSpPr>
            <a:xfrm>
              <a:off x="2435619" y="1385714"/>
              <a:ext cx="1367492" cy="2608772"/>
              <a:chOff x="3167000" y="1252375"/>
              <a:chExt cx="315025" cy="600975"/>
            </a:xfrm>
          </p:grpSpPr>
          <p:sp>
            <p:nvSpPr>
              <p:cNvPr id="1374" name="Google Shape;1374;p42"/>
              <p:cNvSpPr/>
              <p:nvPr/>
            </p:nvSpPr>
            <p:spPr>
              <a:xfrm>
                <a:off x="3312200" y="1261750"/>
                <a:ext cx="46150" cy="120450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4818" extrusionOk="0">
                    <a:moveTo>
                      <a:pt x="971" y="0"/>
                    </a:moveTo>
                    <a:cubicBezTo>
                      <a:pt x="968" y="0"/>
                      <a:pt x="966" y="0"/>
                      <a:pt x="966" y="0"/>
                    </a:cubicBezTo>
                    <a:lnTo>
                      <a:pt x="464" y="571"/>
                    </a:lnTo>
                    <a:cubicBezTo>
                      <a:pt x="464" y="571"/>
                      <a:pt x="0" y="4133"/>
                      <a:pt x="256" y="4543"/>
                    </a:cubicBezTo>
                    <a:cubicBezTo>
                      <a:pt x="398" y="4768"/>
                      <a:pt x="848" y="4818"/>
                      <a:pt x="1219" y="4818"/>
                    </a:cubicBezTo>
                    <a:cubicBezTo>
                      <a:pt x="1515" y="4818"/>
                      <a:pt x="1761" y="4786"/>
                      <a:pt x="1761" y="4786"/>
                    </a:cubicBezTo>
                    <a:cubicBezTo>
                      <a:pt x="1761" y="4786"/>
                      <a:pt x="912" y="3622"/>
                      <a:pt x="1379" y="2650"/>
                    </a:cubicBezTo>
                    <a:cubicBezTo>
                      <a:pt x="1846" y="1675"/>
                      <a:pt x="1603" y="568"/>
                      <a:pt x="1508" y="278"/>
                    </a:cubicBezTo>
                    <a:cubicBezTo>
                      <a:pt x="1417" y="9"/>
                      <a:pt x="1020" y="0"/>
                      <a:pt x="971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Google Shape;1375;p42"/>
              <p:cNvSpPr/>
              <p:nvPr/>
            </p:nvSpPr>
            <p:spPr>
              <a:xfrm>
                <a:off x="3326875" y="1386075"/>
                <a:ext cx="136375" cy="159625"/>
              </a:xfrm>
              <a:custGeom>
                <a:avLst/>
                <a:gdLst/>
                <a:ahLst/>
                <a:cxnLst/>
                <a:rect l="l" t="t" r="r" b="b"/>
                <a:pathLst>
                  <a:path w="5455" h="6385" extrusionOk="0">
                    <a:moveTo>
                      <a:pt x="1300" y="1"/>
                    </a:moveTo>
                    <a:cubicBezTo>
                      <a:pt x="1019" y="1"/>
                      <a:pt x="699" y="56"/>
                      <a:pt x="697" y="56"/>
                    </a:cubicBezTo>
                    <a:lnTo>
                      <a:pt x="0" y="1021"/>
                    </a:lnTo>
                    <a:cubicBezTo>
                      <a:pt x="0" y="1021"/>
                      <a:pt x="1155" y="3927"/>
                      <a:pt x="1347" y="4173"/>
                    </a:cubicBezTo>
                    <a:cubicBezTo>
                      <a:pt x="1540" y="4416"/>
                      <a:pt x="5048" y="6384"/>
                      <a:pt x="5048" y="6384"/>
                    </a:cubicBezTo>
                    <a:lnTo>
                      <a:pt x="5455" y="5898"/>
                    </a:lnTo>
                    <a:cubicBezTo>
                      <a:pt x="5455" y="5898"/>
                      <a:pt x="2780" y="3797"/>
                      <a:pt x="2429" y="3315"/>
                    </a:cubicBezTo>
                    <a:cubicBezTo>
                      <a:pt x="2136" y="2107"/>
                      <a:pt x="1827" y="192"/>
                      <a:pt x="1675" y="75"/>
                    </a:cubicBezTo>
                    <a:cubicBezTo>
                      <a:pt x="1607" y="19"/>
                      <a:pt x="1459" y="1"/>
                      <a:pt x="1300" y="1"/>
                    </a:cubicBez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Google Shape;1376;p42"/>
              <p:cNvSpPr/>
              <p:nvPr/>
            </p:nvSpPr>
            <p:spPr>
              <a:xfrm>
                <a:off x="3326950" y="1607275"/>
                <a:ext cx="25" cy="100"/>
              </a:xfrm>
              <a:custGeom>
                <a:avLst/>
                <a:gdLst/>
                <a:ahLst/>
                <a:cxnLst/>
                <a:rect l="l" t="t" r="r" b="b"/>
                <a:pathLst>
                  <a:path w="1" h="4" extrusionOk="0">
                    <a:moveTo>
                      <a:pt x="0" y="0"/>
                    </a:moveTo>
                    <a:lnTo>
                      <a:pt x="0" y="3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Google Shape;1377;p42"/>
              <p:cNvSpPr/>
              <p:nvPr/>
            </p:nvSpPr>
            <p:spPr>
              <a:xfrm>
                <a:off x="3171250" y="1361825"/>
                <a:ext cx="250375" cy="484075"/>
              </a:xfrm>
              <a:custGeom>
                <a:avLst/>
                <a:gdLst/>
                <a:ahLst/>
                <a:cxnLst/>
                <a:rect l="l" t="t" r="r" b="b"/>
                <a:pathLst>
                  <a:path w="10015" h="19363" extrusionOk="0">
                    <a:moveTo>
                      <a:pt x="5623" y="1"/>
                    </a:moveTo>
                    <a:cubicBezTo>
                      <a:pt x="4112" y="310"/>
                      <a:pt x="2995" y="1587"/>
                      <a:pt x="2995" y="1587"/>
                    </a:cubicBezTo>
                    <a:cubicBezTo>
                      <a:pt x="2995" y="1587"/>
                      <a:pt x="4162" y="4771"/>
                      <a:pt x="4396" y="5398"/>
                    </a:cubicBezTo>
                    <a:cubicBezTo>
                      <a:pt x="4304" y="5903"/>
                      <a:pt x="3626" y="8250"/>
                      <a:pt x="3784" y="8922"/>
                    </a:cubicBezTo>
                    <a:lnTo>
                      <a:pt x="4364" y="12250"/>
                    </a:lnTo>
                    <a:lnTo>
                      <a:pt x="4597" y="13604"/>
                    </a:lnTo>
                    <a:cubicBezTo>
                      <a:pt x="4241" y="13881"/>
                      <a:pt x="3787" y="14238"/>
                      <a:pt x="3329" y="14598"/>
                    </a:cubicBezTo>
                    <a:cubicBezTo>
                      <a:pt x="3231" y="14673"/>
                      <a:pt x="3134" y="14752"/>
                      <a:pt x="3039" y="14828"/>
                    </a:cubicBezTo>
                    <a:cubicBezTo>
                      <a:pt x="2146" y="15528"/>
                      <a:pt x="1317" y="16188"/>
                      <a:pt x="1263" y="16232"/>
                    </a:cubicBezTo>
                    <a:cubicBezTo>
                      <a:pt x="1228" y="16254"/>
                      <a:pt x="1190" y="16282"/>
                      <a:pt x="1143" y="16314"/>
                    </a:cubicBezTo>
                    <a:lnTo>
                      <a:pt x="1130" y="16320"/>
                    </a:lnTo>
                    <a:cubicBezTo>
                      <a:pt x="932" y="16459"/>
                      <a:pt x="654" y="16645"/>
                      <a:pt x="496" y="16711"/>
                    </a:cubicBezTo>
                    <a:cubicBezTo>
                      <a:pt x="291" y="16803"/>
                      <a:pt x="1" y="16964"/>
                      <a:pt x="64" y="17260"/>
                    </a:cubicBezTo>
                    <a:cubicBezTo>
                      <a:pt x="64" y="17260"/>
                      <a:pt x="1402" y="19093"/>
                      <a:pt x="1512" y="19260"/>
                    </a:cubicBezTo>
                    <a:cubicBezTo>
                      <a:pt x="1556" y="19328"/>
                      <a:pt x="1607" y="19352"/>
                      <a:pt x="1656" y="19352"/>
                    </a:cubicBezTo>
                    <a:cubicBezTo>
                      <a:pt x="1768" y="19352"/>
                      <a:pt x="1871" y="19228"/>
                      <a:pt x="1869" y="19213"/>
                    </a:cubicBezTo>
                    <a:cubicBezTo>
                      <a:pt x="1869" y="19213"/>
                      <a:pt x="1796" y="18838"/>
                      <a:pt x="1730" y="18557"/>
                    </a:cubicBezTo>
                    <a:lnTo>
                      <a:pt x="1730" y="18550"/>
                    </a:lnTo>
                    <a:cubicBezTo>
                      <a:pt x="1585" y="17945"/>
                      <a:pt x="1405" y="17311"/>
                      <a:pt x="1433" y="17266"/>
                    </a:cubicBezTo>
                    <a:cubicBezTo>
                      <a:pt x="1436" y="17260"/>
                      <a:pt x="3560" y="15695"/>
                      <a:pt x="4367" y="15150"/>
                    </a:cubicBezTo>
                    <a:cubicBezTo>
                      <a:pt x="5254" y="14550"/>
                      <a:pt x="5894" y="14317"/>
                      <a:pt x="5989" y="13837"/>
                    </a:cubicBezTo>
                    <a:lnTo>
                      <a:pt x="6064" y="12607"/>
                    </a:lnTo>
                    <a:lnTo>
                      <a:pt x="6228" y="9834"/>
                    </a:lnTo>
                    <a:lnTo>
                      <a:pt x="6228" y="9834"/>
                    </a:lnTo>
                    <a:cubicBezTo>
                      <a:pt x="6220" y="9836"/>
                      <a:pt x="6212" y="9838"/>
                      <a:pt x="6212" y="9838"/>
                    </a:cubicBezTo>
                    <a:cubicBezTo>
                      <a:pt x="6211" y="9838"/>
                      <a:pt x="6216" y="9837"/>
                      <a:pt x="6228" y="9831"/>
                    </a:cubicBezTo>
                    <a:cubicBezTo>
                      <a:pt x="6241" y="9828"/>
                      <a:pt x="6244" y="9828"/>
                      <a:pt x="6247" y="9828"/>
                    </a:cubicBezTo>
                    <a:lnTo>
                      <a:pt x="6232" y="9834"/>
                    </a:lnTo>
                    <a:lnTo>
                      <a:pt x="7064" y="11730"/>
                    </a:lnTo>
                    <a:lnTo>
                      <a:pt x="7516" y="12755"/>
                    </a:lnTo>
                    <a:lnTo>
                      <a:pt x="7610" y="12973"/>
                    </a:lnTo>
                    <a:lnTo>
                      <a:pt x="7714" y="13219"/>
                    </a:lnTo>
                    <a:cubicBezTo>
                      <a:pt x="7711" y="13228"/>
                      <a:pt x="7711" y="13238"/>
                      <a:pt x="7711" y="13251"/>
                    </a:cubicBezTo>
                    <a:cubicBezTo>
                      <a:pt x="7705" y="13345"/>
                      <a:pt x="7692" y="13446"/>
                      <a:pt x="7680" y="13560"/>
                    </a:cubicBezTo>
                    <a:cubicBezTo>
                      <a:pt x="7635" y="14008"/>
                      <a:pt x="7582" y="14582"/>
                      <a:pt x="7522" y="15162"/>
                    </a:cubicBezTo>
                    <a:lnTo>
                      <a:pt x="7487" y="15528"/>
                    </a:lnTo>
                    <a:cubicBezTo>
                      <a:pt x="7377" y="16658"/>
                      <a:pt x="7273" y="17714"/>
                      <a:pt x="7269" y="17781"/>
                    </a:cubicBezTo>
                    <a:cubicBezTo>
                      <a:pt x="7266" y="17809"/>
                      <a:pt x="7257" y="17834"/>
                      <a:pt x="7254" y="17872"/>
                    </a:cubicBezTo>
                    <a:lnTo>
                      <a:pt x="7254" y="17879"/>
                    </a:lnTo>
                    <a:cubicBezTo>
                      <a:pt x="7216" y="18115"/>
                      <a:pt x="7146" y="18491"/>
                      <a:pt x="7083" y="18664"/>
                    </a:cubicBezTo>
                    <a:cubicBezTo>
                      <a:pt x="7004" y="18875"/>
                      <a:pt x="6922" y="19191"/>
                      <a:pt x="7181" y="19355"/>
                    </a:cubicBezTo>
                    <a:cubicBezTo>
                      <a:pt x="7181" y="19355"/>
                      <a:pt x="8197" y="19342"/>
                      <a:pt x="8971" y="19342"/>
                    </a:cubicBezTo>
                    <a:cubicBezTo>
                      <a:pt x="9397" y="19342"/>
                      <a:pt x="9749" y="19346"/>
                      <a:pt x="9818" y="19358"/>
                    </a:cubicBezTo>
                    <a:cubicBezTo>
                      <a:pt x="9837" y="19361"/>
                      <a:pt x="9851" y="19363"/>
                      <a:pt x="9863" y="19363"/>
                    </a:cubicBezTo>
                    <a:cubicBezTo>
                      <a:pt x="10014" y="19363"/>
                      <a:pt x="9603" y="19087"/>
                      <a:pt x="9377" y="18964"/>
                    </a:cubicBezTo>
                    <a:cubicBezTo>
                      <a:pt x="9377" y="18964"/>
                      <a:pt x="9423" y="18917"/>
                      <a:pt x="9420" y="18917"/>
                    </a:cubicBezTo>
                    <a:lnTo>
                      <a:pt x="9420" y="18917"/>
                    </a:lnTo>
                    <a:cubicBezTo>
                      <a:pt x="9418" y="18917"/>
                      <a:pt x="9406" y="18928"/>
                      <a:pt x="9371" y="18961"/>
                    </a:cubicBezTo>
                    <a:cubicBezTo>
                      <a:pt x="8841" y="18645"/>
                      <a:pt x="8061" y="18361"/>
                      <a:pt x="8052" y="18308"/>
                    </a:cubicBezTo>
                    <a:cubicBezTo>
                      <a:pt x="8052" y="18289"/>
                      <a:pt x="8121" y="17920"/>
                      <a:pt x="8229" y="17374"/>
                    </a:cubicBezTo>
                    <a:lnTo>
                      <a:pt x="8229" y="17371"/>
                    </a:lnTo>
                    <a:cubicBezTo>
                      <a:pt x="8361" y="16680"/>
                      <a:pt x="8547" y="15714"/>
                      <a:pt x="8699" y="14850"/>
                    </a:cubicBezTo>
                    <a:cubicBezTo>
                      <a:pt x="8875" y="13828"/>
                      <a:pt x="9008" y="13446"/>
                      <a:pt x="9024" y="12986"/>
                    </a:cubicBezTo>
                    <a:cubicBezTo>
                      <a:pt x="9024" y="12733"/>
                      <a:pt x="8973" y="12282"/>
                      <a:pt x="8891" y="11727"/>
                    </a:cubicBezTo>
                    <a:cubicBezTo>
                      <a:pt x="8541" y="9389"/>
                      <a:pt x="7610" y="5099"/>
                      <a:pt x="7610" y="5099"/>
                    </a:cubicBezTo>
                    <a:lnTo>
                      <a:pt x="7878" y="1042"/>
                    </a:lnTo>
                    <a:cubicBezTo>
                      <a:pt x="7878" y="1042"/>
                      <a:pt x="6982" y="130"/>
                      <a:pt x="5623" y="1"/>
                    </a:cubicBez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Google Shape;1378;p42"/>
              <p:cNvSpPr/>
              <p:nvPr/>
            </p:nvSpPr>
            <p:spPr>
              <a:xfrm>
                <a:off x="3238300" y="1503400"/>
                <a:ext cx="167925" cy="261225"/>
              </a:xfrm>
              <a:custGeom>
                <a:avLst/>
                <a:gdLst/>
                <a:ahLst/>
                <a:cxnLst/>
                <a:rect l="l" t="t" r="r" b="b"/>
                <a:pathLst>
                  <a:path w="6717" h="10449" extrusionOk="0">
                    <a:moveTo>
                      <a:pt x="5206" y="0"/>
                    </a:moveTo>
                    <a:lnTo>
                      <a:pt x="5206" y="0"/>
                    </a:lnTo>
                    <a:lnTo>
                      <a:pt x="5206" y="0"/>
                    </a:lnTo>
                    <a:cubicBezTo>
                      <a:pt x="5206" y="0"/>
                      <a:pt x="5206" y="0"/>
                      <a:pt x="5206" y="0"/>
                    </a:cubicBezTo>
                    <a:close/>
                    <a:moveTo>
                      <a:pt x="5206" y="0"/>
                    </a:moveTo>
                    <a:cubicBezTo>
                      <a:pt x="5205" y="4"/>
                      <a:pt x="4493" y="342"/>
                      <a:pt x="3379" y="342"/>
                    </a:cubicBezTo>
                    <a:cubicBezTo>
                      <a:pt x="2875" y="342"/>
                      <a:pt x="2290" y="273"/>
                      <a:pt x="1650" y="73"/>
                    </a:cubicBezTo>
                    <a:cubicBezTo>
                      <a:pt x="1650" y="73"/>
                      <a:pt x="874" y="2366"/>
                      <a:pt x="937" y="3108"/>
                    </a:cubicBezTo>
                    <a:cubicBezTo>
                      <a:pt x="1001" y="3849"/>
                      <a:pt x="1698" y="7777"/>
                      <a:pt x="1698" y="7777"/>
                    </a:cubicBezTo>
                    <a:lnTo>
                      <a:pt x="1" y="8701"/>
                    </a:lnTo>
                    <a:lnTo>
                      <a:pt x="174" y="8906"/>
                    </a:lnTo>
                    <a:lnTo>
                      <a:pt x="1083" y="8906"/>
                    </a:lnTo>
                    <a:lnTo>
                      <a:pt x="505" y="9379"/>
                    </a:lnTo>
                    <a:lnTo>
                      <a:pt x="1351" y="10449"/>
                    </a:lnTo>
                    <a:lnTo>
                      <a:pt x="3408" y="8288"/>
                    </a:lnTo>
                    <a:lnTo>
                      <a:pt x="3546" y="4155"/>
                    </a:lnTo>
                    <a:lnTo>
                      <a:pt x="4953" y="7572"/>
                    </a:lnTo>
                    <a:lnTo>
                      <a:pt x="4297" y="9938"/>
                    </a:lnTo>
                    <a:lnTo>
                      <a:pt x="4837" y="9957"/>
                    </a:lnTo>
                    <a:lnTo>
                      <a:pt x="5259" y="9133"/>
                    </a:lnTo>
                    <a:lnTo>
                      <a:pt x="5408" y="10039"/>
                    </a:lnTo>
                    <a:lnTo>
                      <a:pt x="6717" y="10143"/>
                    </a:lnTo>
                    <a:lnTo>
                      <a:pt x="6575" y="7357"/>
                    </a:lnTo>
                    <a:lnTo>
                      <a:pt x="5206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42"/>
              <p:cNvSpPr/>
              <p:nvPr/>
            </p:nvSpPr>
            <p:spPr>
              <a:xfrm>
                <a:off x="3282475" y="1323975"/>
                <a:ext cx="49625" cy="64025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2561" extrusionOk="0">
                    <a:moveTo>
                      <a:pt x="208" y="0"/>
                    </a:moveTo>
                    <a:lnTo>
                      <a:pt x="130" y="852"/>
                    </a:lnTo>
                    <a:lnTo>
                      <a:pt x="70" y="1552"/>
                    </a:lnTo>
                    <a:lnTo>
                      <a:pt x="0" y="1988"/>
                    </a:lnTo>
                    <a:cubicBezTo>
                      <a:pt x="0" y="1988"/>
                      <a:pt x="256" y="2561"/>
                      <a:pt x="990" y="2561"/>
                    </a:cubicBezTo>
                    <a:cubicBezTo>
                      <a:pt x="1030" y="2561"/>
                      <a:pt x="1071" y="2559"/>
                      <a:pt x="1114" y="2556"/>
                    </a:cubicBezTo>
                    <a:cubicBezTo>
                      <a:pt x="1940" y="2483"/>
                      <a:pt x="1984" y="1944"/>
                      <a:pt x="1984" y="1944"/>
                    </a:cubicBezTo>
                    <a:lnTo>
                      <a:pt x="1385" y="578"/>
                    </a:lnTo>
                    <a:lnTo>
                      <a:pt x="1007" y="546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42"/>
              <p:cNvSpPr/>
              <p:nvPr/>
            </p:nvSpPr>
            <p:spPr>
              <a:xfrm>
                <a:off x="3250675" y="1368050"/>
                <a:ext cx="129700" cy="70375"/>
              </a:xfrm>
              <a:custGeom>
                <a:avLst/>
                <a:gdLst/>
                <a:ahLst/>
                <a:cxnLst/>
                <a:rect l="l" t="t" r="r" b="b"/>
                <a:pathLst>
                  <a:path w="5188" h="2815" extrusionOk="0">
                    <a:moveTo>
                      <a:pt x="3477" y="1"/>
                    </a:moveTo>
                    <a:cubicBezTo>
                      <a:pt x="3477" y="1"/>
                      <a:pt x="3433" y="600"/>
                      <a:pt x="2919" y="796"/>
                    </a:cubicBezTo>
                    <a:cubicBezTo>
                      <a:pt x="2871" y="814"/>
                      <a:pt x="2821" y="822"/>
                      <a:pt x="2769" y="822"/>
                    </a:cubicBezTo>
                    <a:cubicBezTo>
                      <a:pt x="2255" y="822"/>
                      <a:pt x="1569" y="39"/>
                      <a:pt x="1569" y="39"/>
                    </a:cubicBezTo>
                    <a:cubicBezTo>
                      <a:pt x="1569" y="39"/>
                      <a:pt x="916" y="405"/>
                      <a:pt x="420" y="720"/>
                    </a:cubicBezTo>
                    <a:cubicBezTo>
                      <a:pt x="1" y="991"/>
                      <a:pt x="1130" y="2815"/>
                      <a:pt x="1130" y="2815"/>
                    </a:cubicBezTo>
                    <a:lnTo>
                      <a:pt x="4670" y="2326"/>
                    </a:lnTo>
                    <a:lnTo>
                      <a:pt x="5187" y="1998"/>
                    </a:lnTo>
                    <a:cubicBezTo>
                      <a:pt x="5187" y="1998"/>
                      <a:pt x="4862" y="973"/>
                      <a:pt x="4771" y="796"/>
                    </a:cubicBezTo>
                    <a:cubicBezTo>
                      <a:pt x="4771" y="796"/>
                      <a:pt x="4212" y="291"/>
                      <a:pt x="3477" y="1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Google Shape;1381;p42"/>
              <p:cNvSpPr/>
              <p:nvPr/>
            </p:nvSpPr>
            <p:spPr>
              <a:xfrm>
                <a:off x="3285850" y="1323825"/>
                <a:ext cx="45075" cy="35025"/>
              </a:xfrm>
              <a:custGeom>
                <a:avLst/>
                <a:gdLst/>
                <a:ahLst/>
                <a:cxnLst/>
                <a:rect l="l" t="t" r="r" b="b"/>
                <a:pathLst>
                  <a:path w="1803" h="1401" extrusionOk="0">
                    <a:moveTo>
                      <a:pt x="80" y="0"/>
                    </a:moveTo>
                    <a:lnTo>
                      <a:pt x="1" y="852"/>
                    </a:lnTo>
                    <a:cubicBezTo>
                      <a:pt x="726" y="1290"/>
                      <a:pt x="1073" y="1341"/>
                      <a:pt x="1594" y="1401"/>
                    </a:cubicBezTo>
                    <a:lnTo>
                      <a:pt x="1802" y="877"/>
                    </a:lnTo>
                    <a:lnTo>
                      <a:pt x="1730" y="659"/>
                    </a:lnTo>
                    <a:lnTo>
                      <a:pt x="903" y="864"/>
                    </a:lnTo>
                    <a:lnTo>
                      <a:pt x="80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Google Shape;1382;p42"/>
              <p:cNvSpPr/>
              <p:nvPr/>
            </p:nvSpPr>
            <p:spPr>
              <a:xfrm>
                <a:off x="3269300" y="1258650"/>
                <a:ext cx="80350" cy="98025"/>
              </a:xfrm>
              <a:custGeom>
                <a:avLst/>
                <a:gdLst/>
                <a:ahLst/>
                <a:cxnLst/>
                <a:rect l="l" t="t" r="r" b="b"/>
                <a:pathLst>
                  <a:path w="3214" h="3921" extrusionOk="0">
                    <a:moveTo>
                      <a:pt x="1639" y="0"/>
                    </a:moveTo>
                    <a:cubicBezTo>
                      <a:pt x="1624" y="0"/>
                      <a:pt x="1609" y="0"/>
                      <a:pt x="1593" y="1"/>
                    </a:cubicBezTo>
                    <a:cubicBezTo>
                      <a:pt x="1593" y="1"/>
                      <a:pt x="1582" y="0"/>
                      <a:pt x="1562" y="0"/>
                    </a:cubicBezTo>
                    <a:cubicBezTo>
                      <a:pt x="1382" y="0"/>
                      <a:pt x="475" y="62"/>
                      <a:pt x="180" y="1276"/>
                    </a:cubicBezTo>
                    <a:cubicBezTo>
                      <a:pt x="180" y="1276"/>
                      <a:pt x="0" y="2143"/>
                      <a:pt x="477" y="2869"/>
                    </a:cubicBezTo>
                    <a:cubicBezTo>
                      <a:pt x="477" y="2869"/>
                      <a:pt x="1392" y="3781"/>
                      <a:pt x="2294" y="3916"/>
                    </a:cubicBezTo>
                    <a:cubicBezTo>
                      <a:pt x="2314" y="3919"/>
                      <a:pt x="2334" y="3920"/>
                      <a:pt x="2354" y="3920"/>
                    </a:cubicBezTo>
                    <a:cubicBezTo>
                      <a:pt x="2943" y="3920"/>
                      <a:pt x="3213" y="2799"/>
                      <a:pt x="3158" y="1736"/>
                    </a:cubicBezTo>
                    <a:cubicBezTo>
                      <a:pt x="3066" y="758"/>
                      <a:pt x="2324" y="0"/>
                      <a:pt x="1639" y="0"/>
                    </a:cubicBez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42"/>
              <p:cNvSpPr/>
              <p:nvPr/>
            </p:nvSpPr>
            <p:spPr>
              <a:xfrm>
                <a:off x="3322225" y="1308400"/>
                <a:ext cx="9875" cy="2102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841" extrusionOk="0">
                    <a:moveTo>
                      <a:pt x="198" y="1"/>
                    </a:moveTo>
                    <a:cubicBezTo>
                      <a:pt x="195" y="1"/>
                      <a:pt x="192" y="1"/>
                      <a:pt x="189" y="2"/>
                    </a:cubicBezTo>
                    <a:cubicBezTo>
                      <a:pt x="177" y="11"/>
                      <a:pt x="174" y="24"/>
                      <a:pt x="177" y="33"/>
                    </a:cubicBezTo>
                    <a:cubicBezTo>
                      <a:pt x="177" y="33"/>
                      <a:pt x="271" y="220"/>
                      <a:pt x="319" y="570"/>
                    </a:cubicBezTo>
                    <a:cubicBezTo>
                      <a:pt x="338" y="718"/>
                      <a:pt x="306" y="778"/>
                      <a:pt x="268" y="791"/>
                    </a:cubicBezTo>
                    <a:cubicBezTo>
                      <a:pt x="264" y="792"/>
                      <a:pt x="258" y="793"/>
                      <a:pt x="253" y="793"/>
                    </a:cubicBezTo>
                    <a:cubicBezTo>
                      <a:pt x="195" y="793"/>
                      <a:pt x="108" y="714"/>
                      <a:pt x="51" y="573"/>
                    </a:cubicBezTo>
                    <a:cubicBezTo>
                      <a:pt x="48" y="566"/>
                      <a:pt x="40" y="560"/>
                      <a:pt x="31" y="560"/>
                    </a:cubicBezTo>
                    <a:cubicBezTo>
                      <a:pt x="27" y="560"/>
                      <a:pt x="23" y="561"/>
                      <a:pt x="19" y="563"/>
                    </a:cubicBezTo>
                    <a:cubicBezTo>
                      <a:pt x="6" y="567"/>
                      <a:pt x="0" y="582"/>
                      <a:pt x="6" y="595"/>
                    </a:cubicBezTo>
                    <a:cubicBezTo>
                      <a:pt x="67" y="741"/>
                      <a:pt x="164" y="841"/>
                      <a:pt x="247" y="841"/>
                    </a:cubicBezTo>
                    <a:cubicBezTo>
                      <a:pt x="255" y="841"/>
                      <a:pt x="264" y="840"/>
                      <a:pt x="271" y="838"/>
                    </a:cubicBezTo>
                    <a:lnTo>
                      <a:pt x="281" y="838"/>
                    </a:lnTo>
                    <a:cubicBezTo>
                      <a:pt x="316" y="832"/>
                      <a:pt x="394" y="784"/>
                      <a:pt x="366" y="567"/>
                    </a:cubicBezTo>
                    <a:cubicBezTo>
                      <a:pt x="319" y="213"/>
                      <a:pt x="224" y="24"/>
                      <a:pt x="221" y="15"/>
                    </a:cubicBezTo>
                    <a:cubicBezTo>
                      <a:pt x="216" y="5"/>
                      <a:pt x="208" y="1"/>
                      <a:pt x="198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42"/>
              <p:cNvSpPr/>
              <p:nvPr/>
            </p:nvSpPr>
            <p:spPr>
              <a:xfrm>
                <a:off x="3332150" y="1304050"/>
                <a:ext cx="14700" cy="6775"/>
              </a:xfrm>
              <a:custGeom>
                <a:avLst/>
                <a:gdLst/>
                <a:ahLst/>
                <a:cxnLst/>
                <a:rect l="l" t="t" r="r" b="b"/>
                <a:pathLst>
                  <a:path w="588" h="271" extrusionOk="0">
                    <a:moveTo>
                      <a:pt x="256" y="0"/>
                    </a:moveTo>
                    <a:cubicBezTo>
                      <a:pt x="238" y="0"/>
                      <a:pt x="221" y="2"/>
                      <a:pt x="203" y="6"/>
                    </a:cubicBezTo>
                    <a:cubicBezTo>
                      <a:pt x="143" y="28"/>
                      <a:pt x="98" y="65"/>
                      <a:pt x="64" y="113"/>
                    </a:cubicBezTo>
                    <a:cubicBezTo>
                      <a:pt x="32" y="160"/>
                      <a:pt x="10" y="217"/>
                      <a:pt x="1" y="271"/>
                    </a:cubicBezTo>
                    <a:cubicBezTo>
                      <a:pt x="42" y="233"/>
                      <a:pt x="76" y="195"/>
                      <a:pt x="111" y="163"/>
                    </a:cubicBezTo>
                    <a:cubicBezTo>
                      <a:pt x="149" y="132"/>
                      <a:pt x="187" y="110"/>
                      <a:pt x="228" y="97"/>
                    </a:cubicBezTo>
                    <a:cubicBezTo>
                      <a:pt x="243" y="91"/>
                      <a:pt x="260" y="88"/>
                      <a:pt x="276" y="88"/>
                    </a:cubicBezTo>
                    <a:cubicBezTo>
                      <a:pt x="337" y="88"/>
                      <a:pt x="404" y="126"/>
                      <a:pt x="471" y="185"/>
                    </a:cubicBezTo>
                    <a:lnTo>
                      <a:pt x="587" y="47"/>
                    </a:lnTo>
                    <a:lnTo>
                      <a:pt x="449" y="122"/>
                    </a:lnTo>
                    <a:cubicBezTo>
                      <a:pt x="430" y="91"/>
                      <a:pt x="408" y="59"/>
                      <a:pt x="376" y="40"/>
                    </a:cubicBezTo>
                    <a:cubicBezTo>
                      <a:pt x="351" y="18"/>
                      <a:pt x="326" y="9"/>
                      <a:pt x="294" y="2"/>
                    </a:cubicBezTo>
                    <a:cubicBezTo>
                      <a:pt x="281" y="1"/>
                      <a:pt x="268" y="0"/>
                      <a:pt x="256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42"/>
              <p:cNvSpPr/>
              <p:nvPr/>
            </p:nvSpPr>
            <p:spPr>
              <a:xfrm>
                <a:off x="3301800" y="1307250"/>
                <a:ext cx="16650" cy="5950"/>
              </a:xfrm>
              <a:custGeom>
                <a:avLst/>
                <a:gdLst/>
                <a:ahLst/>
                <a:cxnLst/>
                <a:rect l="l" t="t" r="r" b="b"/>
                <a:pathLst>
                  <a:path w="666" h="238" extrusionOk="0">
                    <a:moveTo>
                      <a:pt x="401" y="1"/>
                    </a:moveTo>
                    <a:cubicBezTo>
                      <a:pt x="366" y="1"/>
                      <a:pt x="338" y="4"/>
                      <a:pt x="303" y="16"/>
                    </a:cubicBezTo>
                    <a:cubicBezTo>
                      <a:pt x="271" y="32"/>
                      <a:pt x="249" y="48"/>
                      <a:pt x="224" y="73"/>
                    </a:cubicBezTo>
                    <a:cubicBezTo>
                      <a:pt x="199" y="102"/>
                      <a:pt x="183" y="136"/>
                      <a:pt x="170" y="171"/>
                    </a:cubicBezTo>
                    <a:lnTo>
                      <a:pt x="0" y="133"/>
                    </a:lnTo>
                    <a:lnTo>
                      <a:pt x="158" y="237"/>
                    </a:lnTo>
                    <a:cubicBezTo>
                      <a:pt x="225" y="155"/>
                      <a:pt x="298" y="100"/>
                      <a:pt x="373" y="100"/>
                    </a:cubicBezTo>
                    <a:cubicBezTo>
                      <a:pt x="379" y="100"/>
                      <a:pt x="385" y="101"/>
                      <a:pt x="391" y="102"/>
                    </a:cubicBezTo>
                    <a:cubicBezTo>
                      <a:pt x="435" y="102"/>
                      <a:pt x="476" y="117"/>
                      <a:pt x="524" y="136"/>
                    </a:cubicBezTo>
                    <a:cubicBezTo>
                      <a:pt x="571" y="155"/>
                      <a:pt x="615" y="184"/>
                      <a:pt x="666" y="212"/>
                    </a:cubicBezTo>
                    <a:cubicBezTo>
                      <a:pt x="653" y="155"/>
                      <a:pt x="612" y="108"/>
                      <a:pt x="568" y="73"/>
                    </a:cubicBezTo>
                    <a:cubicBezTo>
                      <a:pt x="527" y="32"/>
                      <a:pt x="467" y="4"/>
                      <a:pt x="401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42"/>
              <p:cNvSpPr/>
              <p:nvPr/>
            </p:nvSpPr>
            <p:spPr>
              <a:xfrm>
                <a:off x="3257850" y="1408975"/>
                <a:ext cx="115975" cy="136400"/>
              </a:xfrm>
              <a:custGeom>
                <a:avLst/>
                <a:gdLst/>
                <a:ahLst/>
                <a:cxnLst/>
                <a:rect l="l" t="t" r="r" b="b"/>
                <a:pathLst>
                  <a:path w="4639" h="5456" extrusionOk="0">
                    <a:moveTo>
                      <a:pt x="2857" y="0"/>
                    </a:moveTo>
                    <a:cubicBezTo>
                      <a:pt x="2815" y="0"/>
                      <a:pt x="2776" y="3"/>
                      <a:pt x="2739" y="7"/>
                    </a:cubicBezTo>
                    <a:cubicBezTo>
                      <a:pt x="2212" y="74"/>
                      <a:pt x="559" y="695"/>
                      <a:pt x="559" y="695"/>
                    </a:cubicBezTo>
                    <a:lnTo>
                      <a:pt x="402" y="780"/>
                    </a:lnTo>
                    <a:lnTo>
                      <a:pt x="1" y="989"/>
                    </a:lnTo>
                    <a:cubicBezTo>
                      <a:pt x="1" y="989"/>
                      <a:pt x="635" y="2863"/>
                      <a:pt x="591" y="3500"/>
                    </a:cubicBezTo>
                    <a:cubicBezTo>
                      <a:pt x="562" y="3935"/>
                      <a:pt x="247" y="5263"/>
                      <a:pt x="247" y="5263"/>
                    </a:cubicBezTo>
                    <a:cubicBezTo>
                      <a:pt x="247" y="5263"/>
                      <a:pt x="1015" y="5456"/>
                      <a:pt x="1861" y="5456"/>
                    </a:cubicBezTo>
                    <a:cubicBezTo>
                      <a:pt x="2098" y="5456"/>
                      <a:pt x="2341" y="5441"/>
                      <a:pt x="2575" y="5402"/>
                    </a:cubicBezTo>
                    <a:cubicBezTo>
                      <a:pt x="3897" y="5330"/>
                      <a:pt x="4638" y="4872"/>
                      <a:pt x="4638" y="4872"/>
                    </a:cubicBezTo>
                    <a:lnTo>
                      <a:pt x="4219" y="3582"/>
                    </a:lnTo>
                    <a:lnTo>
                      <a:pt x="4137" y="3197"/>
                    </a:lnTo>
                    <a:lnTo>
                      <a:pt x="4405" y="408"/>
                    </a:lnTo>
                    <a:cubicBezTo>
                      <a:pt x="4405" y="408"/>
                      <a:pt x="3420" y="0"/>
                      <a:pt x="2857" y="0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42"/>
              <p:cNvSpPr/>
              <p:nvPr/>
            </p:nvSpPr>
            <p:spPr>
              <a:xfrm>
                <a:off x="3354475" y="1401825"/>
                <a:ext cx="13825" cy="40075"/>
              </a:xfrm>
              <a:custGeom>
                <a:avLst/>
                <a:gdLst/>
                <a:ahLst/>
                <a:cxnLst/>
                <a:rect l="l" t="t" r="r" b="b"/>
                <a:pathLst>
                  <a:path w="553" h="1603" extrusionOk="0">
                    <a:moveTo>
                      <a:pt x="0" y="0"/>
                    </a:moveTo>
                    <a:cubicBezTo>
                      <a:pt x="0" y="0"/>
                      <a:pt x="303" y="644"/>
                      <a:pt x="376" y="801"/>
                    </a:cubicBezTo>
                    <a:cubicBezTo>
                      <a:pt x="445" y="959"/>
                      <a:pt x="458" y="1603"/>
                      <a:pt x="458" y="1603"/>
                    </a:cubicBezTo>
                    <a:cubicBezTo>
                      <a:pt x="458" y="1603"/>
                      <a:pt x="480" y="1312"/>
                      <a:pt x="518" y="975"/>
                    </a:cubicBezTo>
                    <a:cubicBezTo>
                      <a:pt x="552" y="634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42"/>
              <p:cNvSpPr/>
              <p:nvPr/>
            </p:nvSpPr>
            <p:spPr>
              <a:xfrm>
                <a:off x="3276075" y="1275925"/>
                <a:ext cx="75175" cy="28800"/>
              </a:xfrm>
              <a:custGeom>
                <a:avLst/>
                <a:gdLst/>
                <a:ahLst/>
                <a:cxnLst/>
                <a:rect l="l" t="t" r="r" b="b"/>
                <a:pathLst>
                  <a:path w="3007" h="1152" extrusionOk="0">
                    <a:moveTo>
                      <a:pt x="1999" y="0"/>
                    </a:moveTo>
                    <a:cubicBezTo>
                      <a:pt x="1598" y="0"/>
                      <a:pt x="1194" y="153"/>
                      <a:pt x="975" y="414"/>
                    </a:cubicBezTo>
                    <a:cubicBezTo>
                      <a:pt x="598" y="860"/>
                      <a:pt x="32" y="866"/>
                      <a:pt x="2" y="866"/>
                    </a:cubicBezTo>
                    <a:cubicBezTo>
                      <a:pt x="1" y="866"/>
                      <a:pt x="1" y="866"/>
                      <a:pt x="1" y="866"/>
                    </a:cubicBezTo>
                    <a:lnTo>
                      <a:pt x="1" y="866"/>
                    </a:lnTo>
                    <a:cubicBezTo>
                      <a:pt x="306" y="1077"/>
                      <a:pt x="605" y="1152"/>
                      <a:pt x="876" y="1152"/>
                    </a:cubicBezTo>
                    <a:cubicBezTo>
                      <a:pt x="1539" y="1152"/>
                      <a:pt x="2032" y="702"/>
                      <a:pt x="2032" y="701"/>
                    </a:cubicBezTo>
                    <a:lnTo>
                      <a:pt x="2032" y="701"/>
                    </a:lnTo>
                    <a:lnTo>
                      <a:pt x="1818" y="1071"/>
                    </a:lnTo>
                    <a:cubicBezTo>
                      <a:pt x="1834" y="1071"/>
                      <a:pt x="1850" y="1072"/>
                      <a:pt x="1865" y="1072"/>
                    </a:cubicBezTo>
                    <a:cubicBezTo>
                      <a:pt x="2529" y="1072"/>
                      <a:pt x="3006" y="436"/>
                      <a:pt x="2830" y="285"/>
                    </a:cubicBezTo>
                    <a:cubicBezTo>
                      <a:pt x="2610" y="89"/>
                      <a:pt x="2305" y="0"/>
                      <a:pt x="1999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42"/>
              <p:cNvSpPr/>
              <p:nvPr/>
            </p:nvSpPr>
            <p:spPr>
              <a:xfrm>
                <a:off x="3315500" y="1330925"/>
                <a:ext cx="22825" cy="6475"/>
              </a:xfrm>
              <a:custGeom>
                <a:avLst/>
                <a:gdLst/>
                <a:ahLst/>
                <a:cxnLst/>
                <a:rect l="l" t="t" r="r" b="b"/>
                <a:pathLst>
                  <a:path w="913" h="259" extrusionOk="0">
                    <a:moveTo>
                      <a:pt x="890" y="1"/>
                    </a:moveTo>
                    <a:cubicBezTo>
                      <a:pt x="884" y="1"/>
                      <a:pt x="877" y="4"/>
                      <a:pt x="872" y="9"/>
                    </a:cubicBezTo>
                    <a:cubicBezTo>
                      <a:pt x="755" y="169"/>
                      <a:pt x="596" y="216"/>
                      <a:pt x="448" y="216"/>
                    </a:cubicBezTo>
                    <a:cubicBezTo>
                      <a:pt x="229" y="216"/>
                      <a:pt x="34" y="112"/>
                      <a:pt x="33" y="110"/>
                    </a:cubicBezTo>
                    <a:cubicBezTo>
                      <a:pt x="29" y="110"/>
                      <a:pt x="26" y="109"/>
                      <a:pt x="24" y="109"/>
                    </a:cubicBezTo>
                    <a:cubicBezTo>
                      <a:pt x="15" y="109"/>
                      <a:pt x="9" y="113"/>
                      <a:pt x="4" y="120"/>
                    </a:cubicBezTo>
                    <a:cubicBezTo>
                      <a:pt x="1" y="132"/>
                      <a:pt x="4" y="142"/>
                      <a:pt x="14" y="148"/>
                    </a:cubicBezTo>
                    <a:cubicBezTo>
                      <a:pt x="17" y="151"/>
                      <a:pt x="219" y="259"/>
                      <a:pt x="446" y="259"/>
                    </a:cubicBezTo>
                    <a:cubicBezTo>
                      <a:pt x="604" y="259"/>
                      <a:pt x="777" y="205"/>
                      <a:pt x="903" y="32"/>
                    </a:cubicBezTo>
                    <a:cubicBezTo>
                      <a:pt x="913" y="25"/>
                      <a:pt x="906" y="13"/>
                      <a:pt x="900" y="6"/>
                    </a:cubicBezTo>
                    <a:cubicBezTo>
                      <a:pt x="897" y="2"/>
                      <a:pt x="894" y="1"/>
                      <a:pt x="890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42"/>
              <p:cNvSpPr/>
              <p:nvPr/>
            </p:nvSpPr>
            <p:spPr>
              <a:xfrm>
                <a:off x="3426400" y="1456550"/>
                <a:ext cx="50825" cy="58350"/>
              </a:xfrm>
              <a:custGeom>
                <a:avLst/>
                <a:gdLst/>
                <a:ahLst/>
                <a:cxnLst/>
                <a:rect l="l" t="t" r="r" b="b"/>
                <a:pathLst>
                  <a:path w="2033" h="2334" extrusionOk="0">
                    <a:moveTo>
                      <a:pt x="953" y="0"/>
                    </a:moveTo>
                    <a:lnTo>
                      <a:pt x="890" y="133"/>
                    </a:lnTo>
                    <a:lnTo>
                      <a:pt x="1133" y="344"/>
                    </a:lnTo>
                    <a:lnTo>
                      <a:pt x="613" y="865"/>
                    </a:lnTo>
                    <a:cubicBezTo>
                      <a:pt x="546" y="982"/>
                      <a:pt x="1" y="2294"/>
                      <a:pt x="1" y="2294"/>
                    </a:cubicBezTo>
                    <a:cubicBezTo>
                      <a:pt x="1" y="2294"/>
                      <a:pt x="84" y="2333"/>
                      <a:pt x="212" y="2333"/>
                    </a:cubicBezTo>
                    <a:cubicBezTo>
                      <a:pt x="372" y="2333"/>
                      <a:pt x="602" y="2272"/>
                      <a:pt x="827" y="1994"/>
                    </a:cubicBezTo>
                    <a:cubicBezTo>
                      <a:pt x="827" y="1994"/>
                      <a:pt x="631" y="1549"/>
                      <a:pt x="843" y="1313"/>
                    </a:cubicBezTo>
                    <a:cubicBezTo>
                      <a:pt x="1237" y="685"/>
                      <a:pt x="1856" y="874"/>
                      <a:pt x="2032" y="455"/>
                    </a:cubicBezTo>
                    <a:cubicBezTo>
                      <a:pt x="2032" y="455"/>
                      <a:pt x="1594" y="124"/>
                      <a:pt x="1395" y="79"/>
                    </a:cubicBezTo>
                    <a:cubicBezTo>
                      <a:pt x="1193" y="38"/>
                      <a:pt x="953" y="0"/>
                      <a:pt x="953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Google Shape;1391;p42"/>
              <p:cNvSpPr/>
              <p:nvPr/>
            </p:nvSpPr>
            <p:spPr>
              <a:xfrm>
                <a:off x="3311400" y="1454900"/>
                <a:ext cx="54775" cy="62950"/>
              </a:xfrm>
              <a:custGeom>
                <a:avLst/>
                <a:gdLst/>
                <a:ahLst/>
                <a:cxnLst/>
                <a:rect l="l" t="t" r="r" b="b"/>
                <a:pathLst>
                  <a:path w="2191" h="2518" extrusionOk="0">
                    <a:moveTo>
                      <a:pt x="777" y="0"/>
                    </a:moveTo>
                    <a:cubicBezTo>
                      <a:pt x="777" y="0"/>
                      <a:pt x="320" y="306"/>
                      <a:pt x="215" y="483"/>
                    </a:cubicBezTo>
                    <a:cubicBezTo>
                      <a:pt x="115" y="663"/>
                      <a:pt x="1" y="877"/>
                      <a:pt x="1" y="877"/>
                    </a:cubicBezTo>
                    <a:lnTo>
                      <a:pt x="105" y="981"/>
                    </a:lnTo>
                    <a:lnTo>
                      <a:pt x="386" y="820"/>
                    </a:lnTo>
                    <a:lnTo>
                      <a:pt x="708" y="1477"/>
                    </a:lnTo>
                    <a:cubicBezTo>
                      <a:pt x="799" y="1581"/>
                      <a:pt x="1869" y="2518"/>
                      <a:pt x="1869" y="2518"/>
                    </a:cubicBezTo>
                    <a:cubicBezTo>
                      <a:pt x="1869" y="2518"/>
                      <a:pt x="2190" y="2183"/>
                      <a:pt x="1850" y="1644"/>
                    </a:cubicBezTo>
                    <a:cubicBezTo>
                      <a:pt x="1850" y="1644"/>
                      <a:pt x="1826" y="1646"/>
                      <a:pt x="1789" y="1646"/>
                    </a:cubicBezTo>
                    <a:cubicBezTo>
                      <a:pt x="1653" y="1646"/>
                      <a:pt x="1330" y="1623"/>
                      <a:pt x="1209" y="1410"/>
                    </a:cubicBezTo>
                    <a:cubicBezTo>
                      <a:pt x="742" y="827"/>
                      <a:pt x="1121" y="306"/>
                      <a:pt x="777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Google Shape;1392;p42"/>
              <p:cNvSpPr/>
              <p:nvPr/>
            </p:nvSpPr>
            <p:spPr>
              <a:xfrm>
                <a:off x="3330575" y="1465850"/>
                <a:ext cx="102150" cy="24675"/>
              </a:xfrm>
              <a:custGeom>
                <a:avLst/>
                <a:gdLst/>
                <a:ahLst/>
                <a:cxnLst/>
                <a:rect l="l" t="t" r="r" b="b"/>
                <a:pathLst>
                  <a:path w="4086" h="987" extrusionOk="0">
                    <a:moveTo>
                      <a:pt x="2203" y="1"/>
                    </a:moveTo>
                    <a:cubicBezTo>
                      <a:pt x="1333" y="1"/>
                      <a:pt x="353" y="211"/>
                      <a:pt x="250" y="364"/>
                    </a:cubicBezTo>
                    <a:cubicBezTo>
                      <a:pt x="136" y="531"/>
                      <a:pt x="1" y="890"/>
                      <a:pt x="1020" y="979"/>
                    </a:cubicBezTo>
                    <a:cubicBezTo>
                      <a:pt x="1076" y="984"/>
                      <a:pt x="1135" y="986"/>
                      <a:pt x="1196" y="986"/>
                    </a:cubicBezTo>
                    <a:cubicBezTo>
                      <a:pt x="2242" y="986"/>
                      <a:pt x="3912" y="285"/>
                      <a:pt x="3912" y="285"/>
                    </a:cubicBezTo>
                    <a:lnTo>
                      <a:pt x="4086" y="155"/>
                    </a:lnTo>
                    <a:cubicBezTo>
                      <a:pt x="4086" y="155"/>
                      <a:pt x="3370" y="54"/>
                      <a:pt x="2452" y="7"/>
                    </a:cubicBezTo>
                    <a:cubicBezTo>
                      <a:pt x="2371" y="3"/>
                      <a:pt x="2287" y="1"/>
                      <a:pt x="2203" y="1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Google Shape;1393;p42"/>
              <p:cNvSpPr/>
              <p:nvPr/>
            </p:nvSpPr>
            <p:spPr>
              <a:xfrm>
                <a:off x="3351075" y="1469025"/>
                <a:ext cx="93250" cy="24375"/>
              </a:xfrm>
              <a:custGeom>
                <a:avLst/>
                <a:gdLst/>
                <a:ahLst/>
                <a:cxnLst/>
                <a:rect l="l" t="t" r="r" b="b"/>
                <a:pathLst>
                  <a:path w="3730" h="975" extrusionOk="0">
                    <a:moveTo>
                      <a:pt x="3044" y="1"/>
                    </a:moveTo>
                    <a:cubicBezTo>
                      <a:pt x="2374" y="1"/>
                      <a:pt x="422" y="237"/>
                      <a:pt x="231" y="375"/>
                    </a:cubicBezTo>
                    <a:cubicBezTo>
                      <a:pt x="1" y="543"/>
                      <a:pt x="64" y="871"/>
                      <a:pt x="313" y="890"/>
                    </a:cubicBezTo>
                    <a:cubicBezTo>
                      <a:pt x="497" y="901"/>
                      <a:pt x="2019" y="974"/>
                      <a:pt x="2902" y="974"/>
                    </a:cubicBezTo>
                    <a:cubicBezTo>
                      <a:pt x="3218" y="974"/>
                      <a:pt x="3451" y="965"/>
                      <a:pt x="3512" y="940"/>
                    </a:cubicBezTo>
                    <a:cubicBezTo>
                      <a:pt x="3730" y="833"/>
                      <a:pt x="3638" y="517"/>
                      <a:pt x="3433" y="517"/>
                    </a:cubicBezTo>
                    <a:lnTo>
                      <a:pt x="3272" y="498"/>
                    </a:lnTo>
                    <a:cubicBezTo>
                      <a:pt x="3203" y="492"/>
                      <a:pt x="3149" y="483"/>
                      <a:pt x="3149" y="483"/>
                    </a:cubicBezTo>
                    <a:cubicBezTo>
                      <a:pt x="3149" y="483"/>
                      <a:pt x="3196" y="413"/>
                      <a:pt x="3234" y="322"/>
                    </a:cubicBezTo>
                    <a:cubicBezTo>
                      <a:pt x="3282" y="218"/>
                      <a:pt x="3320" y="98"/>
                      <a:pt x="3266" y="28"/>
                    </a:cubicBezTo>
                    <a:cubicBezTo>
                      <a:pt x="3251" y="9"/>
                      <a:pt x="3170" y="1"/>
                      <a:pt x="3044" y="1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Google Shape;1394;p42"/>
              <p:cNvSpPr/>
              <p:nvPr/>
            </p:nvSpPr>
            <p:spPr>
              <a:xfrm>
                <a:off x="3368200" y="1477050"/>
                <a:ext cx="64775" cy="8450"/>
              </a:xfrm>
              <a:custGeom>
                <a:avLst/>
                <a:gdLst/>
                <a:ahLst/>
                <a:cxnLst/>
                <a:rect l="l" t="t" r="r" b="b"/>
                <a:pathLst>
                  <a:path w="2591" h="338" extrusionOk="0">
                    <a:moveTo>
                      <a:pt x="2556" y="1"/>
                    </a:moveTo>
                    <a:lnTo>
                      <a:pt x="2556" y="1"/>
                    </a:lnTo>
                    <a:cubicBezTo>
                      <a:pt x="2555" y="1"/>
                      <a:pt x="0" y="51"/>
                      <a:pt x="3" y="285"/>
                    </a:cubicBezTo>
                    <a:cubicBezTo>
                      <a:pt x="7" y="323"/>
                      <a:pt x="149" y="337"/>
                      <a:pt x="363" y="337"/>
                    </a:cubicBezTo>
                    <a:cubicBezTo>
                      <a:pt x="1074" y="337"/>
                      <a:pt x="2590" y="177"/>
                      <a:pt x="2590" y="177"/>
                    </a:cubicBezTo>
                    <a:cubicBezTo>
                      <a:pt x="2518" y="171"/>
                      <a:pt x="2467" y="162"/>
                      <a:pt x="2467" y="162"/>
                    </a:cubicBezTo>
                    <a:cubicBezTo>
                      <a:pt x="2467" y="162"/>
                      <a:pt x="2515" y="92"/>
                      <a:pt x="2556" y="1"/>
                    </a:cubicBez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Google Shape;1395;p42"/>
              <p:cNvSpPr/>
              <p:nvPr/>
            </p:nvSpPr>
            <p:spPr>
              <a:xfrm>
                <a:off x="3367400" y="1479175"/>
                <a:ext cx="102175" cy="96175"/>
              </a:xfrm>
              <a:custGeom>
                <a:avLst/>
                <a:gdLst/>
                <a:ahLst/>
                <a:cxnLst/>
                <a:rect l="l" t="t" r="r" b="b"/>
                <a:pathLst>
                  <a:path w="4087" h="3847" extrusionOk="0">
                    <a:moveTo>
                      <a:pt x="4058" y="1"/>
                    </a:moveTo>
                    <a:lnTo>
                      <a:pt x="1" y="285"/>
                    </a:lnTo>
                    <a:lnTo>
                      <a:pt x="244" y="3847"/>
                    </a:lnTo>
                    <a:lnTo>
                      <a:pt x="4086" y="3326"/>
                    </a:lnTo>
                    <a:lnTo>
                      <a:pt x="4058" y="1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42"/>
              <p:cNvSpPr/>
              <p:nvPr/>
            </p:nvSpPr>
            <p:spPr>
              <a:xfrm>
                <a:off x="3395575" y="1503475"/>
                <a:ext cx="51675" cy="13050"/>
              </a:xfrm>
              <a:custGeom>
                <a:avLst/>
                <a:gdLst/>
                <a:ahLst/>
                <a:cxnLst/>
                <a:rect l="l" t="t" r="r" b="b"/>
                <a:pathLst>
                  <a:path w="2067" h="522" extrusionOk="0">
                    <a:moveTo>
                      <a:pt x="2047" y="1"/>
                    </a:moveTo>
                    <a:lnTo>
                      <a:pt x="0" y="155"/>
                    </a:lnTo>
                    <a:lnTo>
                      <a:pt x="16" y="521"/>
                    </a:lnTo>
                    <a:lnTo>
                      <a:pt x="2066" y="363"/>
                    </a:lnTo>
                    <a:lnTo>
                      <a:pt x="2047" y="1"/>
                    </a:ln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42"/>
              <p:cNvSpPr/>
              <p:nvPr/>
            </p:nvSpPr>
            <p:spPr>
              <a:xfrm>
                <a:off x="3319050" y="1486275"/>
                <a:ext cx="54450" cy="89075"/>
              </a:xfrm>
              <a:custGeom>
                <a:avLst/>
                <a:gdLst/>
                <a:ahLst/>
                <a:cxnLst/>
                <a:rect l="l" t="t" r="r" b="b"/>
                <a:pathLst>
                  <a:path w="2178" h="3563" extrusionOk="0">
                    <a:moveTo>
                      <a:pt x="1935" y="1"/>
                    </a:moveTo>
                    <a:lnTo>
                      <a:pt x="1" y="99"/>
                    </a:lnTo>
                    <a:lnTo>
                      <a:pt x="77" y="1241"/>
                    </a:lnTo>
                    <a:lnTo>
                      <a:pt x="137" y="1714"/>
                    </a:lnTo>
                    <a:lnTo>
                      <a:pt x="297" y="3563"/>
                    </a:lnTo>
                    <a:lnTo>
                      <a:pt x="2178" y="3563"/>
                    </a:lnTo>
                    <a:lnTo>
                      <a:pt x="2045" y="1584"/>
                    </a:lnTo>
                    <a:lnTo>
                      <a:pt x="2014" y="1105"/>
                    </a:lnTo>
                    <a:lnTo>
                      <a:pt x="1935" y="1"/>
                    </a:ln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42"/>
              <p:cNvSpPr/>
              <p:nvPr/>
            </p:nvSpPr>
            <p:spPr>
              <a:xfrm>
                <a:off x="3367400" y="1479350"/>
                <a:ext cx="114625" cy="24150"/>
              </a:xfrm>
              <a:custGeom>
                <a:avLst/>
                <a:gdLst/>
                <a:ahLst/>
                <a:cxnLst/>
                <a:rect l="l" t="t" r="r" b="b"/>
                <a:pathLst>
                  <a:path w="4585" h="966" extrusionOk="0">
                    <a:moveTo>
                      <a:pt x="4105" y="0"/>
                    </a:moveTo>
                    <a:lnTo>
                      <a:pt x="1" y="284"/>
                    </a:lnTo>
                    <a:lnTo>
                      <a:pt x="490" y="966"/>
                    </a:lnTo>
                    <a:lnTo>
                      <a:pt x="4585" y="685"/>
                    </a:lnTo>
                    <a:lnTo>
                      <a:pt x="410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Google Shape;1399;p42"/>
              <p:cNvSpPr/>
              <p:nvPr/>
            </p:nvSpPr>
            <p:spPr>
              <a:xfrm>
                <a:off x="3308325" y="1486275"/>
                <a:ext cx="59100" cy="20450"/>
              </a:xfrm>
              <a:custGeom>
                <a:avLst/>
                <a:gdLst/>
                <a:ahLst/>
                <a:cxnLst/>
                <a:rect l="l" t="t" r="r" b="b"/>
                <a:pathLst>
                  <a:path w="2364" h="818" extrusionOk="0">
                    <a:moveTo>
                      <a:pt x="2364" y="1"/>
                    </a:moveTo>
                    <a:lnTo>
                      <a:pt x="430" y="99"/>
                    </a:lnTo>
                    <a:lnTo>
                      <a:pt x="1" y="818"/>
                    </a:lnTo>
                    <a:lnTo>
                      <a:pt x="1973" y="748"/>
                    </a:lnTo>
                    <a:lnTo>
                      <a:pt x="236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Google Shape;1400;p42"/>
              <p:cNvSpPr/>
              <p:nvPr/>
            </p:nvSpPr>
            <p:spPr>
              <a:xfrm>
                <a:off x="3426800" y="1526425"/>
                <a:ext cx="29750" cy="14350"/>
              </a:xfrm>
              <a:custGeom>
                <a:avLst/>
                <a:gdLst/>
                <a:ahLst/>
                <a:cxnLst/>
                <a:rect l="l" t="t" r="r" b="b"/>
                <a:pathLst>
                  <a:path w="1190" h="574" extrusionOk="0">
                    <a:moveTo>
                      <a:pt x="1089" y="1"/>
                    </a:moveTo>
                    <a:lnTo>
                      <a:pt x="120" y="48"/>
                    </a:lnTo>
                    <a:lnTo>
                      <a:pt x="0" y="461"/>
                    </a:lnTo>
                    <a:cubicBezTo>
                      <a:pt x="0" y="461"/>
                      <a:pt x="283" y="573"/>
                      <a:pt x="605" y="573"/>
                    </a:cubicBezTo>
                    <a:cubicBezTo>
                      <a:pt x="804" y="573"/>
                      <a:pt x="1018" y="530"/>
                      <a:pt x="1190" y="392"/>
                    </a:cubicBezTo>
                    <a:lnTo>
                      <a:pt x="108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Google Shape;1401;p42"/>
              <p:cNvSpPr/>
              <p:nvPr/>
            </p:nvSpPr>
            <p:spPr>
              <a:xfrm>
                <a:off x="3420100" y="1479200"/>
                <a:ext cx="38275" cy="52500"/>
              </a:xfrm>
              <a:custGeom>
                <a:avLst/>
                <a:gdLst/>
                <a:ahLst/>
                <a:cxnLst/>
                <a:rect l="l" t="t" r="r" b="b"/>
                <a:pathLst>
                  <a:path w="1531" h="2100" extrusionOk="0">
                    <a:moveTo>
                      <a:pt x="731" y="0"/>
                    </a:moveTo>
                    <a:cubicBezTo>
                      <a:pt x="401" y="0"/>
                      <a:pt x="0" y="120"/>
                      <a:pt x="0" y="120"/>
                    </a:cubicBezTo>
                    <a:cubicBezTo>
                      <a:pt x="0" y="120"/>
                      <a:pt x="294" y="1088"/>
                      <a:pt x="196" y="1574"/>
                    </a:cubicBezTo>
                    <a:cubicBezTo>
                      <a:pt x="95" y="2060"/>
                      <a:pt x="363" y="2095"/>
                      <a:pt x="486" y="2095"/>
                    </a:cubicBezTo>
                    <a:cubicBezTo>
                      <a:pt x="525" y="2095"/>
                      <a:pt x="624" y="2099"/>
                      <a:pt x="744" y="2099"/>
                    </a:cubicBezTo>
                    <a:cubicBezTo>
                      <a:pt x="1005" y="2099"/>
                      <a:pt x="1365" y="2077"/>
                      <a:pt x="1432" y="1937"/>
                    </a:cubicBezTo>
                    <a:cubicBezTo>
                      <a:pt x="1530" y="1732"/>
                      <a:pt x="1338" y="296"/>
                      <a:pt x="1082" y="88"/>
                    </a:cubicBezTo>
                    <a:cubicBezTo>
                      <a:pt x="1005" y="23"/>
                      <a:pt x="874" y="0"/>
                      <a:pt x="731" y="0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Google Shape;1402;p42"/>
              <p:cNvSpPr/>
              <p:nvPr/>
            </p:nvSpPr>
            <p:spPr>
              <a:xfrm>
                <a:off x="3329000" y="1528475"/>
                <a:ext cx="28250" cy="13700"/>
              </a:xfrm>
              <a:custGeom>
                <a:avLst/>
                <a:gdLst/>
                <a:ahLst/>
                <a:cxnLst/>
                <a:rect l="l" t="t" r="r" b="b"/>
                <a:pathLst>
                  <a:path w="1130" h="548" extrusionOk="0">
                    <a:moveTo>
                      <a:pt x="95" y="1"/>
                    </a:moveTo>
                    <a:lnTo>
                      <a:pt x="0" y="373"/>
                    </a:lnTo>
                    <a:cubicBezTo>
                      <a:pt x="163" y="506"/>
                      <a:pt x="368" y="547"/>
                      <a:pt x="558" y="547"/>
                    </a:cubicBezTo>
                    <a:cubicBezTo>
                      <a:pt x="862" y="547"/>
                      <a:pt x="1130" y="442"/>
                      <a:pt x="1130" y="442"/>
                    </a:cubicBezTo>
                    <a:lnTo>
                      <a:pt x="1019" y="48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42"/>
              <p:cNvSpPr/>
              <p:nvPr/>
            </p:nvSpPr>
            <p:spPr>
              <a:xfrm>
                <a:off x="3327275" y="1483650"/>
                <a:ext cx="36300" cy="49950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98" extrusionOk="0">
                    <a:moveTo>
                      <a:pt x="760" y="1"/>
                    </a:moveTo>
                    <a:cubicBezTo>
                      <a:pt x="623" y="1"/>
                      <a:pt x="498" y="22"/>
                      <a:pt x="423" y="84"/>
                    </a:cubicBezTo>
                    <a:cubicBezTo>
                      <a:pt x="177" y="282"/>
                      <a:pt x="0" y="1645"/>
                      <a:pt x="92" y="1841"/>
                    </a:cubicBezTo>
                    <a:cubicBezTo>
                      <a:pt x="156" y="1976"/>
                      <a:pt x="492" y="1997"/>
                      <a:pt x="738" y="1997"/>
                    </a:cubicBezTo>
                    <a:cubicBezTo>
                      <a:pt x="856" y="1997"/>
                      <a:pt x="953" y="1992"/>
                      <a:pt x="991" y="1992"/>
                    </a:cubicBezTo>
                    <a:cubicBezTo>
                      <a:pt x="1104" y="1992"/>
                      <a:pt x="1357" y="1958"/>
                      <a:pt x="1265" y="1494"/>
                    </a:cubicBezTo>
                    <a:cubicBezTo>
                      <a:pt x="1174" y="1033"/>
                      <a:pt x="1451" y="112"/>
                      <a:pt x="1451" y="112"/>
                    </a:cubicBezTo>
                    <a:cubicBezTo>
                      <a:pt x="1451" y="112"/>
                      <a:pt x="1073" y="1"/>
                      <a:pt x="760" y="1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42"/>
              <p:cNvSpPr/>
              <p:nvPr/>
            </p:nvSpPr>
            <p:spPr>
              <a:xfrm>
                <a:off x="3235450" y="1390200"/>
                <a:ext cx="115900" cy="188700"/>
              </a:xfrm>
              <a:custGeom>
                <a:avLst/>
                <a:gdLst/>
                <a:ahLst/>
                <a:cxnLst/>
                <a:rect l="l" t="t" r="r" b="b"/>
                <a:pathLst>
                  <a:path w="4636" h="7548" extrusionOk="0">
                    <a:moveTo>
                      <a:pt x="908" y="1"/>
                    </a:moveTo>
                    <a:cubicBezTo>
                      <a:pt x="905" y="1"/>
                      <a:pt x="903" y="1"/>
                      <a:pt x="900" y="1"/>
                    </a:cubicBezTo>
                    <a:cubicBezTo>
                      <a:pt x="1" y="506"/>
                      <a:pt x="124" y="1377"/>
                      <a:pt x="124" y="1377"/>
                    </a:cubicBezTo>
                    <a:cubicBezTo>
                      <a:pt x="124" y="1377"/>
                      <a:pt x="903" y="4614"/>
                      <a:pt x="1067" y="4882"/>
                    </a:cubicBezTo>
                    <a:cubicBezTo>
                      <a:pt x="1228" y="5147"/>
                      <a:pt x="4194" y="7547"/>
                      <a:pt x="4194" y="7547"/>
                    </a:cubicBezTo>
                    <a:lnTo>
                      <a:pt x="4635" y="7040"/>
                    </a:lnTo>
                    <a:cubicBezTo>
                      <a:pt x="4635" y="7040"/>
                      <a:pt x="2462" y="4850"/>
                      <a:pt x="2175" y="4330"/>
                    </a:cubicBezTo>
                    <a:cubicBezTo>
                      <a:pt x="2033" y="3093"/>
                      <a:pt x="1626" y="1257"/>
                      <a:pt x="1493" y="1121"/>
                    </a:cubicBezTo>
                    <a:cubicBezTo>
                      <a:pt x="1325" y="944"/>
                      <a:pt x="1066" y="1"/>
                      <a:pt x="908" y="1"/>
                    </a:cubicBez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42"/>
              <p:cNvSpPr/>
              <p:nvPr/>
            </p:nvSpPr>
            <p:spPr>
              <a:xfrm>
                <a:off x="3233875" y="1386050"/>
                <a:ext cx="46475" cy="53650"/>
              </a:xfrm>
              <a:custGeom>
                <a:avLst/>
                <a:gdLst/>
                <a:ahLst/>
                <a:cxnLst/>
                <a:rect l="l" t="t" r="r" b="b"/>
                <a:pathLst>
                  <a:path w="1859" h="2146" extrusionOk="0">
                    <a:moveTo>
                      <a:pt x="1152" y="0"/>
                    </a:moveTo>
                    <a:cubicBezTo>
                      <a:pt x="1152" y="0"/>
                      <a:pt x="364" y="410"/>
                      <a:pt x="184" y="808"/>
                    </a:cubicBezTo>
                    <a:cubicBezTo>
                      <a:pt x="1" y="1202"/>
                      <a:pt x="89" y="2095"/>
                      <a:pt x="89" y="2095"/>
                    </a:cubicBezTo>
                    <a:lnTo>
                      <a:pt x="1859" y="2145"/>
                    </a:lnTo>
                    <a:cubicBezTo>
                      <a:pt x="1856" y="2142"/>
                      <a:pt x="1638" y="312"/>
                      <a:pt x="1152" y="0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Google Shape;1406;p42"/>
              <p:cNvSpPr/>
              <p:nvPr/>
            </p:nvSpPr>
            <p:spPr>
              <a:xfrm>
                <a:off x="3236100" y="1438400"/>
                <a:ext cx="44975" cy="8700"/>
              </a:xfrm>
              <a:custGeom>
                <a:avLst/>
                <a:gdLst/>
                <a:ahLst/>
                <a:cxnLst/>
                <a:rect l="l" t="t" r="r" b="b"/>
                <a:pathLst>
                  <a:path w="1799" h="348" extrusionOk="0">
                    <a:moveTo>
                      <a:pt x="0" y="1"/>
                    </a:moveTo>
                    <a:lnTo>
                      <a:pt x="0" y="348"/>
                    </a:lnTo>
                    <a:lnTo>
                      <a:pt x="1798" y="348"/>
                    </a:lnTo>
                    <a:lnTo>
                      <a:pt x="1767" y="4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Google Shape;1407;p42"/>
              <p:cNvSpPr/>
              <p:nvPr/>
            </p:nvSpPr>
            <p:spPr>
              <a:xfrm>
                <a:off x="3366775" y="1417975"/>
                <a:ext cx="16425" cy="14950"/>
              </a:xfrm>
              <a:custGeom>
                <a:avLst/>
                <a:gdLst/>
                <a:ahLst/>
                <a:cxnLst/>
                <a:rect l="l" t="t" r="r" b="b"/>
                <a:pathLst>
                  <a:path w="657" h="598" extrusionOk="0">
                    <a:moveTo>
                      <a:pt x="549" y="1"/>
                    </a:moveTo>
                    <a:lnTo>
                      <a:pt x="26" y="329"/>
                    </a:lnTo>
                    <a:lnTo>
                      <a:pt x="1" y="597"/>
                    </a:lnTo>
                    <a:lnTo>
                      <a:pt x="657" y="316"/>
                    </a:lnTo>
                    <a:lnTo>
                      <a:pt x="54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42"/>
              <p:cNvSpPr/>
              <p:nvPr/>
            </p:nvSpPr>
            <p:spPr>
              <a:xfrm>
                <a:off x="3335225" y="1562975"/>
                <a:ext cx="46650" cy="27925"/>
              </a:xfrm>
              <a:custGeom>
                <a:avLst/>
                <a:gdLst/>
                <a:ahLst/>
                <a:cxnLst/>
                <a:rect l="l" t="t" r="r" b="b"/>
                <a:pathLst>
                  <a:path w="1866" h="1117" extrusionOk="0">
                    <a:moveTo>
                      <a:pt x="802" y="1"/>
                    </a:moveTo>
                    <a:cubicBezTo>
                      <a:pt x="665" y="1"/>
                      <a:pt x="534" y="24"/>
                      <a:pt x="534" y="24"/>
                    </a:cubicBezTo>
                    <a:cubicBezTo>
                      <a:pt x="534" y="24"/>
                      <a:pt x="1" y="223"/>
                      <a:pt x="124" y="520"/>
                    </a:cubicBezTo>
                    <a:cubicBezTo>
                      <a:pt x="250" y="813"/>
                      <a:pt x="386" y="905"/>
                      <a:pt x="720" y="1047"/>
                    </a:cubicBezTo>
                    <a:cubicBezTo>
                      <a:pt x="845" y="1100"/>
                      <a:pt x="930" y="1117"/>
                      <a:pt x="987" y="1117"/>
                    </a:cubicBezTo>
                    <a:cubicBezTo>
                      <a:pt x="1084" y="1117"/>
                      <a:pt x="1103" y="1068"/>
                      <a:pt x="1105" y="1056"/>
                    </a:cubicBezTo>
                    <a:cubicBezTo>
                      <a:pt x="1107" y="1041"/>
                      <a:pt x="1020" y="1010"/>
                      <a:pt x="966" y="993"/>
                    </a:cubicBezTo>
                    <a:lnTo>
                      <a:pt x="966" y="993"/>
                    </a:lnTo>
                    <a:cubicBezTo>
                      <a:pt x="992" y="999"/>
                      <a:pt x="1034" y="1008"/>
                      <a:pt x="1102" y="1018"/>
                    </a:cubicBezTo>
                    <a:cubicBezTo>
                      <a:pt x="1123" y="1022"/>
                      <a:pt x="1143" y="1023"/>
                      <a:pt x="1163" y="1023"/>
                    </a:cubicBezTo>
                    <a:cubicBezTo>
                      <a:pt x="1289" y="1023"/>
                      <a:pt x="1369" y="958"/>
                      <a:pt x="1341" y="914"/>
                    </a:cubicBezTo>
                    <a:cubicBezTo>
                      <a:pt x="1310" y="889"/>
                      <a:pt x="1075" y="852"/>
                      <a:pt x="1067" y="851"/>
                    </a:cubicBezTo>
                    <a:lnTo>
                      <a:pt x="1067" y="851"/>
                    </a:lnTo>
                    <a:cubicBezTo>
                      <a:pt x="1073" y="852"/>
                      <a:pt x="1216" y="874"/>
                      <a:pt x="1333" y="874"/>
                    </a:cubicBezTo>
                    <a:cubicBezTo>
                      <a:pt x="1360" y="874"/>
                      <a:pt x="1385" y="873"/>
                      <a:pt x="1408" y="870"/>
                    </a:cubicBezTo>
                    <a:cubicBezTo>
                      <a:pt x="1562" y="851"/>
                      <a:pt x="1641" y="756"/>
                      <a:pt x="1622" y="725"/>
                    </a:cubicBezTo>
                    <a:cubicBezTo>
                      <a:pt x="1619" y="701"/>
                      <a:pt x="1578" y="695"/>
                      <a:pt x="1535" y="695"/>
                    </a:cubicBezTo>
                    <a:cubicBezTo>
                      <a:pt x="1504" y="695"/>
                      <a:pt x="1472" y="698"/>
                      <a:pt x="1452" y="700"/>
                    </a:cubicBezTo>
                    <a:cubicBezTo>
                      <a:pt x="1405" y="700"/>
                      <a:pt x="1234" y="703"/>
                      <a:pt x="1234" y="703"/>
                    </a:cubicBezTo>
                    <a:cubicBezTo>
                      <a:pt x="1865" y="681"/>
                      <a:pt x="1818" y="504"/>
                      <a:pt x="1796" y="460"/>
                    </a:cubicBezTo>
                    <a:lnTo>
                      <a:pt x="1796" y="460"/>
                    </a:lnTo>
                    <a:cubicBezTo>
                      <a:pt x="1796" y="460"/>
                      <a:pt x="1371" y="492"/>
                      <a:pt x="1251" y="492"/>
                    </a:cubicBezTo>
                    <a:cubicBezTo>
                      <a:pt x="1241" y="492"/>
                      <a:pt x="1233" y="492"/>
                      <a:pt x="1228" y="491"/>
                    </a:cubicBezTo>
                    <a:cubicBezTo>
                      <a:pt x="1181" y="488"/>
                      <a:pt x="1001" y="419"/>
                      <a:pt x="922" y="356"/>
                    </a:cubicBezTo>
                    <a:cubicBezTo>
                      <a:pt x="884" y="324"/>
                      <a:pt x="916" y="267"/>
                      <a:pt x="916" y="267"/>
                    </a:cubicBezTo>
                    <a:lnTo>
                      <a:pt x="916" y="267"/>
                    </a:lnTo>
                    <a:cubicBezTo>
                      <a:pt x="1079" y="312"/>
                      <a:pt x="1192" y="329"/>
                      <a:pt x="1267" y="329"/>
                    </a:cubicBezTo>
                    <a:cubicBezTo>
                      <a:pt x="1356" y="329"/>
                      <a:pt x="1392" y="305"/>
                      <a:pt x="1395" y="274"/>
                    </a:cubicBezTo>
                    <a:cubicBezTo>
                      <a:pt x="1401" y="188"/>
                      <a:pt x="1136" y="62"/>
                      <a:pt x="1035" y="40"/>
                    </a:cubicBezTo>
                    <a:cubicBezTo>
                      <a:pt x="976" y="10"/>
                      <a:pt x="888" y="1"/>
                      <a:pt x="802" y="1"/>
                    </a:cubicBez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42"/>
              <p:cNvSpPr/>
              <p:nvPr/>
            </p:nvSpPr>
            <p:spPr>
              <a:xfrm>
                <a:off x="3244600" y="1252375"/>
                <a:ext cx="109900" cy="138425"/>
              </a:xfrm>
              <a:custGeom>
                <a:avLst/>
                <a:gdLst/>
                <a:ahLst/>
                <a:cxnLst/>
                <a:rect l="l" t="t" r="r" b="b"/>
                <a:pathLst>
                  <a:path w="4396" h="5537" extrusionOk="0">
                    <a:moveTo>
                      <a:pt x="2606" y="1"/>
                    </a:moveTo>
                    <a:cubicBezTo>
                      <a:pt x="2576" y="1"/>
                      <a:pt x="2545" y="2"/>
                      <a:pt x="2515" y="3"/>
                    </a:cubicBezTo>
                    <a:cubicBezTo>
                      <a:pt x="2515" y="3"/>
                      <a:pt x="2506" y="2"/>
                      <a:pt x="2488" y="2"/>
                    </a:cubicBezTo>
                    <a:cubicBezTo>
                      <a:pt x="2316" y="2"/>
                      <a:pt x="1380" y="59"/>
                      <a:pt x="726" y="1259"/>
                    </a:cubicBezTo>
                    <a:cubicBezTo>
                      <a:pt x="1" y="2587"/>
                      <a:pt x="843" y="4924"/>
                      <a:pt x="370" y="5505"/>
                    </a:cubicBezTo>
                    <a:cubicBezTo>
                      <a:pt x="370" y="5505"/>
                      <a:pt x="538" y="5537"/>
                      <a:pt x="773" y="5537"/>
                    </a:cubicBezTo>
                    <a:cubicBezTo>
                      <a:pt x="1235" y="5537"/>
                      <a:pt x="1955" y="5414"/>
                      <a:pt x="2174" y="4685"/>
                    </a:cubicBezTo>
                    <a:cubicBezTo>
                      <a:pt x="2357" y="3991"/>
                      <a:pt x="1641" y="2965"/>
                      <a:pt x="1805" y="2196"/>
                    </a:cubicBezTo>
                    <a:cubicBezTo>
                      <a:pt x="1952" y="1498"/>
                      <a:pt x="2341" y="1467"/>
                      <a:pt x="2410" y="1467"/>
                    </a:cubicBezTo>
                    <a:cubicBezTo>
                      <a:pt x="2417" y="1467"/>
                      <a:pt x="2421" y="1467"/>
                      <a:pt x="2421" y="1467"/>
                    </a:cubicBezTo>
                    <a:lnTo>
                      <a:pt x="3673" y="1293"/>
                    </a:lnTo>
                    <a:lnTo>
                      <a:pt x="3938" y="1546"/>
                    </a:lnTo>
                    <a:cubicBezTo>
                      <a:pt x="3938" y="1546"/>
                      <a:pt x="4395" y="1366"/>
                      <a:pt x="3951" y="691"/>
                    </a:cubicBezTo>
                    <a:cubicBezTo>
                      <a:pt x="3629" y="200"/>
                      <a:pt x="3106" y="1"/>
                      <a:pt x="2606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42"/>
              <p:cNvSpPr/>
              <p:nvPr/>
            </p:nvSpPr>
            <p:spPr>
              <a:xfrm>
                <a:off x="3273625" y="1306475"/>
                <a:ext cx="16275" cy="5925"/>
              </a:xfrm>
              <a:custGeom>
                <a:avLst/>
                <a:gdLst/>
                <a:ahLst/>
                <a:cxnLst/>
                <a:rect l="l" t="t" r="r" b="b"/>
                <a:pathLst>
                  <a:path w="651" h="237" extrusionOk="0">
                    <a:moveTo>
                      <a:pt x="32" y="0"/>
                    </a:moveTo>
                    <a:lnTo>
                      <a:pt x="1" y="192"/>
                    </a:lnTo>
                    <a:lnTo>
                      <a:pt x="648" y="237"/>
                    </a:lnTo>
                    <a:lnTo>
                      <a:pt x="651" y="114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Google Shape;1411;p42"/>
              <p:cNvSpPr/>
              <p:nvPr/>
            </p:nvSpPr>
            <p:spPr>
              <a:xfrm>
                <a:off x="3274575" y="1298725"/>
                <a:ext cx="16425" cy="8150"/>
              </a:xfrm>
              <a:custGeom>
                <a:avLst/>
                <a:gdLst/>
                <a:ahLst/>
                <a:cxnLst/>
                <a:rect l="l" t="t" r="r" b="b"/>
                <a:pathLst>
                  <a:path w="657" h="326" extrusionOk="0">
                    <a:moveTo>
                      <a:pt x="61" y="1"/>
                    </a:moveTo>
                    <a:lnTo>
                      <a:pt x="1" y="184"/>
                    </a:lnTo>
                    <a:lnTo>
                      <a:pt x="632" y="326"/>
                    </a:lnTo>
                    <a:lnTo>
                      <a:pt x="657" y="209"/>
                    </a:lnTo>
                    <a:lnTo>
                      <a:pt x="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Google Shape;1412;p42"/>
              <p:cNvSpPr/>
              <p:nvPr/>
            </p:nvSpPr>
            <p:spPr>
              <a:xfrm>
                <a:off x="3343975" y="1818550"/>
                <a:ext cx="7930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172" h="1143" extrusionOk="0">
                    <a:moveTo>
                      <a:pt x="1193" y="1"/>
                    </a:moveTo>
                    <a:cubicBezTo>
                      <a:pt x="1193" y="1"/>
                      <a:pt x="1055" y="278"/>
                      <a:pt x="796" y="376"/>
                    </a:cubicBezTo>
                    <a:cubicBezTo>
                      <a:pt x="675" y="433"/>
                      <a:pt x="528" y="449"/>
                      <a:pt x="402" y="449"/>
                    </a:cubicBezTo>
                    <a:cubicBezTo>
                      <a:pt x="252" y="449"/>
                      <a:pt x="133" y="427"/>
                      <a:pt x="133" y="427"/>
                    </a:cubicBezTo>
                    <a:lnTo>
                      <a:pt x="1" y="1143"/>
                    </a:lnTo>
                    <a:lnTo>
                      <a:pt x="3077" y="1143"/>
                    </a:lnTo>
                    <a:cubicBezTo>
                      <a:pt x="3171" y="818"/>
                      <a:pt x="2660" y="644"/>
                      <a:pt x="2203" y="446"/>
                    </a:cubicBezTo>
                    <a:lnTo>
                      <a:pt x="2200" y="446"/>
                    </a:lnTo>
                    <a:cubicBezTo>
                      <a:pt x="1698" y="234"/>
                      <a:pt x="1193" y="1"/>
                      <a:pt x="1193" y="1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42"/>
              <p:cNvSpPr/>
              <p:nvPr/>
            </p:nvSpPr>
            <p:spPr>
              <a:xfrm>
                <a:off x="3391225" y="1829600"/>
                <a:ext cx="32050" cy="17525"/>
              </a:xfrm>
              <a:custGeom>
                <a:avLst/>
                <a:gdLst/>
                <a:ahLst/>
                <a:cxnLst/>
                <a:rect l="l" t="t" r="r" b="b"/>
                <a:pathLst>
                  <a:path w="1282" h="701" extrusionOk="0">
                    <a:moveTo>
                      <a:pt x="310" y="0"/>
                    </a:moveTo>
                    <a:cubicBezTo>
                      <a:pt x="67" y="269"/>
                      <a:pt x="1" y="660"/>
                      <a:pt x="1" y="660"/>
                    </a:cubicBezTo>
                    <a:lnTo>
                      <a:pt x="51" y="701"/>
                    </a:lnTo>
                    <a:lnTo>
                      <a:pt x="1187" y="701"/>
                    </a:lnTo>
                    <a:cubicBezTo>
                      <a:pt x="1281" y="376"/>
                      <a:pt x="770" y="202"/>
                      <a:pt x="313" y="0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42"/>
              <p:cNvSpPr/>
              <p:nvPr/>
            </p:nvSpPr>
            <p:spPr>
              <a:xfrm>
                <a:off x="3343975" y="1829200"/>
                <a:ext cx="14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598" h="717" extrusionOk="0">
                    <a:moveTo>
                      <a:pt x="133" y="1"/>
                    </a:moveTo>
                    <a:lnTo>
                      <a:pt x="1" y="717"/>
                    </a:lnTo>
                    <a:lnTo>
                      <a:pt x="597" y="717"/>
                    </a:lnTo>
                    <a:cubicBezTo>
                      <a:pt x="575" y="338"/>
                      <a:pt x="301" y="108"/>
                      <a:pt x="133" y="1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42"/>
              <p:cNvSpPr/>
              <p:nvPr/>
            </p:nvSpPr>
            <p:spPr>
              <a:xfrm>
                <a:off x="3343975" y="1846000"/>
                <a:ext cx="77175" cy="7350"/>
              </a:xfrm>
              <a:custGeom>
                <a:avLst/>
                <a:gdLst/>
                <a:ahLst/>
                <a:cxnLst/>
                <a:rect l="l" t="t" r="r" b="b"/>
                <a:pathLst>
                  <a:path w="3087" h="294" extrusionOk="0">
                    <a:moveTo>
                      <a:pt x="1" y="1"/>
                    </a:moveTo>
                    <a:lnTo>
                      <a:pt x="1" y="294"/>
                    </a:lnTo>
                    <a:lnTo>
                      <a:pt x="3086" y="294"/>
                    </a:lnTo>
                    <a:lnTo>
                      <a:pt x="308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42"/>
              <p:cNvSpPr/>
              <p:nvPr/>
            </p:nvSpPr>
            <p:spPr>
              <a:xfrm>
                <a:off x="3172200" y="1774950"/>
                <a:ext cx="50200" cy="71550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2862" extrusionOk="0">
                    <a:moveTo>
                      <a:pt x="673" y="0"/>
                    </a:moveTo>
                    <a:lnTo>
                      <a:pt x="1" y="284"/>
                    </a:lnTo>
                    <a:lnTo>
                      <a:pt x="1679" y="2861"/>
                    </a:lnTo>
                    <a:cubicBezTo>
                      <a:pt x="2007" y="2757"/>
                      <a:pt x="1872" y="2234"/>
                      <a:pt x="1780" y="1745"/>
                    </a:cubicBezTo>
                    <a:lnTo>
                      <a:pt x="1780" y="1742"/>
                    </a:lnTo>
                    <a:cubicBezTo>
                      <a:pt x="1685" y="1208"/>
                      <a:pt x="1603" y="656"/>
                      <a:pt x="1603" y="656"/>
                    </a:cubicBezTo>
                    <a:cubicBezTo>
                      <a:pt x="1603" y="656"/>
                      <a:pt x="1574" y="660"/>
                      <a:pt x="1526" y="660"/>
                    </a:cubicBezTo>
                    <a:cubicBezTo>
                      <a:pt x="1421" y="660"/>
                      <a:pt x="1229" y="642"/>
                      <a:pt x="1077" y="527"/>
                    </a:cubicBezTo>
                    <a:cubicBezTo>
                      <a:pt x="827" y="376"/>
                      <a:pt x="673" y="0"/>
                      <a:pt x="673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42"/>
              <p:cNvSpPr/>
              <p:nvPr/>
            </p:nvSpPr>
            <p:spPr>
              <a:xfrm>
                <a:off x="3198700" y="1818175"/>
                <a:ext cx="23700" cy="28325"/>
              </a:xfrm>
              <a:custGeom>
                <a:avLst/>
                <a:gdLst/>
                <a:ahLst/>
                <a:cxnLst/>
                <a:rect l="l" t="t" r="r" b="b"/>
                <a:pathLst>
                  <a:path w="948" h="1133" extrusionOk="0">
                    <a:moveTo>
                      <a:pt x="559" y="0"/>
                    </a:moveTo>
                    <a:cubicBezTo>
                      <a:pt x="265" y="0"/>
                      <a:pt x="4" y="113"/>
                      <a:pt x="4" y="113"/>
                    </a:cubicBezTo>
                    <a:lnTo>
                      <a:pt x="1" y="180"/>
                    </a:lnTo>
                    <a:lnTo>
                      <a:pt x="619" y="1132"/>
                    </a:lnTo>
                    <a:cubicBezTo>
                      <a:pt x="947" y="1028"/>
                      <a:pt x="812" y="505"/>
                      <a:pt x="720" y="16"/>
                    </a:cubicBezTo>
                    <a:lnTo>
                      <a:pt x="720" y="13"/>
                    </a:lnTo>
                    <a:cubicBezTo>
                      <a:pt x="666" y="4"/>
                      <a:pt x="612" y="0"/>
                      <a:pt x="559" y="0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42"/>
              <p:cNvSpPr/>
              <p:nvPr/>
            </p:nvSpPr>
            <p:spPr>
              <a:xfrm>
                <a:off x="3172300" y="1774950"/>
                <a:ext cx="16900" cy="19575"/>
              </a:xfrm>
              <a:custGeom>
                <a:avLst/>
                <a:gdLst/>
                <a:ahLst/>
                <a:cxnLst/>
                <a:rect l="l" t="t" r="r" b="b"/>
                <a:pathLst>
                  <a:path w="676" h="783" extrusionOk="0">
                    <a:moveTo>
                      <a:pt x="675" y="0"/>
                    </a:moveTo>
                    <a:lnTo>
                      <a:pt x="0" y="284"/>
                    </a:lnTo>
                    <a:lnTo>
                      <a:pt x="322" y="783"/>
                    </a:lnTo>
                    <a:cubicBezTo>
                      <a:pt x="628" y="552"/>
                      <a:pt x="669" y="199"/>
                      <a:pt x="675" y="0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42"/>
              <p:cNvSpPr/>
              <p:nvPr/>
            </p:nvSpPr>
            <p:spPr>
              <a:xfrm>
                <a:off x="3167000" y="1781475"/>
                <a:ext cx="48300" cy="68575"/>
              </a:xfrm>
              <a:custGeom>
                <a:avLst/>
                <a:gdLst/>
                <a:ahLst/>
                <a:cxnLst/>
                <a:rect l="l" t="t" r="r" b="b"/>
                <a:pathLst>
                  <a:path w="1932" h="2743" extrusionOk="0">
                    <a:moveTo>
                      <a:pt x="247" y="1"/>
                    </a:moveTo>
                    <a:lnTo>
                      <a:pt x="1" y="159"/>
                    </a:lnTo>
                    <a:lnTo>
                      <a:pt x="1685" y="2742"/>
                    </a:lnTo>
                    <a:lnTo>
                      <a:pt x="1931" y="2582"/>
                    </a:lnTo>
                    <a:lnTo>
                      <a:pt x="24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42"/>
              <p:cNvSpPr/>
              <p:nvPr/>
            </p:nvSpPr>
            <p:spPr>
              <a:xfrm>
                <a:off x="3325850" y="1443625"/>
                <a:ext cx="95850" cy="33550"/>
              </a:xfrm>
              <a:custGeom>
                <a:avLst/>
                <a:gdLst/>
                <a:ahLst/>
                <a:cxnLst/>
                <a:rect l="l" t="t" r="r" b="b"/>
                <a:pathLst>
                  <a:path w="3834" h="1342" extrusionOk="0">
                    <a:moveTo>
                      <a:pt x="3833" y="0"/>
                    </a:moveTo>
                    <a:cubicBezTo>
                      <a:pt x="3833" y="0"/>
                      <a:pt x="3108" y="16"/>
                      <a:pt x="2199" y="123"/>
                    </a:cubicBezTo>
                    <a:cubicBezTo>
                      <a:pt x="1287" y="227"/>
                      <a:pt x="171" y="653"/>
                      <a:pt x="89" y="836"/>
                    </a:cubicBezTo>
                    <a:cubicBezTo>
                      <a:pt x="8" y="1005"/>
                      <a:pt x="1" y="1342"/>
                      <a:pt x="767" y="1342"/>
                    </a:cubicBezTo>
                    <a:cubicBezTo>
                      <a:pt x="844" y="1342"/>
                      <a:pt x="927" y="1339"/>
                      <a:pt x="1019" y="1331"/>
                    </a:cubicBezTo>
                    <a:cubicBezTo>
                      <a:pt x="2035" y="1259"/>
                      <a:pt x="3685" y="158"/>
                      <a:pt x="3685" y="158"/>
                    </a:cubicBezTo>
                    <a:lnTo>
                      <a:pt x="3833" y="0"/>
                    </a:ln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42"/>
              <p:cNvSpPr/>
              <p:nvPr/>
            </p:nvSpPr>
            <p:spPr>
              <a:xfrm>
                <a:off x="3343375" y="1443275"/>
                <a:ext cx="92800" cy="33675"/>
              </a:xfrm>
              <a:custGeom>
                <a:avLst/>
                <a:gdLst/>
                <a:ahLst/>
                <a:cxnLst/>
                <a:rect l="l" t="t" r="r" b="b"/>
                <a:pathLst>
                  <a:path w="3712" h="1347" extrusionOk="0">
                    <a:moveTo>
                      <a:pt x="3078" y="1"/>
                    </a:moveTo>
                    <a:cubicBezTo>
                      <a:pt x="2683" y="1"/>
                      <a:pt x="384" y="668"/>
                      <a:pt x="195" y="853"/>
                    </a:cubicBezTo>
                    <a:cubicBezTo>
                      <a:pt x="0" y="1048"/>
                      <a:pt x="105" y="1347"/>
                      <a:pt x="338" y="1347"/>
                    </a:cubicBezTo>
                    <a:cubicBezTo>
                      <a:pt x="346" y="1347"/>
                      <a:pt x="354" y="1346"/>
                      <a:pt x="362" y="1345"/>
                    </a:cubicBezTo>
                    <a:cubicBezTo>
                      <a:pt x="608" y="1326"/>
                      <a:pt x="3315" y="1008"/>
                      <a:pt x="3523" y="872"/>
                    </a:cubicBezTo>
                    <a:cubicBezTo>
                      <a:pt x="3711" y="741"/>
                      <a:pt x="3595" y="469"/>
                      <a:pt x="3411" y="469"/>
                    </a:cubicBezTo>
                    <a:cubicBezTo>
                      <a:pt x="3400" y="469"/>
                      <a:pt x="3389" y="470"/>
                      <a:pt x="3378" y="472"/>
                    </a:cubicBezTo>
                    <a:lnTo>
                      <a:pt x="3217" y="475"/>
                    </a:lnTo>
                    <a:cubicBezTo>
                      <a:pt x="3148" y="478"/>
                      <a:pt x="3094" y="478"/>
                      <a:pt x="3094" y="478"/>
                    </a:cubicBezTo>
                    <a:cubicBezTo>
                      <a:pt x="3094" y="478"/>
                      <a:pt x="3129" y="399"/>
                      <a:pt x="3154" y="304"/>
                    </a:cubicBezTo>
                    <a:cubicBezTo>
                      <a:pt x="3180" y="194"/>
                      <a:pt x="3192" y="65"/>
                      <a:pt x="3132" y="11"/>
                    </a:cubicBezTo>
                    <a:cubicBezTo>
                      <a:pt x="3125" y="4"/>
                      <a:pt x="3106" y="1"/>
                      <a:pt x="3078" y="1"/>
                    </a:cubicBez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42"/>
              <p:cNvSpPr/>
              <p:nvPr/>
            </p:nvSpPr>
            <p:spPr>
              <a:xfrm>
                <a:off x="3358975" y="1450950"/>
                <a:ext cx="64775" cy="18025"/>
              </a:xfrm>
              <a:custGeom>
                <a:avLst/>
                <a:gdLst/>
                <a:ahLst/>
                <a:cxnLst/>
                <a:rect l="l" t="t" r="r" b="b"/>
                <a:pathLst>
                  <a:path w="2591" h="721" extrusionOk="0">
                    <a:moveTo>
                      <a:pt x="2524" y="0"/>
                    </a:moveTo>
                    <a:cubicBezTo>
                      <a:pt x="2524" y="1"/>
                      <a:pt x="0" y="496"/>
                      <a:pt x="57" y="701"/>
                    </a:cubicBezTo>
                    <a:cubicBezTo>
                      <a:pt x="58" y="714"/>
                      <a:pt x="81" y="720"/>
                      <a:pt x="123" y="720"/>
                    </a:cubicBezTo>
                    <a:cubicBezTo>
                      <a:pt x="521" y="720"/>
                      <a:pt x="2590" y="168"/>
                      <a:pt x="2590" y="168"/>
                    </a:cubicBezTo>
                    <a:lnTo>
                      <a:pt x="2590" y="168"/>
                    </a:lnTo>
                    <a:cubicBezTo>
                      <a:pt x="2524" y="171"/>
                      <a:pt x="2464" y="174"/>
                      <a:pt x="2464" y="174"/>
                    </a:cubicBezTo>
                    <a:cubicBezTo>
                      <a:pt x="2464" y="174"/>
                      <a:pt x="2502" y="95"/>
                      <a:pt x="2524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42"/>
              <p:cNvSpPr/>
              <p:nvPr/>
            </p:nvSpPr>
            <p:spPr>
              <a:xfrm>
                <a:off x="3337900" y="1430725"/>
                <a:ext cx="86400" cy="25150"/>
              </a:xfrm>
              <a:custGeom>
                <a:avLst/>
                <a:gdLst/>
                <a:ahLst/>
                <a:cxnLst/>
                <a:rect l="l" t="t" r="r" b="b"/>
                <a:pathLst>
                  <a:path w="3456" h="1006" extrusionOk="0">
                    <a:moveTo>
                      <a:pt x="2742" y="0"/>
                    </a:moveTo>
                    <a:cubicBezTo>
                      <a:pt x="2527" y="0"/>
                      <a:pt x="2277" y="4"/>
                      <a:pt x="2007" y="14"/>
                    </a:cubicBezTo>
                    <a:cubicBezTo>
                      <a:pt x="1200" y="46"/>
                      <a:pt x="193" y="346"/>
                      <a:pt x="108" y="503"/>
                    </a:cubicBezTo>
                    <a:cubicBezTo>
                      <a:pt x="20" y="661"/>
                      <a:pt x="1" y="1005"/>
                      <a:pt x="900" y="1005"/>
                    </a:cubicBezTo>
                    <a:cubicBezTo>
                      <a:pt x="1799" y="1005"/>
                      <a:pt x="3313" y="147"/>
                      <a:pt x="3313" y="147"/>
                    </a:cubicBezTo>
                    <a:lnTo>
                      <a:pt x="3455" y="14"/>
                    </a:lnTo>
                    <a:cubicBezTo>
                      <a:pt x="3455" y="14"/>
                      <a:pt x="3171" y="0"/>
                      <a:pt x="2742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42"/>
              <p:cNvSpPr/>
              <p:nvPr/>
            </p:nvSpPr>
            <p:spPr>
              <a:xfrm>
                <a:off x="3353800" y="1430825"/>
                <a:ext cx="8207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3283" h="1005" extrusionOk="0">
                    <a:moveTo>
                      <a:pt x="2742" y="1"/>
                    </a:moveTo>
                    <a:cubicBezTo>
                      <a:pt x="2319" y="1"/>
                      <a:pt x="357" y="413"/>
                      <a:pt x="185" y="563"/>
                    </a:cubicBezTo>
                    <a:cubicBezTo>
                      <a:pt x="0" y="726"/>
                      <a:pt x="80" y="1004"/>
                      <a:pt x="295" y="1004"/>
                    </a:cubicBezTo>
                    <a:cubicBezTo>
                      <a:pt x="296" y="1004"/>
                      <a:pt x="298" y="1004"/>
                      <a:pt x="299" y="1004"/>
                    </a:cubicBezTo>
                    <a:cubicBezTo>
                      <a:pt x="516" y="1001"/>
                      <a:pt x="2914" y="897"/>
                      <a:pt x="3106" y="796"/>
                    </a:cubicBezTo>
                    <a:cubicBezTo>
                      <a:pt x="3282" y="687"/>
                      <a:pt x="3193" y="435"/>
                      <a:pt x="3026" y="435"/>
                    </a:cubicBezTo>
                    <a:cubicBezTo>
                      <a:pt x="3019" y="435"/>
                      <a:pt x="3013" y="436"/>
                      <a:pt x="3005" y="436"/>
                    </a:cubicBezTo>
                    <a:lnTo>
                      <a:pt x="2864" y="430"/>
                    </a:lnTo>
                    <a:cubicBezTo>
                      <a:pt x="2800" y="430"/>
                      <a:pt x="2753" y="424"/>
                      <a:pt x="2753" y="424"/>
                    </a:cubicBezTo>
                    <a:cubicBezTo>
                      <a:pt x="2753" y="424"/>
                      <a:pt x="2788" y="358"/>
                      <a:pt x="2816" y="275"/>
                    </a:cubicBezTo>
                    <a:cubicBezTo>
                      <a:pt x="2848" y="181"/>
                      <a:pt x="2867" y="70"/>
                      <a:pt x="2819" y="14"/>
                    </a:cubicBezTo>
                    <a:cubicBezTo>
                      <a:pt x="2811" y="5"/>
                      <a:pt x="2784" y="1"/>
                      <a:pt x="2742" y="1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42"/>
              <p:cNvSpPr/>
              <p:nvPr/>
            </p:nvSpPr>
            <p:spPr>
              <a:xfrm>
                <a:off x="3368675" y="1437625"/>
                <a:ext cx="56725" cy="12525"/>
              </a:xfrm>
              <a:custGeom>
                <a:avLst/>
                <a:gdLst/>
                <a:ahLst/>
                <a:cxnLst/>
                <a:rect l="l" t="t" r="r" b="b"/>
                <a:pathLst>
                  <a:path w="2269" h="501" extrusionOk="0">
                    <a:moveTo>
                      <a:pt x="2221" y="0"/>
                    </a:moveTo>
                    <a:cubicBezTo>
                      <a:pt x="2221" y="0"/>
                      <a:pt x="0" y="284"/>
                      <a:pt x="3" y="451"/>
                    </a:cubicBezTo>
                    <a:cubicBezTo>
                      <a:pt x="11" y="486"/>
                      <a:pt x="80" y="500"/>
                      <a:pt x="191" y="500"/>
                    </a:cubicBezTo>
                    <a:cubicBezTo>
                      <a:pt x="734" y="500"/>
                      <a:pt x="2269" y="152"/>
                      <a:pt x="2269" y="152"/>
                    </a:cubicBezTo>
                    <a:cubicBezTo>
                      <a:pt x="2209" y="149"/>
                      <a:pt x="2158" y="149"/>
                      <a:pt x="2158" y="149"/>
                    </a:cubicBezTo>
                    <a:cubicBezTo>
                      <a:pt x="2158" y="149"/>
                      <a:pt x="2193" y="82"/>
                      <a:pt x="2221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6" name="Google Shape;1426;p42"/>
            <p:cNvGrpSpPr/>
            <p:nvPr/>
          </p:nvGrpSpPr>
          <p:grpSpPr>
            <a:xfrm>
              <a:off x="1536984" y="1080254"/>
              <a:ext cx="926082" cy="2885948"/>
              <a:chOff x="4972600" y="2060300"/>
              <a:chExt cx="193575" cy="603250"/>
            </a:xfrm>
          </p:grpSpPr>
          <p:sp>
            <p:nvSpPr>
              <p:cNvPr id="1427" name="Google Shape;1427;p42"/>
              <p:cNvSpPr/>
              <p:nvPr/>
            </p:nvSpPr>
            <p:spPr>
              <a:xfrm>
                <a:off x="4972600" y="2611500"/>
                <a:ext cx="50675" cy="52050"/>
              </a:xfrm>
              <a:custGeom>
                <a:avLst/>
                <a:gdLst/>
                <a:ahLst/>
                <a:cxnLst/>
                <a:rect l="l" t="t" r="r" b="b"/>
                <a:pathLst>
                  <a:path w="2027" h="2082" extrusionOk="0">
                    <a:moveTo>
                      <a:pt x="537" y="0"/>
                    </a:moveTo>
                    <a:cubicBezTo>
                      <a:pt x="537" y="0"/>
                      <a:pt x="190" y="1193"/>
                      <a:pt x="95" y="1414"/>
                    </a:cubicBezTo>
                    <a:cubicBezTo>
                      <a:pt x="1" y="1635"/>
                      <a:pt x="10" y="1934"/>
                      <a:pt x="159" y="2023"/>
                    </a:cubicBezTo>
                    <a:cubicBezTo>
                      <a:pt x="238" y="2067"/>
                      <a:pt x="593" y="2081"/>
                      <a:pt x="940" y="2081"/>
                    </a:cubicBezTo>
                    <a:cubicBezTo>
                      <a:pt x="1257" y="2081"/>
                      <a:pt x="1566" y="2069"/>
                      <a:pt x="1648" y="2057"/>
                    </a:cubicBezTo>
                    <a:cubicBezTo>
                      <a:pt x="1818" y="2038"/>
                      <a:pt x="2026" y="2023"/>
                      <a:pt x="1973" y="1688"/>
                    </a:cubicBezTo>
                    <a:cubicBezTo>
                      <a:pt x="1922" y="1351"/>
                      <a:pt x="1884" y="142"/>
                      <a:pt x="1872" y="82"/>
                    </a:cubicBezTo>
                    <a:cubicBezTo>
                      <a:pt x="1859" y="19"/>
                      <a:pt x="537" y="0"/>
                      <a:pt x="537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42"/>
              <p:cNvSpPr/>
              <p:nvPr/>
            </p:nvSpPr>
            <p:spPr>
              <a:xfrm>
                <a:off x="5058575" y="2612525"/>
                <a:ext cx="31100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001" extrusionOk="0">
                    <a:moveTo>
                      <a:pt x="0" y="0"/>
                    </a:moveTo>
                    <a:lnTo>
                      <a:pt x="0" y="1000"/>
                    </a:lnTo>
                    <a:lnTo>
                      <a:pt x="1243" y="1000"/>
                    </a:lnTo>
                    <a:lnTo>
                      <a:pt x="1174" y="0"/>
                    </a:lnTo>
                    <a:close/>
                  </a:path>
                </a:pathLst>
              </a:custGeom>
              <a:solidFill>
                <a:srgbClr val="CC7B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42"/>
              <p:cNvSpPr/>
              <p:nvPr/>
            </p:nvSpPr>
            <p:spPr>
              <a:xfrm>
                <a:off x="5055250" y="2619150"/>
                <a:ext cx="90650" cy="39800"/>
              </a:xfrm>
              <a:custGeom>
                <a:avLst/>
                <a:gdLst/>
                <a:ahLst/>
                <a:cxnLst/>
                <a:rect l="l" t="t" r="r" b="b"/>
                <a:pathLst>
                  <a:path w="3626" h="1592" extrusionOk="0">
                    <a:moveTo>
                      <a:pt x="1361" y="0"/>
                    </a:moveTo>
                    <a:cubicBezTo>
                      <a:pt x="1301" y="0"/>
                      <a:pt x="1223" y="9"/>
                      <a:pt x="1121" y="35"/>
                    </a:cubicBezTo>
                    <a:cubicBezTo>
                      <a:pt x="818" y="114"/>
                      <a:pt x="818" y="411"/>
                      <a:pt x="645" y="480"/>
                    </a:cubicBezTo>
                    <a:cubicBezTo>
                      <a:pt x="612" y="494"/>
                      <a:pt x="571" y="499"/>
                      <a:pt x="525" y="499"/>
                    </a:cubicBezTo>
                    <a:cubicBezTo>
                      <a:pt x="329" y="499"/>
                      <a:pt x="51" y="398"/>
                      <a:pt x="51" y="398"/>
                    </a:cubicBezTo>
                    <a:cubicBezTo>
                      <a:pt x="51" y="398"/>
                      <a:pt x="23" y="717"/>
                      <a:pt x="14" y="966"/>
                    </a:cubicBezTo>
                    <a:cubicBezTo>
                      <a:pt x="7" y="1007"/>
                      <a:pt x="7" y="1041"/>
                      <a:pt x="7" y="1076"/>
                    </a:cubicBezTo>
                    <a:cubicBezTo>
                      <a:pt x="1" y="1325"/>
                      <a:pt x="165" y="1429"/>
                      <a:pt x="320" y="1496"/>
                    </a:cubicBezTo>
                    <a:cubicBezTo>
                      <a:pt x="474" y="1562"/>
                      <a:pt x="3165" y="1587"/>
                      <a:pt x="3279" y="1590"/>
                    </a:cubicBezTo>
                    <a:cubicBezTo>
                      <a:pt x="3291" y="1591"/>
                      <a:pt x="3305" y="1591"/>
                      <a:pt x="3320" y="1591"/>
                    </a:cubicBezTo>
                    <a:cubicBezTo>
                      <a:pt x="3392" y="1591"/>
                      <a:pt x="3487" y="1579"/>
                      <a:pt x="3547" y="1493"/>
                    </a:cubicBezTo>
                    <a:cubicBezTo>
                      <a:pt x="3578" y="1445"/>
                      <a:pt x="3601" y="1382"/>
                      <a:pt x="3604" y="1291"/>
                    </a:cubicBezTo>
                    <a:cubicBezTo>
                      <a:pt x="3626" y="982"/>
                      <a:pt x="3083" y="802"/>
                      <a:pt x="2588" y="590"/>
                    </a:cubicBezTo>
                    <a:cubicBezTo>
                      <a:pt x="2089" y="382"/>
                      <a:pt x="1522" y="35"/>
                      <a:pt x="1522" y="35"/>
                    </a:cubicBezTo>
                    <a:cubicBezTo>
                      <a:pt x="1522" y="35"/>
                      <a:pt x="1479" y="0"/>
                      <a:pt x="1361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42"/>
              <p:cNvSpPr/>
              <p:nvPr/>
            </p:nvSpPr>
            <p:spPr>
              <a:xfrm>
                <a:off x="5055250" y="2643275"/>
                <a:ext cx="88675" cy="15675"/>
              </a:xfrm>
              <a:custGeom>
                <a:avLst/>
                <a:gdLst/>
                <a:ahLst/>
                <a:cxnLst/>
                <a:rect l="l" t="t" r="r" b="b"/>
                <a:pathLst>
                  <a:path w="3547" h="627" extrusionOk="0">
                    <a:moveTo>
                      <a:pt x="14" y="1"/>
                    </a:moveTo>
                    <a:cubicBezTo>
                      <a:pt x="7" y="42"/>
                      <a:pt x="7" y="76"/>
                      <a:pt x="7" y="111"/>
                    </a:cubicBezTo>
                    <a:cubicBezTo>
                      <a:pt x="1" y="360"/>
                      <a:pt x="165" y="464"/>
                      <a:pt x="320" y="531"/>
                    </a:cubicBezTo>
                    <a:cubicBezTo>
                      <a:pt x="474" y="597"/>
                      <a:pt x="3165" y="622"/>
                      <a:pt x="3279" y="625"/>
                    </a:cubicBezTo>
                    <a:cubicBezTo>
                      <a:pt x="3291" y="626"/>
                      <a:pt x="3305" y="626"/>
                      <a:pt x="3320" y="626"/>
                    </a:cubicBezTo>
                    <a:cubicBezTo>
                      <a:pt x="3392" y="626"/>
                      <a:pt x="3487" y="614"/>
                      <a:pt x="3547" y="528"/>
                    </a:cubicBezTo>
                    <a:cubicBezTo>
                      <a:pt x="2910" y="512"/>
                      <a:pt x="604" y="455"/>
                      <a:pt x="465" y="278"/>
                    </a:cubicBezTo>
                    <a:cubicBezTo>
                      <a:pt x="348" y="133"/>
                      <a:pt x="143" y="42"/>
                      <a:pt x="14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42"/>
              <p:cNvSpPr/>
              <p:nvPr/>
            </p:nvSpPr>
            <p:spPr>
              <a:xfrm>
                <a:off x="4981925" y="2322450"/>
                <a:ext cx="127375" cy="297200"/>
              </a:xfrm>
              <a:custGeom>
                <a:avLst/>
                <a:gdLst/>
                <a:ahLst/>
                <a:cxnLst/>
                <a:rect l="l" t="t" r="r" b="b"/>
                <a:pathLst>
                  <a:path w="5095" h="11888" extrusionOk="0">
                    <a:moveTo>
                      <a:pt x="4628" y="0"/>
                    </a:moveTo>
                    <a:lnTo>
                      <a:pt x="4628" y="0"/>
                    </a:lnTo>
                    <a:cubicBezTo>
                      <a:pt x="4628" y="0"/>
                      <a:pt x="4628" y="0"/>
                      <a:pt x="4628" y="0"/>
                    </a:cubicBezTo>
                    <a:lnTo>
                      <a:pt x="4628" y="0"/>
                    </a:lnTo>
                    <a:cubicBezTo>
                      <a:pt x="4628" y="0"/>
                      <a:pt x="4628" y="0"/>
                      <a:pt x="4628" y="0"/>
                    </a:cubicBezTo>
                    <a:close/>
                    <a:moveTo>
                      <a:pt x="4628" y="0"/>
                    </a:moveTo>
                    <a:cubicBezTo>
                      <a:pt x="4626" y="5"/>
                      <a:pt x="3973" y="240"/>
                      <a:pt x="2751" y="240"/>
                    </a:cubicBezTo>
                    <a:cubicBezTo>
                      <a:pt x="2139" y="240"/>
                      <a:pt x="1383" y="181"/>
                      <a:pt x="495" y="3"/>
                    </a:cubicBezTo>
                    <a:lnTo>
                      <a:pt x="495" y="3"/>
                    </a:lnTo>
                    <a:cubicBezTo>
                      <a:pt x="495" y="4"/>
                      <a:pt x="618" y="1855"/>
                      <a:pt x="606" y="2436"/>
                    </a:cubicBezTo>
                    <a:cubicBezTo>
                      <a:pt x="599" y="3013"/>
                      <a:pt x="0" y="11127"/>
                      <a:pt x="47" y="11433"/>
                    </a:cubicBezTo>
                    <a:cubicBezTo>
                      <a:pt x="86" y="11685"/>
                      <a:pt x="495" y="11751"/>
                      <a:pt x="934" y="11751"/>
                    </a:cubicBezTo>
                    <a:cubicBezTo>
                      <a:pt x="1032" y="11751"/>
                      <a:pt x="1133" y="11747"/>
                      <a:pt x="1230" y="11742"/>
                    </a:cubicBezTo>
                    <a:cubicBezTo>
                      <a:pt x="1764" y="11714"/>
                      <a:pt x="1669" y="11484"/>
                      <a:pt x="1669" y="11427"/>
                    </a:cubicBezTo>
                    <a:cubicBezTo>
                      <a:pt x="1669" y="11373"/>
                      <a:pt x="3082" y="4113"/>
                      <a:pt x="3082" y="4111"/>
                    </a:cubicBezTo>
                    <a:lnTo>
                      <a:pt x="3082" y="4111"/>
                    </a:lnTo>
                    <a:cubicBezTo>
                      <a:pt x="3082" y="4112"/>
                      <a:pt x="2842" y="6089"/>
                      <a:pt x="2842" y="6792"/>
                    </a:cubicBezTo>
                    <a:cubicBezTo>
                      <a:pt x="2842" y="7502"/>
                      <a:pt x="2824" y="11304"/>
                      <a:pt x="2836" y="11676"/>
                    </a:cubicBezTo>
                    <a:cubicBezTo>
                      <a:pt x="2839" y="11831"/>
                      <a:pt x="3122" y="11888"/>
                      <a:pt x="3456" y="11888"/>
                    </a:cubicBezTo>
                    <a:cubicBezTo>
                      <a:pt x="3932" y="11888"/>
                      <a:pt x="4514" y="11772"/>
                      <a:pt x="4540" y="11657"/>
                    </a:cubicBezTo>
                    <a:cubicBezTo>
                      <a:pt x="4587" y="11458"/>
                      <a:pt x="4723" y="8490"/>
                      <a:pt x="4751" y="7890"/>
                    </a:cubicBezTo>
                    <a:cubicBezTo>
                      <a:pt x="4779" y="7294"/>
                      <a:pt x="5095" y="1142"/>
                      <a:pt x="4628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42"/>
              <p:cNvSpPr/>
              <p:nvPr/>
            </p:nvSpPr>
            <p:spPr>
              <a:xfrm>
                <a:off x="4982000" y="2594050"/>
                <a:ext cx="44500" cy="8875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5" extrusionOk="0">
                    <a:moveTo>
                      <a:pt x="41" y="1"/>
                    </a:moveTo>
                    <a:cubicBezTo>
                      <a:pt x="30" y="1"/>
                      <a:pt x="19" y="7"/>
                      <a:pt x="13" y="17"/>
                    </a:cubicBezTo>
                    <a:cubicBezTo>
                      <a:pt x="0" y="33"/>
                      <a:pt x="10" y="55"/>
                      <a:pt x="22" y="64"/>
                    </a:cubicBezTo>
                    <a:cubicBezTo>
                      <a:pt x="29" y="71"/>
                      <a:pt x="496" y="355"/>
                      <a:pt x="1060" y="355"/>
                    </a:cubicBezTo>
                    <a:cubicBezTo>
                      <a:pt x="1284" y="355"/>
                      <a:pt x="1527" y="310"/>
                      <a:pt x="1754" y="184"/>
                    </a:cubicBezTo>
                    <a:cubicBezTo>
                      <a:pt x="1773" y="175"/>
                      <a:pt x="1779" y="153"/>
                      <a:pt x="1770" y="137"/>
                    </a:cubicBezTo>
                    <a:cubicBezTo>
                      <a:pt x="1766" y="124"/>
                      <a:pt x="1752" y="118"/>
                      <a:pt x="1739" y="118"/>
                    </a:cubicBezTo>
                    <a:cubicBezTo>
                      <a:pt x="1733" y="118"/>
                      <a:pt x="1727" y="119"/>
                      <a:pt x="1723" y="121"/>
                    </a:cubicBezTo>
                    <a:cubicBezTo>
                      <a:pt x="1502" y="241"/>
                      <a:pt x="1273" y="284"/>
                      <a:pt x="1058" y="284"/>
                    </a:cubicBezTo>
                    <a:cubicBezTo>
                      <a:pt x="516" y="284"/>
                      <a:pt x="65" y="10"/>
                      <a:pt x="60" y="8"/>
                    </a:cubicBezTo>
                    <a:cubicBezTo>
                      <a:pt x="54" y="3"/>
                      <a:pt x="48" y="1"/>
                      <a:pt x="41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42"/>
              <p:cNvSpPr/>
              <p:nvPr/>
            </p:nvSpPr>
            <p:spPr>
              <a:xfrm>
                <a:off x="5051725" y="2597550"/>
                <a:ext cx="46075" cy="8300"/>
              </a:xfrm>
              <a:custGeom>
                <a:avLst/>
                <a:gdLst/>
                <a:ahLst/>
                <a:cxnLst/>
                <a:rect l="l" t="t" r="r" b="b"/>
                <a:pathLst>
                  <a:path w="1843" h="332" extrusionOk="0">
                    <a:moveTo>
                      <a:pt x="1800" y="0"/>
                    </a:moveTo>
                    <a:cubicBezTo>
                      <a:pt x="1790" y="0"/>
                      <a:pt x="1780" y="4"/>
                      <a:pt x="1773" y="13"/>
                    </a:cubicBezTo>
                    <a:cubicBezTo>
                      <a:pt x="1596" y="207"/>
                      <a:pt x="1224" y="260"/>
                      <a:pt x="870" y="260"/>
                    </a:cubicBezTo>
                    <a:cubicBezTo>
                      <a:pt x="449" y="260"/>
                      <a:pt x="54" y="185"/>
                      <a:pt x="47" y="183"/>
                    </a:cubicBezTo>
                    <a:cubicBezTo>
                      <a:pt x="44" y="182"/>
                      <a:pt x="41" y="181"/>
                      <a:pt x="37" y="181"/>
                    </a:cubicBezTo>
                    <a:cubicBezTo>
                      <a:pt x="21" y="181"/>
                      <a:pt x="6" y="193"/>
                      <a:pt x="3" y="211"/>
                    </a:cubicBezTo>
                    <a:cubicBezTo>
                      <a:pt x="0" y="230"/>
                      <a:pt x="13" y="249"/>
                      <a:pt x="32" y="252"/>
                    </a:cubicBezTo>
                    <a:cubicBezTo>
                      <a:pt x="63" y="256"/>
                      <a:pt x="448" y="331"/>
                      <a:pt x="868" y="331"/>
                    </a:cubicBezTo>
                    <a:cubicBezTo>
                      <a:pt x="1237" y="331"/>
                      <a:pt x="1631" y="278"/>
                      <a:pt x="1830" y="60"/>
                    </a:cubicBezTo>
                    <a:cubicBezTo>
                      <a:pt x="1842" y="44"/>
                      <a:pt x="1842" y="22"/>
                      <a:pt x="1827" y="9"/>
                    </a:cubicBezTo>
                    <a:cubicBezTo>
                      <a:pt x="1819" y="4"/>
                      <a:pt x="1810" y="0"/>
                      <a:pt x="1800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42"/>
              <p:cNvSpPr/>
              <p:nvPr/>
            </p:nvSpPr>
            <p:spPr>
              <a:xfrm>
                <a:off x="5016075" y="2131025"/>
                <a:ext cx="59800" cy="62875"/>
              </a:xfrm>
              <a:custGeom>
                <a:avLst/>
                <a:gdLst/>
                <a:ahLst/>
                <a:cxnLst/>
                <a:rect l="l" t="t" r="r" b="b"/>
                <a:pathLst>
                  <a:path w="2392" h="2515" extrusionOk="0">
                    <a:moveTo>
                      <a:pt x="558" y="1"/>
                    </a:moveTo>
                    <a:cubicBezTo>
                      <a:pt x="558" y="1"/>
                      <a:pt x="574" y="294"/>
                      <a:pt x="540" y="629"/>
                    </a:cubicBezTo>
                    <a:cubicBezTo>
                      <a:pt x="489" y="1073"/>
                      <a:pt x="360" y="1600"/>
                      <a:pt x="0" y="1641"/>
                    </a:cubicBezTo>
                    <a:cubicBezTo>
                      <a:pt x="0" y="1641"/>
                      <a:pt x="364" y="2514"/>
                      <a:pt x="1212" y="2514"/>
                    </a:cubicBezTo>
                    <a:cubicBezTo>
                      <a:pt x="1274" y="2514"/>
                      <a:pt x="1339" y="2509"/>
                      <a:pt x="1407" y="2499"/>
                    </a:cubicBezTo>
                    <a:cubicBezTo>
                      <a:pt x="2391" y="2348"/>
                      <a:pt x="1678" y="1490"/>
                      <a:pt x="1678" y="1490"/>
                    </a:cubicBezTo>
                    <a:lnTo>
                      <a:pt x="1678" y="1436"/>
                    </a:lnTo>
                    <a:cubicBezTo>
                      <a:pt x="1678" y="1332"/>
                      <a:pt x="1691" y="1089"/>
                      <a:pt x="1732" y="916"/>
                    </a:cubicBezTo>
                    <a:cubicBezTo>
                      <a:pt x="1789" y="692"/>
                      <a:pt x="559" y="1"/>
                      <a:pt x="558" y="1"/>
                    </a:cubicBezTo>
                    <a:close/>
                  </a:path>
                </a:pathLst>
              </a:custGeom>
              <a:solidFill>
                <a:srgbClr val="CC7B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42"/>
              <p:cNvSpPr/>
              <p:nvPr/>
            </p:nvSpPr>
            <p:spPr>
              <a:xfrm>
                <a:off x="5029400" y="2131025"/>
                <a:ext cx="31325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253" h="1433" extrusionOk="0">
                    <a:moveTo>
                      <a:pt x="22" y="1"/>
                    </a:moveTo>
                    <a:cubicBezTo>
                      <a:pt x="22" y="1"/>
                      <a:pt x="38" y="294"/>
                      <a:pt x="0" y="629"/>
                    </a:cubicBezTo>
                    <a:cubicBezTo>
                      <a:pt x="316" y="931"/>
                      <a:pt x="764" y="1310"/>
                      <a:pt x="1142" y="1433"/>
                    </a:cubicBezTo>
                    <a:cubicBezTo>
                      <a:pt x="1142" y="1326"/>
                      <a:pt x="1152" y="1086"/>
                      <a:pt x="1196" y="912"/>
                    </a:cubicBezTo>
                    <a:cubicBezTo>
                      <a:pt x="1253" y="692"/>
                      <a:pt x="22" y="1"/>
                      <a:pt x="22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42"/>
              <p:cNvSpPr/>
              <p:nvPr/>
            </p:nvSpPr>
            <p:spPr>
              <a:xfrm>
                <a:off x="5014725" y="2074000"/>
                <a:ext cx="69500" cy="87425"/>
              </a:xfrm>
              <a:custGeom>
                <a:avLst/>
                <a:gdLst/>
                <a:ahLst/>
                <a:cxnLst/>
                <a:rect l="l" t="t" r="r" b="b"/>
                <a:pathLst>
                  <a:path w="2780" h="3497" extrusionOk="0">
                    <a:moveTo>
                      <a:pt x="1405" y="0"/>
                    </a:moveTo>
                    <a:cubicBezTo>
                      <a:pt x="1222" y="0"/>
                      <a:pt x="1036" y="33"/>
                      <a:pt x="855" y="114"/>
                    </a:cubicBezTo>
                    <a:cubicBezTo>
                      <a:pt x="0" y="499"/>
                      <a:pt x="202" y="1392"/>
                      <a:pt x="202" y="1392"/>
                    </a:cubicBezTo>
                    <a:cubicBezTo>
                      <a:pt x="202" y="1392"/>
                      <a:pt x="792" y="3481"/>
                      <a:pt x="1786" y="3496"/>
                    </a:cubicBezTo>
                    <a:cubicBezTo>
                      <a:pt x="1789" y="3496"/>
                      <a:pt x="1791" y="3496"/>
                      <a:pt x="1794" y="3496"/>
                    </a:cubicBezTo>
                    <a:cubicBezTo>
                      <a:pt x="2780" y="3496"/>
                      <a:pt x="2736" y="607"/>
                      <a:pt x="2736" y="607"/>
                    </a:cubicBezTo>
                    <a:cubicBezTo>
                      <a:pt x="2703" y="455"/>
                      <a:pt x="2082" y="0"/>
                      <a:pt x="1405" y="0"/>
                    </a:cubicBezTo>
                    <a:close/>
                  </a:path>
                </a:pathLst>
              </a:custGeom>
              <a:solidFill>
                <a:srgbClr val="CC7B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42"/>
              <p:cNvSpPr/>
              <p:nvPr/>
            </p:nvSpPr>
            <p:spPr>
              <a:xfrm>
                <a:off x="5003200" y="2060300"/>
                <a:ext cx="97825" cy="68700"/>
              </a:xfrm>
              <a:custGeom>
                <a:avLst/>
                <a:gdLst/>
                <a:ahLst/>
                <a:cxnLst/>
                <a:rect l="l" t="t" r="r" b="b"/>
                <a:pathLst>
                  <a:path w="3913" h="2748" extrusionOk="0">
                    <a:moveTo>
                      <a:pt x="1693" y="1"/>
                    </a:moveTo>
                    <a:cubicBezTo>
                      <a:pt x="1184" y="1"/>
                      <a:pt x="793" y="193"/>
                      <a:pt x="600" y="1047"/>
                    </a:cubicBezTo>
                    <a:cubicBezTo>
                      <a:pt x="600" y="1047"/>
                      <a:pt x="1" y="1672"/>
                      <a:pt x="726" y="2748"/>
                    </a:cubicBezTo>
                    <a:lnTo>
                      <a:pt x="1055" y="2694"/>
                    </a:lnTo>
                    <a:cubicBezTo>
                      <a:pt x="1055" y="2694"/>
                      <a:pt x="954" y="2022"/>
                      <a:pt x="1304" y="2022"/>
                    </a:cubicBezTo>
                    <a:cubicBezTo>
                      <a:pt x="1657" y="2022"/>
                      <a:pt x="1884" y="1716"/>
                      <a:pt x="2010" y="1546"/>
                    </a:cubicBezTo>
                    <a:cubicBezTo>
                      <a:pt x="2028" y="1523"/>
                      <a:pt x="2050" y="1513"/>
                      <a:pt x="2078" y="1513"/>
                    </a:cubicBezTo>
                    <a:cubicBezTo>
                      <a:pt x="2251" y="1513"/>
                      <a:pt x="2607" y="1915"/>
                      <a:pt x="2872" y="1915"/>
                    </a:cubicBezTo>
                    <a:cubicBezTo>
                      <a:pt x="3175" y="1915"/>
                      <a:pt x="3140" y="2293"/>
                      <a:pt x="3140" y="2293"/>
                    </a:cubicBezTo>
                    <a:cubicBezTo>
                      <a:pt x="3140" y="2293"/>
                      <a:pt x="3913" y="1978"/>
                      <a:pt x="3578" y="1218"/>
                    </a:cubicBezTo>
                    <a:cubicBezTo>
                      <a:pt x="3578" y="1218"/>
                      <a:pt x="3802" y="205"/>
                      <a:pt x="2780" y="114"/>
                    </a:cubicBezTo>
                    <a:cubicBezTo>
                      <a:pt x="2384" y="78"/>
                      <a:pt x="2015" y="1"/>
                      <a:pt x="1693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38;p42"/>
              <p:cNvSpPr/>
              <p:nvPr/>
            </p:nvSpPr>
            <p:spPr>
              <a:xfrm>
                <a:off x="5012375" y="2116125"/>
                <a:ext cx="19650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786" h="798" extrusionOk="0">
                    <a:moveTo>
                      <a:pt x="371" y="1"/>
                    </a:moveTo>
                    <a:cubicBezTo>
                      <a:pt x="325" y="1"/>
                      <a:pt x="278" y="18"/>
                      <a:pt x="233" y="60"/>
                    </a:cubicBezTo>
                    <a:cubicBezTo>
                      <a:pt x="0" y="279"/>
                      <a:pt x="288" y="798"/>
                      <a:pt x="684" y="798"/>
                    </a:cubicBezTo>
                    <a:cubicBezTo>
                      <a:pt x="717" y="798"/>
                      <a:pt x="751" y="794"/>
                      <a:pt x="785" y="786"/>
                    </a:cubicBezTo>
                    <a:lnTo>
                      <a:pt x="785" y="370"/>
                    </a:lnTo>
                    <a:cubicBezTo>
                      <a:pt x="785" y="370"/>
                      <a:pt x="583" y="1"/>
                      <a:pt x="371" y="1"/>
                    </a:cubicBezTo>
                    <a:close/>
                  </a:path>
                </a:pathLst>
              </a:custGeom>
              <a:solidFill>
                <a:srgbClr val="CC7B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39;p42"/>
              <p:cNvSpPr/>
              <p:nvPr/>
            </p:nvSpPr>
            <p:spPr>
              <a:xfrm>
                <a:off x="5060475" y="2123775"/>
                <a:ext cx="7750" cy="1635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654" extrusionOk="0">
                    <a:moveTo>
                      <a:pt x="221" y="1"/>
                    </a:moveTo>
                    <a:cubicBezTo>
                      <a:pt x="202" y="4"/>
                      <a:pt x="186" y="19"/>
                      <a:pt x="189" y="38"/>
                    </a:cubicBezTo>
                    <a:cubicBezTo>
                      <a:pt x="218" y="266"/>
                      <a:pt x="224" y="531"/>
                      <a:pt x="202" y="568"/>
                    </a:cubicBezTo>
                    <a:cubicBezTo>
                      <a:pt x="192" y="578"/>
                      <a:pt x="176" y="582"/>
                      <a:pt x="157" y="582"/>
                    </a:cubicBezTo>
                    <a:cubicBezTo>
                      <a:pt x="122" y="582"/>
                      <a:pt x="80" y="569"/>
                      <a:pt x="57" y="559"/>
                    </a:cubicBezTo>
                    <a:cubicBezTo>
                      <a:pt x="52" y="557"/>
                      <a:pt x="46" y="557"/>
                      <a:pt x="42" y="557"/>
                    </a:cubicBezTo>
                    <a:cubicBezTo>
                      <a:pt x="26" y="557"/>
                      <a:pt x="14" y="564"/>
                      <a:pt x="10" y="581"/>
                    </a:cubicBezTo>
                    <a:cubicBezTo>
                      <a:pt x="0" y="600"/>
                      <a:pt x="10" y="619"/>
                      <a:pt x="29" y="628"/>
                    </a:cubicBezTo>
                    <a:cubicBezTo>
                      <a:pt x="35" y="631"/>
                      <a:pt x="95" y="654"/>
                      <a:pt x="155" y="654"/>
                    </a:cubicBezTo>
                    <a:cubicBezTo>
                      <a:pt x="189" y="654"/>
                      <a:pt x="224" y="647"/>
                      <a:pt x="249" y="619"/>
                    </a:cubicBezTo>
                    <a:cubicBezTo>
                      <a:pt x="309" y="559"/>
                      <a:pt x="281" y="225"/>
                      <a:pt x="262" y="32"/>
                    </a:cubicBezTo>
                    <a:cubicBezTo>
                      <a:pt x="256" y="10"/>
                      <a:pt x="240" y="1"/>
                      <a:pt x="221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40;p42"/>
              <p:cNvSpPr/>
              <p:nvPr/>
            </p:nvSpPr>
            <p:spPr>
              <a:xfrm>
                <a:off x="5047300" y="2111750"/>
                <a:ext cx="12325" cy="5425"/>
              </a:xfrm>
              <a:custGeom>
                <a:avLst/>
                <a:gdLst/>
                <a:ahLst/>
                <a:cxnLst/>
                <a:rect l="l" t="t" r="r" b="b"/>
                <a:pathLst>
                  <a:path w="493" h="217" extrusionOk="0">
                    <a:moveTo>
                      <a:pt x="331" y="1"/>
                    </a:moveTo>
                    <a:cubicBezTo>
                      <a:pt x="92" y="1"/>
                      <a:pt x="0" y="170"/>
                      <a:pt x="0" y="172"/>
                    </a:cubicBezTo>
                    <a:lnTo>
                      <a:pt x="82" y="217"/>
                    </a:lnTo>
                    <a:cubicBezTo>
                      <a:pt x="85" y="211"/>
                      <a:pt x="148" y="95"/>
                      <a:pt x="327" y="95"/>
                    </a:cubicBezTo>
                    <a:cubicBezTo>
                      <a:pt x="368" y="95"/>
                      <a:pt x="414" y="101"/>
                      <a:pt x="467" y="116"/>
                    </a:cubicBezTo>
                    <a:lnTo>
                      <a:pt x="492" y="24"/>
                    </a:lnTo>
                    <a:cubicBezTo>
                      <a:pt x="432" y="8"/>
                      <a:pt x="378" y="1"/>
                      <a:pt x="331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42"/>
              <p:cNvSpPr/>
              <p:nvPr/>
            </p:nvSpPr>
            <p:spPr>
              <a:xfrm>
                <a:off x="5068975" y="2112325"/>
                <a:ext cx="12350" cy="5475"/>
              </a:xfrm>
              <a:custGeom>
                <a:avLst/>
                <a:gdLst/>
                <a:ahLst/>
                <a:cxnLst/>
                <a:rect l="l" t="t" r="r" b="b"/>
                <a:pathLst>
                  <a:path w="494" h="219" extrusionOk="0">
                    <a:moveTo>
                      <a:pt x="158" y="0"/>
                    </a:moveTo>
                    <a:cubicBezTo>
                      <a:pt x="112" y="0"/>
                      <a:pt x="59" y="7"/>
                      <a:pt x="1" y="23"/>
                    </a:cubicBezTo>
                    <a:lnTo>
                      <a:pt x="23" y="115"/>
                    </a:lnTo>
                    <a:cubicBezTo>
                      <a:pt x="75" y="100"/>
                      <a:pt x="120" y="94"/>
                      <a:pt x="160" y="94"/>
                    </a:cubicBezTo>
                    <a:cubicBezTo>
                      <a:pt x="337" y="94"/>
                      <a:pt x="402" y="211"/>
                      <a:pt x="405" y="219"/>
                    </a:cubicBezTo>
                    <a:lnTo>
                      <a:pt x="493" y="175"/>
                    </a:lnTo>
                    <a:cubicBezTo>
                      <a:pt x="488" y="175"/>
                      <a:pt x="396" y="0"/>
                      <a:pt x="158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42"/>
              <p:cNvSpPr/>
              <p:nvPr/>
            </p:nvSpPr>
            <p:spPr>
              <a:xfrm>
                <a:off x="5053675" y="2120775"/>
                <a:ext cx="3750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150" h="222" extrusionOk="0">
                    <a:moveTo>
                      <a:pt x="73" y="1"/>
                    </a:moveTo>
                    <a:cubicBezTo>
                      <a:pt x="32" y="1"/>
                      <a:pt x="1" y="51"/>
                      <a:pt x="1" y="111"/>
                    </a:cubicBezTo>
                    <a:cubicBezTo>
                      <a:pt x="1" y="174"/>
                      <a:pt x="32" y="221"/>
                      <a:pt x="73" y="221"/>
                    </a:cubicBezTo>
                    <a:cubicBezTo>
                      <a:pt x="118" y="221"/>
                      <a:pt x="149" y="174"/>
                      <a:pt x="149" y="111"/>
                    </a:cubicBezTo>
                    <a:cubicBezTo>
                      <a:pt x="149" y="51"/>
                      <a:pt x="118" y="1"/>
                      <a:pt x="73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42"/>
              <p:cNvSpPr/>
              <p:nvPr/>
            </p:nvSpPr>
            <p:spPr>
              <a:xfrm>
                <a:off x="5071900" y="2121575"/>
                <a:ext cx="3725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149" h="222" extrusionOk="0">
                    <a:moveTo>
                      <a:pt x="76" y="0"/>
                    </a:moveTo>
                    <a:cubicBezTo>
                      <a:pt x="35" y="0"/>
                      <a:pt x="1" y="51"/>
                      <a:pt x="1" y="111"/>
                    </a:cubicBezTo>
                    <a:cubicBezTo>
                      <a:pt x="1" y="174"/>
                      <a:pt x="35" y="221"/>
                      <a:pt x="76" y="221"/>
                    </a:cubicBezTo>
                    <a:cubicBezTo>
                      <a:pt x="117" y="221"/>
                      <a:pt x="149" y="174"/>
                      <a:pt x="149" y="111"/>
                    </a:cubicBezTo>
                    <a:cubicBezTo>
                      <a:pt x="149" y="51"/>
                      <a:pt x="117" y="0"/>
                      <a:pt x="76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42"/>
              <p:cNvSpPr/>
              <p:nvPr/>
            </p:nvSpPr>
            <p:spPr>
              <a:xfrm>
                <a:off x="5055725" y="2146125"/>
                <a:ext cx="10600" cy="2925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17" extrusionOk="0">
                    <a:moveTo>
                      <a:pt x="84" y="0"/>
                    </a:moveTo>
                    <a:cubicBezTo>
                      <a:pt x="54" y="0"/>
                      <a:pt x="38" y="2"/>
                      <a:pt x="36" y="2"/>
                    </a:cubicBezTo>
                    <a:cubicBezTo>
                      <a:pt x="17" y="6"/>
                      <a:pt x="1" y="21"/>
                      <a:pt x="4" y="40"/>
                    </a:cubicBezTo>
                    <a:cubicBezTo>
                      <a:pt x="10" y="58"/>
                      <a:pt x="23" y="72"/>
                      <a:pt x="40" y="72"/>
                    </a:cubicBezTo>
                    <a:cubicBezTo>
                      <a:pt x="42" y="72"/>
                      <a:pt x="43" y="72"/>
                      <a:pt x="45" y="72"/>
                    </a:cubicBezTo>
                    <a:cubicBezTo>
                      <a:pt x="46" y="72"/>
                      <a:pt x="56" y="71"/>
                      <a:pt x="76" y="71"/>
                    </a:cubicBezTo>
                    <a:cubicBezTo>
                      <a:pt x="122" y="71"/>
                      <a:pt x="218" y="77"/>
                      <a:pt x="373" y="116"/>
                    </a:cubicBezTo>
                    <a:lnTo>
                      <a:pt x="379" y="116"/>
                    </a:lnTo>
                    <a:cubicBezTo>
                      <a:pt x="395" y="116"/>
                      <a:pt x="411" y="103"/>
                      <a:pt x="414" y="88"/>
                    </a:cubicBezTo>
                    <a:cubicBezTo>
                      <a:pt x="424" y="69"/>
                      <a:pt x="411" y="50"/>
                      <a:pt x="392" y="43"/>
                    </a:cubicBezTo>
                    <a:cubicBezTo>
                      <a:pt x="240" y="7"/>
                      <a:pt x="139" y="0"/>
                      <a:pt x="84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42"/>
              <p:cNvSpPr/>
              <p:nvPr/>
            </p:nvSpPr>
            <p:spPr>
              <a:xfrm>
                <a:off x="4984750" y="2168025"/>
                <a:ext cx="126925" cy="176075"/>
              </a:xfrm>
              <a:custGeom>
                <a:avLst/>
                <a:gdLst/>
                <a:ahLst/>
                <a:cxnLst/>
                <a:rect l="l" t="t" r="r" b="b"/>
                <a:pathLst>
                  <a:path w="5077" h="7043" extrusionOk="0">
                    <a:moveTo>
                      <a:pt x="2922" y="0"/>
                    </a:moveTo>
                    <a:cubicBezTo>
                      <a:pt x="2922" y="0"/>
                      <a:pt x="3348" y="754"/>
                      <a:pt x="2632" y="754"/>
                    </a:cubicBezTo>
                    <a:cubicBezTo>
                      <a:pt x="1912" y="754"/>
                      <a:pt x="1496" y="26"/>
                      <a:pt x="1496" y="26"/>
                    </a:cubicBezTo>
                    <a:cubicBezTo>
                      <a:pt x="1496" y="26"/>
                      <a:pt x="1414" y="73"/>
                      <a:pt x="1240" y="111"/>
                    </a:cubicBezTo>
                    <a:cubicBezTo>
                      <a:pt x="1181" y="127"/>
                      <a:pt x="1105" y="139"/>
                      <a:pt x="1023" y="145"/>
                    </a:cubicBezTo>
                    <a:cubicBezTo>
                      <a:pt x="704" y="183"/>
                      <a:pt x="92" y="963"/>
                      <a:pt x="92" y="963"/>
                    </a:cubicBezTo>
                    <a:cubicBezTo>
                      <a:pt x="92" y="963"/>
                      <a:pt x="445" y="4105"/>
                      <a:pt x="461" y="4887"/>
                    </a:cubicBezTo>
                    <a:cubicBezTo>
                      <a:pt x="477" y="5666"/>
                      <a:pt x="1" y="6117"/>
                      <a:pt x="379" y="6509"/>
                    </a:cubicBezTo>
                    <a:cubicBezTo>
                      <a:pt x="655" y="6796"/>
                      <a:pt x="1982" y="7042"/>
                      <a:pt x="3060" y="7042"/>
                    </a:cubicBezTo>
                    <a:cubicBezTo>
                      <a:pt x="3464" y="7042"/>
                      <a:pt x="3832" y="7008"/>
                      <a:pt x="4099" y="6928"/>
                    </a:cubicBezTo>
                    <a:cubicBezTo>
                      <a:pt x="5077" y="6638"/>
                      <a:pt x="4417" y="5111"/>
                      <a:pt x="4310" y="4357"/>
                    </a:cubicBezTo>
                    <a:cubicBezTo>
                      <a:pt x="4263" y="4042"/>
                      <a:pt x="4256" y="3534"/>
                      <a:pt x="4253" y="3013"/>
                    </a:cubicBezTo>
                    <a:cubicBezTo>
                      <a:pt x="4247" y="2275"/>
                      <a:pt x="4256" y="1524"/>
                      <a:pt x="4181" y="1310"/>
                    </a:cubicBezTo>
                    <a:cubicBezTo>
                      <a:pt x="4080" y="1013"/>
                      <a:pt x="3799" y="414"/>
                      <a:pt x="3300" y="136"/>
                    </a:cubicBezTo>
                    <a:cubicBezTo>
                      <a:pt x="3253" y="111"/>
                      <a:pt x="3206" y="89"/>
                      <a:pt x="3155" y="67"/>
                    </a:cubicBezTo>
                    <a:cubicBezTo>
                      <a:pt x="3080" y="35"/>
                      <a:pt x="3001" y="16"/>
                      <a:pt x="2922" y="0"/>
                    </a:cubicBez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42"/>
              <p:cNvSpPr/>
              <p:nvPr/>
            </p:nvSpPr>
            <p:spPr>
              <a:xfrm>
                <a:off x="5015675" y="2168025"/>
                <a:ext cx="53650" cy="24650"/>
              </a:xfrm>
              <a:custGeom>
                <a:avLst/>
                <a:gdLst/>
                <a:ahLst/>
                <a:cxnLst/>
                <a:rect l="l" t="t" r="r" b="b"/>
                <a:pathLst>
                  <a:path w="2146" h="986" extrusionOk="0">
                    <a:moveTo>
                      <a:pt x="1685" y="0"/>
                    </a:moveTo>
                    <a:cubicBezTo>
                      <a:pt x="1685" y="0"/>
                      <a:pt x="2111" y="754"/>
                      <a:pt x="1395" y="754"/>
                    </a:cubicBezTo>
                    <a:cubicBezTo>
                      <a:pt x="675" y="754"/>
                      <a:pt x="259" y="26"/>
                      <a:pt x="259" y="26"/>
                    </a:cubicBezTo>
                    <a:cubicBezTo>
                      <a:pt x="259" y="26"/>
                      <a:pt x="174" y="73"/>
                      <a:pt x="0" y="111"/>
                    </a:cubicBezTo>
                    <a:cubicBezTo>
                      <a:pt x="208" y="406"/>
                      <a:pt x="714" y="985"/>
                      <a:pt x="1434" y="985"/>
                    </a:cubicBezTo>
                    <a:cubicBezTo>
                      <a:pt x="1514" y="985"/>
                      <a:pt x="1597" y="978"/>
                      <a:pt x="1682" y="963"/>
                    </a:cubicBezTo>
                    <a:cubicBezTo>
                      <a:pt x="1975" y="912"/>
                      <a:pt x="2101" y="767"/>
                      <a:pt x="2127" y="578"/>
                    </a:cubicBezTo>
                    <a:cubicBezTo>
                      <a:pt x="2146" y="445"/>
                      <a:pt x="2120" y="294"/>
                      <a:pt x="2063" y="136"/>
                    </a:cubicBezTo>
                    <a:cubicBezTo>
                      <a:pt x="2060" y="127"/>
                      <a:pt x="2057" y="114"/>
                      <a:pt x="2051" y="108"/>
                    </a:cubicBezTo>
                    <a:cubicBezTo>
                      <a:pt x="1978" y="82"/>
                      <a:pt x="1922" y="67"/>
                      <a:pt x="1918" y="67"/>
                    </a:cubicBezTo>
                    <a:cubicBezTo>
                      <a:pt x="1843" y="35"/>
                      <a:pt x="1764" y="16"/>
                      <a:pt x="1685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42"/>
              <p:cNvSpPr/>
              <p:nvPr/>
            </p:nvSpPr>
            <p:spPr>
              <a:xfrm>
                <a:off x="5063625" y="2169675"/>
                <a:ext cx="41350" cy="7407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2963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48" y="45"/>
                      <a:pt x="123" y="237"/>
                      <a:pt x="209" y="512"/>
                    </a:cubicBezTo>
                    <a:cubicBezTo>
                      <a:pt x="486" y="1363"/>
                      <a:pt x="884" y="2963"/>
                      <a:pt x="884" y="2963"/>
                    </a:cubicBezTo>
                    <a:lnTo>
                      <a:pt x="1092" y="2947"/>
                    </a:lnTo>
                    <a:lnTo>
                      <a:pt x="1653" y="2909"/>
                    </a:lnTo>
                    <a:cubicBezTo>
                      <a:pt x="1543" y="2237"/>
                      <a:pt x="1262" y="1089"/>
                      <a:pt x="1026" y="644"/>
                    </a:cubicBezTo>
                    <a:cubicBezTo>
                      <a:pt x="855" y="313"/>
                      <a:pt x="369" y="120"/>
                      <a:pt x="133" y="42"/>
                    </a:cubicBezTo>
                    <a:cubicBezTo>
                      <a:pt x="60" y="16"/>
                      <a:pt x="4" y="1"/>
                      <a:pt x="0" y="1"/>
                    </a:cubicBez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42"/>
              <p:cNvSpPr/>
              <p:nvPr/>
            </p:nvSpPr>
            <p:spPr>
              <a:xfrm>
                <a:off x="5100375" y="2190575"/>
                <a:ext cx="23600" cy="33300"/>
              </a:xfrm>
              <a:custGeom>
                <a:avLst/>
                <a:gdLst/>
                <a:ahLst/>
                <a:cxnLst/>
                <a:rect l="l" t="t" r="r" b="b"/>
                <a:pathLst>
                  <a:path w="944" h="1332" extrusionOk="0">
                    <a:moveTo>
                      <a:pt x="770" y="1"/>
                    </a:moveTo>
                    <a:cubicBezTo>
                      <a:pt x="493" y="243"/>
                      <a:pt x="0" y="1332"/>
                      <a:pt x="0" y="1332"/>
                    </a:cubicBezTo>
                    <a:lnTo>
                      <a:pt x="149" y="1332"/>
                    </a:lnTo>
                    <a:cubicBezTo>
                      <a:pt x="149" y="1332"/>
                      <a:pt x="723" y="1007"/>
                      <a:pt x="833" y="609"/>
                    </a:cubicBezTo>
                    <a:cubicBezTo>
                      <a:pt x="944" y="212"/>
                      <a:pt x="770" y="1"/>
                      <a:pt x="770" y="1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42"/>
              <p:cNvSpPr/>
              <p:nvPr/>
            </p:nvSpPr>
            <p:spPr>
              <a:xfrm>
                <a:off x="5076150" y="2193250"/>
                <a:ext cx="22750" cy="30725"/>
              </a:xfrm>
              <a:custGeom>
                <a:avLst/>
                <a:gdLst/>
                <a:ahLst/>
                <a:cxnLst/>
                <a:rect l="l" t="t" r="r" b="b"/>
                <a:pathLst>
                  <a:path w="910" h="1229" extrusionOk="0">
                    <a:moveTo>
                      <a:pt x="174" y="1"/>
                    </a:moveTo>
                    <a:cubicBezTo>
                      <a:pt x="174" y="1"/>
                      <a:pt x="1" y="253"/>
                      <a:pt x="174" y="537"/>
                    </a:cubicBezTo>
                    <a:cubicBezTo>
                      <a:pt x="348" y="821"/>
                      <a:pt x="790" y="1228"/>
                      <a:pt x="790" y="1228"/>
                    </a:cubicBezTo>
                    <a:lnTo>
                      <a:pt x="910" y="1228"/>
                    </a:lnTo>
                    <a:lnTo>
                      <a:pt x="910" y="1225"/>
                    </a:lnTo>
                    <a:cubicBezTo>
                      <a:pt x="910" y="1225"/>
                      <a:pt x="809" y="209"/>
                      <a:pt x="174" y="1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42"/>
              <p:cNvSpPr/>
              <p:nvPr/>
            </p:nvSpPr>
            <p:spPr>
              <a:xfrm>
                <a:off x="5030175" y="2221700"/>
                <a:ext cx="136000" cy="133450"/>
              </a:xfrm>
              <a:custGeom>
                <a:avLst/>
                <a:gdLst/>
                <a:ahLst/>
                <a:cxnLst/>
                <a:rect l="l" t="t" r="r" b="b"/>
                <a:pathLst>
                  <a:path w="5440" h="5338" extrusionOk="0">
                    <a:moveTo>
                      <a:pt x="2492" y="0"/>
                    </a:moveTo>
                    <a:cubicBezTo>
                      <a:pt x="832" y="0"/>
                      <a:pt x="553" y="876"/>
                      <a:pt x="401" y="1380"/>
                    </a:cubicBezTo>
                    <a:cubicBezTo>
                      <a:pt x="237" y="1910"/>
                      <a:pt x="1" y="4494"/>
                      <a:pt x="1206" y="5049"/>
                    </a:cubicBezTo>
                    <a:cubicBezTo>
                      <a:pt x="1687" y="5271"/>
                      <a:pt x="2272" y="5338"/>
                      <a:pt x="2802" y="5338"/>
                    </a:cubicBezTo>
                    <a:cubicBezTo>
                      <a:pt x="3597" y="5338"/>
                      <a:pt x="4266" y="5188"/>
                      <a:pt x="4266" y="5188"/>
                    </a:cubicBezTo>
                    <a:cubicBezTo>
                      <a:pt x="5440" y="4418"/>
                      <a:pt x="5228" y="2349"/>
                      <a:pt x="5077" y="1699"/>
                    </a:cubicBezTo>
                    <a:cubicBezTo>
                      <a:pt x="4922" y="1040"/>
                      <a:pt x="4780" y="134"/>
                      <a:pt x="2824" y="11"/>
                    </a:cubicBezTo>
                    <a:cubicBezTo>
                      <a:pt x="2708" y="4"/>
                      <a:pt x="2597" y="0"/>
                      <a:pt x="2492" y="0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42"/>
              <p:cNvSpPr/>
              <p:nvPr/>
            </p:nvSpPr>
            <p:spPr>
              <a:xfrm>
                <a:off x="5071125" y="2267300"/>
                <a:ext cx="73525" cy="67225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2689" extrusionOk="0">
                    <a:moveTo>
                      <a:pt x="2750" y="1"/>
                    </a:moveTo>
                    <a:cubicBezTo>
                      <a:pt x="2748" y="1"/>
                      <a:pt x="2746" y="1"/>
                      <a:pt x="2745" y="1"/>
                    </a:cubicBezTo>
                    <a:cubicBezTo>
                      <a:pt x="2726" y="4"/>
                      <a:pt x="2710" y="20"/>
                      <a:pt x="2713" y="39"/>
                    </a:cubicBezTo>
                    <a:cubicBezTo>
                      <a:pt x="2716" y="48"/>
                      <a:pt x="2868" y="1149"/>
                      <a:pt x="2193" y="1900"/>
                    </a:cubicBezTo>
                    <a:cubicBezTo>
                      <a:pt x="1764" y="2379"/>
                      <a:pt x="1100" y="2620"/>
                      <a:pt x="217" y="2620"/>
                    </a:cubicBezTo>
                    <a:cubicBezTo>
                      <a:pt x="157" y="2620"/>
                      <a:pt x="96" y="2619"/>
                      <a:pt x="35" y="2616"/>
                    </a:cubicBezTo>
                    <a:cubicBezTo>
                      <a:pt x="16" y="2616"/>
                      <a:pt x="0" y="2632"/>
                      <a:pt x="0" y="2651"/>
                    </a:cubicBezTo>
                    <a:cubicBezTo>
                      <a:pt x="0" y="2670"/>
                      <a:pt x="16" y="2686"/>
                      <a:pt x="35" y="2686"/>
                    </a:cubicBezTo>
                    <a:cubicBezTo>
                      <a:pt x="101" y="2689"/>
                      <a:pt x="161" y="2689"/>
                      <a:pt x="224" y="2689"/>
                    </a:cubicBezTo>
                    <a:cubicBezTo>
                      <a:pt x="1129" y="2689"/>
                      <a:pt x="1811" y="2440"/>
                      <a:pt x="2243" y="1954"/>
                    </a:cubicBezTo>
                    <a:cubicBezTo>
                      <a:pt x="2940" y="1172"/>
                      <a:pt x="2783" y="45"/>
                      <a:pt x="2783" y="33"/>
                    </a:cubicBezTo>
                    <a:cubicBezTo>
                      <a:pt x="2780" y="15"/>
                      <a:pt x="2766" y="1"/>
                      <a:pt x="2750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42"/>
              <p:cNvSpPr/>
              <p:nvPr/>
            </p:nvSpPr>
            <p:spPr>
              <a:xfrm>
                <a:off x="4992175" y="2257850"/>
                <a:ext cx="101675" cy="118200"/>
              </a:xfrm>
              <a:custGeom>
                <a:avLst/>
                <a:gdLst/>
                <a:ahLst/>
                <a:cxnLst/>
                <a:rect l="l" t="t" r="r" b="b"/>
                <a:pathLst>
                  <a:path w="4067" h="4728" extrusionOk="0">
                    <a:moveTo>
                      <a:pt x="1171" y="1"/>
                    </a:moveTo>
                    <a:lnTo>
                      <a:pt x="0" y="502"/>
                    </a:lnTo>
                    <a:cubicBezTo>
                      <a:pt x="0" y="502"/>
                      <a:pt x="1584" y="3868"/>
                      <a:pt x="2057" y="4345"/>
                    </a:cubicBezTo>
                    <a:cubicBezTo>
                      <a:pt x="2330" y="4621"/>
                      <a:pt x="2726" y="4728"/>
                      <a:pt x="3075" y="4728"/>
                    </a:cubicBezTo>
                    <a:cubicBezTo>
                      <a:pt x="3330" y="4728"/>
                      <a:pt x="3560" y="4671"/>
                      <a:pt x="3698" y="4581"/>
                    </a:cubicBezTo>
                    <a:cubicBezTo>
                      <a:pt x="4026" y="4373"/>
                      <a:pt x="4067" y="3884"/>
                      <a:pt x="4067" y="3884"/>
                    </a:cubicBezTo>
                    <a:cubicBezTo>
                      <a:pt x="4067" y="3884"/>
                      <a:pt x="2906" y="3461"/>
                      <a:pt x="2638" y="3455"/>
                    </a:cubicBezTo>
                    <a:cubicBezTo>
                      <a:pt x="2373" y="3442"/>
                      <a:pt x="1171" y="1"/>
                      <a:pt x="1171" y="1"/>
                    </a:cubicBezTo>
                    <a:close/>
                  </a:path>
                </a:pathLst>
              </a:custGeom>
              <a:solidFill>
                <a:srgbClr val="CC7B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42"/>
              <p:cNvSpPr/>
              <p:nvPr/>
            </p:nvSpPr>
            <p:spPr>
              <a:xfrm>
                <a:off x="4979075" y="2192150"/>
                <a:ext cx="49075" cy="86625"/>
              </a:xfrm>
              <a:custGeom>
                <a:avLst/>
                <a:gdLst/>
                <a:ahLst/>
                <a:cxnLst/>
                <a:rect l="l" t="t" r="r" b="b"/>
                <a:pathLst>
                  <a:path w="1963" h="3465" extrusionOk="0">
                    <a:moveTo>
                      <a:pt x="319" y="1"/>
                    </a:moveTo>
                    <a:cubicBezTo>
                      <a:pt x="319" y="1"/>
                      <a:pt x="16" y="408"/>
                      <a:pt x="7" y="1162"/>
                    </a:cubicBezTo>
                    <a:cubicBezTo>
                      <a:pt x="1" y="1916"/>
                      <a:pt x="146" y="2789"/>
                      <a:pt x="319" y="3465"/>
                    </a:cubicBezTo>
                    <a:cubicBezTo>
                      <a:pt x="319" y="3465"/>
                      <a:pt x="1546" y="3436"/>
                      <a:pt x="1963" y="2755"/>
                    </a:cubicBezTo>
                    <a:cubicBezTo>
                      <a:pt x="1963" y="2755"/>
                      <a:pt x="1543" y="1591"/>
                      <a:pt x="1534" y="1143"/>
                    </a:cubicBezTo>
                    <a:cubicBezTo>
                      <a:pt x="1524" y="695"/>
                      <a:pt x="1067" y="190"/>
                      <a:pt x="319" y="1"/>
                    </a:cubicBez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42"/>
              <p:cNvSpPr/>
              <p:nvPr/>
            </p:nvSpPr>
            <p:spPr>
              <a:xfrm>
                <a:off x="5001150" y="2188825"/>
                <a:ext cx="28900" cy="83325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3333" extrusionOk="0">
                    <a:moveTo>
                      <a:pt x="36" y="0"/>
                    </a:moveTo>
                    <a:cubicBezTo>
                      <a:pt x="27" y="0"/>
                      <a:pt x="18" y="3"/>
                      <a:pt x="10" y="7"/>
                    </a:cubicBezTo>
                    <a:cubicBezTo>
                      <a:pt x="1" y="23"/>
                      <a:pt x="1" y="45"/>
                      <a:pt x="10" y="61"/>
                    </a:cubicBezTo>
                    <a:cubicBezTo>
                      <a:pt x="20" y="67"/>
                      <a:pt x="764" y="853"/>
                      <a:pt x="1048" y="2828"/>
                    </a:cubicBezTo>
                    <a:cubicBezTo>
                      <a:pt x="1048" y="2831"/>
                      <a:pt x="1067" y="3017"/>
                      <a:pt x="512" y="3266"/>
                    </a:cubicBezTo>
                    <a:cubicBezTo>
                      <a:pt x="493" y="3273"/>
                      <a:pt x="484" y="3292"/>
                      <a:pt x="493" y="3314"/>
                    </a:cubicBezTo>
                    <a:cubicBezTo>
                      <a:pt x="496" y="3326"/>
                      <a:pt x="512" y="3333"/>
                      <a:pt x="525" y="3333"/>
                    </a:cubicBezTo>
                    <a:cubicBezTo>
                      <a:pt x="528" y="3333"/>
                      <a:pt x="531" y="3333"/>
                      <a:pt x="543" y="3329"/>
                    </a:cubicBezTo>
                    <a:cubicBezTo>
                      <a:pt x="1155" y="3055"/>
                      <a:pt x="1124" y="2837"/>
                      <a:pt x="1121" y="2815"/>
                    </a:cubicBezTo>
                    <a:cubicBezTo>
                      <a:pt x="831" y="812"/>
                      <a:pt x="95" y="39"/>
                      <a:pt x="64" y="7"/>
                    </a:cubicBezTo>
                    <a:cubicBezTo>
                      <a:pt x="54" y="3"/>
                      <a:pt x="45" y="0"/>
                      <a:pt x="36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55" name="Google Shape;1455;p42"/>
            <p:cNvSpPr/>
            <p:nvPr/>
          </p:nvSpPr>
          <p:spPr>
            <a:xfrm flipH="1">
              <a:off x="3803108" y="3499974"/>
              <a:ext cx="720919" cy="418611"/>
            </a:xfrm>
            <a:custGeom>
              <a:avLst/>
              <a:gdLst/>
              <a:ahLst/>
              <a:cxnLst/>
              <a:rect l="l" t="t" r="r" b="b"/>
              <a:pathLst>
                <a:path w="8740" h="5075" extrusionOk="0">
                  <a:moveTo>
                    <a:pt x="3537" y="0"/>
                  </a:moveTo>
                  <a:cubicBezTo>
                    <a:pt x="3524" y="0"/>
                    <a:pt x="3512" y="2"/>
                    <a:pt x="3499" y="5"/>
                  </a:cubicBezTo>
                  <a:cubicBezTo>
                    <a:pt x="3253" y="75"/>
                    <a:pt x="3216" y="860"/>
                    <a:pt x="3389" y="2352"/>
                  </a:cubicBezTo>
                  <a:cubicBezTo>
                    <a:pt x="3226" y="2109"/>
                    <a:pt x="2535" y="1093"/>
                    <a:pt x="2140" y="1093"/>
                  </a:cubicBezTo>
                  <a:cubicBezTo>
                    <a:pt x="2114" y="1093"/>
                    <a:pt x="2090" y="1097"/>
                    <a:pt x="2067" y="1106"/>
                  </a:cubicBezTo>
                  <a:cubicBezTo>
                    <a:pt x="1597" y="1289"/>
                    <a:pt x="2039" y="3356"/>
                    <a:pt x="2067" y="3491"/>
                  </a:cubicBezTo>
                  <a:cubicBezTo>
                    <a:pt x="1687" y="3290"/>
                    <a:pt x="1317" y="3208"/>
                    <a:pt x="1004" y="3208"/>
                  </a:cubicBezTo>
                  <a:cubicBezTo>
                    <a:pt x="578" y="3208"/>
                    <a:pt x="257" y="3360"/>
                    <a:pt x="159" y="3567"/>
                  </a:cubicBezTo>
                  <a:cubicBezTo>
                    <a:pt x="1" y="3892"/>
                    <a:pt x="320" y="4630"/>
                    <a:pt x="1039" y="5069"/>
                  </a:cubicBezTo>
                  <a:cubicBezTo>
                    <a:pt x="1489" y="5073"/>
                    <a:pt x="1938" y="5075"/>
                    <a:pt x="2388" y="5075"/>
                  </a:cubicBezTo>
                  <a:cubicBezTo>
                    <a:pt x="3896" y="5075"/>
                    <a:pt x="5404" y="5056"/>
                    <a:pt x="6915" y="5056"/>
                  </a:cubicBezTo>
                  <a:cubicBezTo>
                    <a:pt x="7256" y="5056"/>
                    <a:pt x="7597" y="5057"/>
                    <a:pt x="7938" y="5059"/>
                  </a:cubicBezTo>
                  <a:cubicBezTo>
                    <a:pt x="8531" y="3759"/>
                    <a:pt x="8739" y="3050"/>
                    <a:pt x="8563" y="2936"/>
                  </a:cubicBezTo>
                  <a:cubicBezTo>
                    <a:pt x="8546" y="2925"/>
                    <a:pt x="8525" y="2919"/>
                    <a:pt x="8501" y="2919"/>
                  </a:cubicBezTo>
                  <a:cubicBezTo>
                    <a:pt x="8328" y="2919"/>
                    <a:pt x="7970" y="3208"/>
                    <a:pt x="7427" y="3778"/>
                  </a:cubicBezTo>
                  <a:cubicBezTo>
                    <a:pt x="7320" y="3176"/>
                    <a:pt x="6951" y="1176"/>
                    <a:pt x="6472" y="1176"/>
                  </a:cubicBezTo>
                  <a:cubicBezTo>
                    <a:pt x="6472" y="1176"/>
                    <a:pt x="6472" y="1176"/>
                    <a:pt x="6471" y="1176"/>
                  </a:cubicBezTo>
                  <a:cubicBezTo>
                    <a:pt x="6090" y="1179"/>
                    <a:pt x="5802" y="2472"/>
                    <a:pt x="5664" y="3195"/>
                  </a:cubicBezTo>
                  <a:cubicBezTo>
                    <a:pt x="5389" y="1217"/>
                    <a:pt x="5105" y="226"/>
                    <a:pt x="4821" y="226"/>
                  </a:cubicBezTo>
                  <a:cubicBezTo>
                    <a:pt x="4673" y="226"/>
                    <a:pt x="4525" y="482"/>
                    <a:pt x="4380" y="996"/>
                  </a:cubicBezTo>
                  <a:cubicBezTo>
                    <a:pt x="4000" y="328"/>
                    <a:pt x="3719" y="0"/>
                    <a:pt x="3537" y="0"/>
                  </a:cubicBezTo>
                  <a:close/>
                </a:path>
              </a:pathLst>
            </a:custGeom>
            <a:solidFill>
              <a:srgbClr val="1A75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56" name="Google Shape;1456;p42"/>
            <p:cNvGrpSpPr/>
            <p:nvPr/>
          </p:nvGrpSpPr>
          <p:grpSpPr>
            <a:xfrm>
              <a:off x="3552650" y="3464992"/>
              <a:ext cx="488023" cy="488585"/>
              <a:chOff x="4683550" y="1106675"/>
              <a:chExt cx="195475" cy="195700"/>
            </a:xfrm>
          </p:grpSpPr>
          <p:sp>
            <p:nvSpPr>
              <p:cNvPr id="1457" name="Google Shape;1457;p42"/>
              <p:cNvSpPr/>
              <p:nvPr/>
            </p:nvSpPr>
            <p:spPr>
              <a:xfrm>
                <a:off x="4683550" y="1106675"/>
                <a:ext cx="195475" cy="195700"/>
              </a:xfrm>
              <a:custGeom>
                <a:avLst/>
                <a:gdLst/>
                <a:ahLst/>
                <a:cxnLst/>
                <a:rect l="l" t="t" r="r" b="b"/>
                <a:pathLst>
                  <a:path w="7819" h="7828" extrusionOk="0">
                    <a:moveTo>
                      <a:pt x="5916" y="1"/>
                    </a:moveTo>
                    <a:cubicBezTo>
                      <a:pt x="5679" y="1"/>
                      <a:pt x="5479" y="217"/>
                      <a:pt x="5342" y="421"/>
                    </a:cubicBezTo>
                    <a:cubicBezTo>
                      <a:pt x="4774" y="1269"/>
                      <a:pt x="4427" y="2250"/>
                      <a:pt x="4212" y="3250"/>
                    </a:cubicBezTo>
                    <a:cubicBezTo>
                      <a:pt x="4001" y="4247"/>
                      <a:pt x="3909" y="5285"/>
                      <a:pt x="3827" y="6301"/>
                    </a:cubicBezTo>
                    <a:cubicBezTo>
                      <a:pt x="3862" y="5541"/>
                      <a:pt x="3670" y="4774"/>
                      <a:pt x="3279" y="4121"/>
                    </a:cubicBezTo>
                    <a:cubicBezTo>
                      <a:pt x="3190" y="3976"/>
                      <a:pt x="3092" y="3828"/>
                      <a:pt x="2954" y="3727"/>
                    </a:cubicBezTo>
                    <a:cubicBezTo>
                      <a:pt x="2847" y="3645"/>
                      <a:pt x="2712" y="3592"/>
                      <a:pt x="2580" y="3592"/>
                    </a:cubicBezTo>
                    <a:cubicBezTo>
                      <a:pt x="2544" y="3592"/>
                      <a:pt x="2509" y="3596"/>
                      <a:pt x="2474" y="3604"/>
                    </a:cubicBezTo>
                    <a:cubicBezTo>
                      <a:pt x="2304" y="3648"/>
                      <a:pt x="2171" y="3790"/>
                      <a:pt x="2096" y="3951"/>
                    </a:cubicBezTo>
                    <a:cubicBezTo>
                      <a:pt x="2020" y="4112"/>
                      <a:pt x="2001" y="4295"/>
                      <a:pt x="1988" y="4471"/>
                    </a:cubicBezTo>
                    <a:cubicBezTo>
                      <a:pt x="1935" y="5323"/>
                      <a:pt x="2067" y="6244"/>
                      <a:pt x="2354" y="7052"/>
                    </a:cubicBezTo>
                    <a:cubicBezTo>
                      <a:pt x="1988" y="6541"/>
                      <a:pt x="1493" y="6131"/>
                      <a:pt x="928" y="5869"/>
                    </a:cubicBezTo>
                    <a:cubicBezTo>
                      <a:pt x="793" y="5806"/>
                      <a:pt x="651" y="5746"/>
                      <a:pt x="502" y="5746"/>
                    </a:cubicBezTo>
                    <a:cubicBezTo>
                      <a:pt x="351" y="5746"/>
                      <a:pt x="193" y="5809"/>
                      <a:pt x="121" y="5935"/>
                    </a:cubicBezTo>
                    <a:cubicBezTo>
                      <a:pt x="1" y="6131"/>
                      <a:pt x="111" y="6383"/>
                      <a:pt x="231" y="6579"/>
                    </a:cubicBezTo>
                    <a:cubicBezTo>
                      <a:pt x="506" y="7030"/>
                      <a:pt x="875" y="7456"/>
                      <a:pt x="1253" y="7828"/>
                    </a:cubicBezTo>
                    <a:cubicBezTo>
                      <a:pt x="2919" y="7825"/>
                      <a:pt x="4585" y="7815"/>
                      <a:pt x="6253" y="7809"/>
                    </a:cubicBezTo>
                    <a:cubicBezTo>
                      <a:pt x="6973" y="7134"/>
                      <a:pt x="7459" y="6083"/>
                      <a:pt x="7717" y="5134"/>
                    </a:cubicBezTo>
                    <a:cubicBezTo>
                      <a:pt x="7787" y="4885"/>
                      <a:pt x="7818" y="4585"/>
                      <a:pt x="7635" y="4408"/>
                    </a:cubicBezTo>
                    <a:cubicBezTo>
                      <a:pt x="7547" y="4323"/>
                      <a:pt x="7435" y="4290"/>
                      <a:pt x="7315" y="4290"/>
                    </a:cubicBezTo>
                    <a:cubicBezTo>
                      <a:pt x="7150" y="4290"/>
                      <a:pt x="6970" y="4352"/>
                      <a:pt x="6818" y="4427"/>
                    </a:cubicBezTo>
                    <a:cubicBezTo>
                      <a:pt x="6152" y="4768"/>
                      <a:pt x="5597" y="5244"/>
                      <a:pt x="5219" y="5891"/>
                    </a:cubicBezTo>
                    <a:cubicBezTo>
                      <a:pt x="5856" y="4295"/>
                      <a:pt x="6247" y="2597"/>
                      <a:pt x="6370" y="884"/>
                    </a:cubicBezTo>
                    <a:cubicBezTo>
                      <a:pt x="6383" y="705"/>
                      <a:pt x="6389" y="528"/>
                      <a:pt x="6339" y="364"/>
                    </a:cubicBezTo>
                    <a:cubicBezTo>
                      <a:pt x="6288" y="197"/>
                      <a:pt x="6156" y="42"/>
                      <a:pt x="5988" y="7"/>
                    </a:cubicBezTo>
                    <a:cubicBezTo>
                      <a:pt x="5964" y="3"/>
                      <a:pt x="5940" y="1"/>
                      <a:pt x="5916" y="1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42"/>
              <p:cNvSpPr/>
              <p:nvPr/>
            </p:nvSpPr>
            <p:spPr>
              <a:xfrm>
                <a:off x="4792625" y="1137300"/>
                <a:ext cx="33325" cy="143725"/>
              </a:xfrm>
              <a:custGeom>
                <a:avLst/>
                <a:gdLst/>
                <a:ahLst/>
                <a:cxnLst/>
                <a:rect l="l" t="t" r="r" b="b"/>
                <a:pathLst>
                  <a:path w="1333" h="5749" extrusionOk="0">
                    <a:moveTo>
                      <a:pt x="1263" y="0"/>
                    </a:moveTo>
                    <a:cubicBezTo>
                      <a:pt x="1250" y="29"/>
                      <a:pt x="300" y="2710"/>
                      <a:pt x="1" y="5739"/>
                    </a:cubicBezTo>
                    <a:lnTo>
                      <a:pt x="76" y="5748"/>
                    </a:lnTo>
                    <a:cubicBezTo>
                      <a:pt x="376" y="2726"/>
                      <a:pt x="1323" y="57"/>
                      <a:pt x="1332" y="29"/>
                    </a:cubicBezTo>
                    <a:lnTo>
                      <a:pt x="1263" y="0"/>
                    </a:ln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42"/>
              <p:cNvSpPr/>
              <p:nvPr/>
            </p:nvSpPr>
            <p:spPr>
              <a:xfrm>
                <a:off x="4824100" y="1226325"/>
                <a:ext cx="40400" cy="60050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2402" extrusionOk="0">
                    <a:moveTo>
                      <a:pt x="1568" y="1"/>
                    </a:moveTo>
                    <a:cubicBezTo>
                      <a:pt x="1556" y="10"/>
                      <a:pt x="452" y="897"/>
                      <a:pt x="0" y="2379"/>
                    </a:cubicBezTo>
                    <a:lnTo>
                      <a:pt x="73" y="2402"/>
                    </a:lnTo>
                    <a:cubicBezTo>
                      <a:pt x="521" y="944"/>
                      <a:pt x="1603" y="73"/>
                      <a:pt x="1616" y="61"/>
                    </a:cubicBezTo>
                    <a:lnTo>
                      <a:pt x="1568" y="1"/>
                    </a:ln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42"/>
              <p:cNvSpPr/>
              <p:nvPr/>
            </p:nvSpPr>
            <p:spPr>
              <a:xfrm>
                <a:off x="4747275" y="1217900"/>
                <a:ext cx="14150" cy="65250"/>
              </a:xfrm>
              <a:custGeom>
                <a:avLst/>
                <a:gdLst/>
                <a:ahLst/>
                <a:cxnLst/>
                <a:rect l="l" t="t" r="r" b="b"/>
                <a:pathLst>
                  <a:path w="566" h="2610" extrusionOk="0">
                    <a:moveTo>
                      <a:pt x="70" y="0"/>
                    </a:moveTo>
                    <a:lnTo>
                      <a:pt x="1" y="22"/>
                    </a:lnTo>
                    <a:cubicBezTo>
                      <a:pt x="4" y="38"/>
                      <a:pt x="490" y="1455"/>
                      <a:pt x="461" y="2609"/>
                    </a:cubicBezTo>
                    <a:lnTo>
                      <a:pt x="537" y="2609"/>
                    </a:lnTo>
                    <a:cubicBezTo>
                      <a:pt x="565" y="1439"/>
                      <a:pt x="76" y="10"/>
                      <a:pt x="70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42"/>
              <p:cNvSpPr/>
              <p:nvPr/>
            </p:nvSpPr>
            <p:spPr>
              <a:xfrm>
                <a:off x="4699575" y="1264025"/>
                <a:ext cx="30850" cy="31350"/>
              </a:xfrm>
              <a:custGeom>
                <a:avLst/>
                <a:gdLst/>
                <a:ahLst/>
                <a:cxnLst/>
                <a:rect l="l" t="t" r="r" b="b"/>
                <a:pathLst>
                  <a:path w="1234" h="1254" extrusionOk="0">
                    <a:moveTo>
                      <a:pt x="35" y="1"/>
                    </a:moveTo>
                    <a:lnTo>
                      <a:pt x="0" y="67"/>
                    </a:lnTo>
                    <a:cubicBezTo>
                      <a:pt x="3" y="70"/>
                      <a:pt x="647" y="433"/>
                      <a:pt x="1171" y="1253"/>
                    </a:cubicBezTo>
                    <a:lnTo>
                      <a:pt x="1234" y="1209"/>
                    </a:lnTo>
                    <a:cubicBezTo>
                      <a:pt x="701" y="373"/>
                      <a:pt x="44" y="4"/>
                      <a:pt x="35" y="1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62" name="Google Shape;1462;p42"/>
            <p:cNvSpPr/>
            <p:nvPr/>
          </p:nvSpPr>
          <p:spPr>
            <a:xfrm>
              <a:off x="659767" y="3499974"/>
              <a:ext cx="720919" cy="418611"/>
            </a:xfrm>
            <a:custGeom>
              <a:avLst/>
              <a:gdLst/>
              <a:ahLst/>
              <a:cxnLst/>
              <a:rect l="l" t="t" r="r" b="b"/>
              <a:pathLst>
                <a:path w="8740" h="5075" extrusionOk="0">
                  <a:moveTo>
                    <a:pt x="3537" y="0"/>
                  </a:moveTo>
                  <a:cubicBezTo>
                    <a:pt x="3524" y="0"/>
                    <a:pt x="3512" y="2"/>
                    <a:pt x="3499" y="5"/>
                  </a:cubicBezTo>
                  <a:cubicBezTo>
                    <a:pt x="3253" y="75"/>
                    <a:pt x="3216" y="860"/>
                    <a:pt x="3389" y="2352"/>
                  </a:cubicBezTo>
                  <a:cubicBezTo>
                    <a:pt x="3226" y="2109"/>
                    <a:pt x="2535" y="1093"/>
                    <a:pt x="2140" y="1093"/>
                  </a:cubicBezTo>
                  <a:cubicBezTo>
                    <a:pt x="2114" y="1093"/>
                    <a:pt x="2090" y="1097"/>
                    <a:pt x="2067" y="1106"/>
                  </a:cubicBezTo>
                  <a:cubicBezTo>
                    <a:pt x="1597" y="1289"/>
                    <a:pt x="2039" y="3356"/>
                    <a:pt x="2067" y="3491"/>
                  </a:cubicBezTo>
                  <a:cubicBezTo>
                    <a:pt x="1687" y="3290"/>
                    <a:pt x="1317" y="3208"/>
                    <a:pt x="1004" y="3208"/>
                  </a:cubicBezTo>
                  <a:cubicBezTo>
                    <a:pt x="578" y="3208"/>
                    <a:pt x="257" y="3360"/>
                    <a:pt x="159" y="3567"/>
                  </a:cubicBezTo>
                  <a:cubicBezTo>
                    <a:pt x="1" y="3892"/>
                    <a:pt x="320" y="4630"/>
                    <a:pt x="1039" y="5069"/>
                  </a:cubicBezTo>
                  <a:cubicBezTo>
                    <a:pt x="1489" y="5073"/>
                    <a:pt x="1938" y="5075"/>
                    <a:pt x="2388" y="5075"/>
                  </a:cubicBezTo>
                  <a:cubicBezTo>
                    <a:pt x="3896" y="5075"/>
                    <a:pt x="5404" y="5056"/>
                    <a:pt x="6915" y="5056"/>
                  </a:cubicBezTo>
                  <a:cubicBezTo>
                    <a:pt x="7256" y="5056"/>
                    <a:pt x="7597" y="5057"/>
                    <a:pt x="7938" y="5059"/>
                  </a:cubicBezTo>
                  <a:cubicBezTo>
                    <a:pt x="8531" y="3759"/>
                    <a:pt x="8739" y="3050"/>
                    <a:pt x="8563" y="2936"/>
                  </a:cubicBezTo>
                  <a:cubicBezTo>
                    <a:pt x="8546" y="2925"/>
                    <a:pt x="8525" y="2919"/>
                    <a:pt x="8501" y="2919"/>
                  </a:cubicBezTo>
                  <a:cubicBezTo>
                    <a:pt x="8328" y="2919"/>
                    <a:pt x="7970" y="3208"/>
                    <a:pt x="7427" y="3778"/>
                  </a:cubicBezTo>
                  <a:cubicBezTo>
                    <a:pt x="7320" y="3176"/>
                    <a:pt x="6951" y="1176"/>
                    <a:pt x="6472" y="1176"/>
                  </a:cubicBezTo>
                  <a:cubicBezTo>
                    <a:pt x="6472" y="1176"/>
                    <a:pt x="6472" y="1176"/>
                    <a:pt x="6471" y="1176"/>
                  </a:cubicBezTo>
                  <a:cubicBezTo>
                    <a:pt x="6090" y="1179"/>
                    <a:pt x="5802" y="2472"/>
                    <a:pt x="5664" y="3195"/>
                  </a:cubicBezTo>
                  <a:cubicBezTo>
                    <a:pt x="5389" y="1217"/>
                    <a:pt x="5105" y="226"/>
                    <a:pt x="4821" y="226"/>
                  </a:cubicBezTo>
                  <a:cubicBezTo>
                    <a:pt x="4673" y="226"/>
                    <a:pt x="4525" y="482"/>
                    <a:pt x="4380" y="996"/>
                  </a:cubicBezTo>
                  <a:cubicBezTo>
                    <a:pt x="4000" y="328"/>
                    <a:pt x="3719" y="0"/>
                    <a:pt x="3537" y="0"/>
                  </a:cubicBezTo>
                  <a:close/>
                </a:path>
              </a:pathLst>
            </a:custGeom>
            <a:solidFill>
              <a:srgbClr val="1A75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43"/>
          <p:cNvSpPr txBox="1">
            <a:spLocks noGrp="1"/>
          </p:cNvSpPr>
          <p:nvPr>
            <p:ph type="subTitle" idx="1"/>
          </p:nvPr>
        </p:nvSpPr>
        <p:spPr>
          <a:xfrm>
            <a:off x="478225" y="1277175"/>
            <a:ext cx="6995700" cy="33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00000"/>
                </a:solidFill>
              </a:rPr>
              <a:t>Java Swing GUI</a:t>
            </a:r>
            <a:r>
              <a:rPr lang="en" sz="1600" dirty="0">
                <a:solidFill>
                  <a:srgbClr val="000000"/>
                </a:solidFill>
              </a:rPr>
              <a:t> for all user interfaces</a:t>
            </a:r>
            <a:br>
              <a:rPr lang="en" sz="1600" dirty="0">
                <a:solidFill>
                  <a:srgbClr val="000000"/>
                </a:solidFill>
              </a:rPr>
            </a:br>
            <a:endParaRPr sz="16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00000"/>
                </a:solidFill>
              </a:rPr>
              <a:t>Role-Based Login</a:t>
            </a:r>
            <a:r>
              <a:rPr lang="en" sz="1600" dirty="0">
                <a:solidFill>
                  <a:srgbClr val="000000"/>
                </a:solidFill>
              </a:rPr>
              <a:t> for Admin, Shelter Helper, Driver, Homeless</a:t>
            </a:r>
            <a:br>
              <a:rPr lang="en" sz="1600" dirty="0">
                <a:solidFill>
                  <a:srgbClr val="000000"/>
                </a:solidFill>
              </a:rPr>
            </a:br>
            <a:endParaRPr sz="16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00000"/>
                </a:solidFill>
              </a:rPr>
              <a:t>Request Processing System</a:t>
            </a:r>
            <a:r>
              <a:rPr lang="en" sz="1600" dirty="0">
                <a:solidFill>
                  <a:srgbClr val="000000"/>
                </a:solidFill>
              </a:rPr>
              <a:t>: cross-enterprise food request handling</a:t>
            </a:r>
            <a:br>
              <a:rPr lang="en" sz="1600" dirty="0">
                <a:solidFill>
                  <a:srgbClr val="000000"/>
                </a:solidFill>
              </a:rPr>
            </a:br>
            <a:endParaRPr sz="16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00000"/>
                </a:solidFill>
              </a:rPr>
              <a:t>Work Queues</a:t>
            </a:r>
            <a:r>
              <a:rPr lang="en" sz="1600" dirty="0">
                <a:solidFill>
                  <a:srgbClr val="000000"/>
                </a:solidFill>
              </a:rPr>
              <a:t>: Track food request and delivery status</a:t>
            </a:r>
            <a:br>
              <a:rPr lang="en" sz="1600" dirty="0">
                <a:solidFill>
                  <a:srgbClr val="000000"/>
                </a:solidFill>
              </a:rPr>
            </a:br>
            <a:endParaRPr sz="16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00000"/>
                </a:solidFill>
              </a:rPr>
              <a:t>Status Management</a:t>
            </a:r>
            <a:r>
              <a:rPr lang="en" sz="1600" dirty="0">
                <a:solidFill>
                  <a:srgbClr val="000000"/>
                </a:solidFill>
              </a:rPr>
              <a:t>: Pending, Approved, Delivered</a:t>
            </a:r>
            <a:br>
              <a:rPr lang="en" sz="1600" dirty="0">
                <a:solidFill>
                  <a:srgbClr val="000000"/>
                </a:solidFill>
              </a:rPr>
            </a:br>
            <a:endParaRPr sz="16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00000"/>
                </a:solidFill>
              </a:rPr>
              <a:t>Faker Library</a:t>
            </a:r>
            <a:r>
              <a:rPr lang="en" sz="1600" dirty="0">
                <a:solidFill>
                  <a:srgbClr val="000000"/>
                </a:solidFill>
              </a:rPr>
              <a:t>: Used to auto-generate sample homeless data</a:t>
            </a:r>
            <a:endParaRPr sz="1600" dirty="0"/>
          </a:p>
        </p:txBody>
      </p:sp>
      <p:sp>
        <p:nvSpPr>
          <p:cNvPr id="1468" name="Google Shape;1468;p43"/>
          <p:cNvSpPr txBox="1">
            <a:spLocks noGrp="1"/>
          </p:cNvSpPr>
          <p:nvPr>
            <p:ph type="title"/>
          </p:nvPr>
        </p:nvSpPr>
        <p:spPr>
          <a:xfrm>
            <a:off x="358550" y="536175"/>
            <a:ext cx="4941600" cy="74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lang="en" sz="3100"/>
              <a:t>Implementation Techniques</a:t>
            </a:r>
            <a:endParaRPr sz="3100"/>
          </a:p>
        </p:txBody>
      </p:sp>
      <p:grpSp>
        <p:nvGrpSpPr>
          <p:cNvPr id="1469" name="Google Shape;1469;p43"/>
          <p:cNvGrpSpPr/>
          <p:nvPr/>
        </p:nvGrpSpPr>
        <p:grpSpPr>
          <a:xfrm>
            <a:off x="6661475" y="1846324"/>
            <a:ext cx="2018800" cy="2898287"/>
            <a:chOff x="719991" y="3095829"/>
            <a:chExt cx="1004878" cy="1512597"/>
          </a:xfrm>
        </p:grpSpPr>
        <p:sp>
          <p:nvSpPr>
            <p:cNvPr id="1470" name="Google Shape;1470;p43"/>
            <p:cNvSpPr/>
            <p:nvPr/>
          </p:nvSpPr>
          <p:spPr>
            <a:xfrm>
              <a:off x="1556274" y="3272475"/>
              <a:ext cx="167445" cy="146743"/>
            </a:xfrm>
            <a:custGeom>
              <a:avLst/>
              <a:gdLst/>
              <a:ahLst/>
              <a:cxnLst/>
              <a:rect l="l" t="t" r="r" b="b"/>
              <a:pathLst>
                <a:path w="3203" h="2807" extrusionOk="0">
                  <a:moveTo>
                    <a:pt x="1335" y="1"/>
                  </a:moveTo>
                  <a:cubicBezTo>
                    <a:pt x="1317" y="1"/>
                    <a:pt x="1298" y="7"/>
                    <a:pt x="1288" y="21"/>
                  </a:cubicBezTo>
                  <a:cubicBezTo>
                    <a:pt x="1272" y="43"/>
                    <a:pt x="1272" y="75"/>
                    <a:pt x="1272" y="97"/>
                  </a:cubicBezTo>
                  <a:cubicBezTo>
                    <a:pt x="1272" y="551"/>
                    <a:pt x="805" y="700"/>
                    <a:pt x="594" y="1031"/>
                  </a:cubicBezTo>
                  <a:cubicBezTo>
                    <a:pt x="534" y="1126"/>
                    <a:pt x="493" y="1236"/>
                    <a:pt x="471" y="1353"/>
                  </a:cubicBezTo>
                  <a:cubicBezTo>
                    <a:pt x="449" y="1463"/>
                    <a:pt x="468" y="1583"/>
                    <a:pt x="439" y="1687"/>
                  </a:cubicBezTo>
                  <a:cubicBezTo>
                    <a:pt x="373" y="1921"/>
                    <a:pt x="203" y="2103"/>
                    <a:pt x="1" y="2167"/>
                  </a:cubicBezTo>
                  <a:lnTo>
                    <a:pt x="616" y="2807"/>
                  </a:lnTo>
                  <a:cubicBezTo>
                    <a:pt x="673" y="2678"/>
                    <a:pt x="821" y="2555"/>
                    <a:pt x="966" y="2542"/>
                  </a:cubicBezTo>
                  <a:cubicBezTo>
                    <a:pt x="974" y="2541"/>
                    <a:pt x="982" y="2541"/>
                    <a:pt x="990" y="2541"/>
                  </a:cubicBezTo>
                  <a:cubicBezTo>
                    <a:pt x="1026" y="2541"/>
                    <a:pt x="1063" y="2546"/>
                    <a:pt x="1099" y="2551"/>
                  </a:cubicBezTo>
                  <a:cubicBezTo>
                    <a:pt x="1105" y="2552"/>
                    <a:pt x="1112" y="2552"/>
                    <a:pt x="1119" y="2552"/>
                  </a:cubicBezTo>
                  <a:cubicBezTo>
                    <a:pt x="1191" y="2552"/>
                    <a:pt x="1266" y="2537"/>
                    <a:pt x="1335" y="2514"/>
                  </a:cubicBezTo>
                  <a:cubicBezTo>
                    <a:pt x="1493" y="2466"/>
                    <a:pt x="1641" y="2403"/>
                    <a:pt x="1783" y="2321"/>
                  </a:cubicBezTo>
                  <a:cubicBezTo>
                    <a:pt x="1827" y="2293"/>
                    <a:pt x="1890" y="2245"/>
                    <a:pt x="1925" y="2211"/>
                  </a:cubicBezTo>
                  <a:cubicBezTo>
                    <a:pt x="2032" y="2110"/>
                    <a:pt x="2111" y="2015"/>
                    <a:pt x="2256" y="1955"/>
                  </a:cubicBezTo>
                  <a:cubicBezTo>
                    <a:pt x="2556" y="1832"/>
                    <a:pt x="2919" y="1687"/>
                    <a:pt x="3048" y="1368"/>
                  </a:cubicBezTo>
                  <a:cubicBezTo>
                    <a:pt x="3070" y="1321"/>
                    <a:pt x="3080" y="1252"/>
                    <a:pt x="3039" y="1226"/>
                  </a:cubicBezTo>
                  <a:cubicBezTo>
                    <a:pt x="3027" y="1219"/>
                    <a:pt x="3013" y="1216"/>
                    <a:pt x="3000" y="1216"/>
                  </a:cubicBezTo>
                  <a:cubicBezTo>
                    <a:pt x="2985" y="1216"/>
                    <a:pt x="2970" y="1220"/>
                    <a:pt x="2957" y="1226"/>
                  </a:cubicBezTo>
                  <a:cubicBezTo>
                    <a:pt x="2931" y="1236"/>
                    <a:pt x="2906" y="1258"/>
                    <a:pt x="2887" y="1277"/>
                  </a:cubicBezTo>
                  <a:cubicBezTo>
                    <a:pt x="2774" y="1384"/>
                    <a:pt x="2648" y="1476"/>
                    <a:pt x="2512" y="1551"/>
                  </a:cubicBezTo>
                  <a:cubicBezTo>
                    <a:pt x="2442" y="1592"/>
                    <a:pt x="2181" y="1703"/>
                    <a:pt x="2099" y="1709"/>
                  </a:cubicBezTo>
                  <a:cubicBezTo>
                    <a:pt x="2294" y="1621"/>
                    <a:pt x="2600" y="1425"/>
                    <a:pt x="2745" y="1308"/>
                  </a:cubicBezTo>
                  <a:cubicBezTo>
                    <a:pt x="2856" y="1217"/>
                    <a:pt x="2976" y="1126"/>
                    <a:pt x="3064" y="1012"/>
                  </a:cubicBezTo>
                  <a:cubicBezTo>
                    <a:pt x="3140" y="920"/>
                    <a:pt x="3196" y="842"/>
                    <a:pt x="3196" y="725"/>
                  </a:cubicBezTo>
                  <a:cubicBezTo>
                    <a:pt x="3196" y="690"/>
                    <a:pt x="3203" y="646"/>
                    <a:pt x="3181" y="621"/>
                  </a:cubicBezTo>
                  <a:cubicBezTo>
                    <a:pt x="3163" y="604"/>
                    <a:pt x="3144" y="598"/>
                    <a:pt x="3126" y="598"/>
                  </a:cubicBezTo>
                  <a:cubicBezTo>
                    <a:pt x="3085" y="598"/>
                    <a:pt x="3045" y="630"/>
                    <a:pt x="3023" y="659"/>
                  </a:cubicBezTo>
                  <a:cubicBezTo>
                    <a:pt x="2692" y="1091"/>
                    <a:pt x="2253" y="1403"/>
                    <a:pt x="1777" y="1545"/>
                  </a:cubicBezTo>
                  <a:cubicBezTo>
                    <a:pt x="2127" y="1378"/>
                    <a:pt x="2392" y="1233"/>
                    <a:pt x="2698" y="977"/>
                  </a:cubicBezTo>
                  <a:cubicBezTo>
                    <a:pt x="2834" y="867"/>
                    <a:pt x="3045" y="693"/>
                    <a:pt x="3086" y="520"/>
                  </a:cubicBezTo>
                  <a:cubicBezTo>
                    <a:pt x="3089" y="495"/>
                    <a:pt x="3092" y="469"/>
                    <a:pt x="3092" y="444"/>
                  </a:cubicBezTo>
                  <a:cubicBezTo>
                    <a:pt x="3092" y="416"/>
                    <a:pt x="3083" y="394"/>
                    <a:pt x="3061" y="378"/>
                  </a:cubicBezTo>
                  <a:cubicBezTo>
                    <a:pt x="3048" y="367"/>
                    <a:pt x="3031" y="362"/>
                    <a:pt x="3012" y="362"/>
                  </a:cubicBezTo>
                  <a:cubicBezTo>
                    <a:pt x="3003" y="362"/>
                    <a:pt x="2994" y="363"/>
                    <a:pt x="2985" y="365"/>
                  </a:cubicBezTo>
                  <a:cubicBezTo>
                    <a:pt x="2922" y="381"/>
                    <a:pt x="2821" y="507"/>
                    <a:pt x="2774" y="555"/>
                  </a:cubicBezTo>
                  <a:cubicBezTo>
                    <a:pt x="2588" y="747"/>
                    <a:pt x="2537" y="775"/>
                    <a:pt x="2354" y="889"/>
                  </a:cubicBezTo>
                  <a:cubicBezTo>
                    <a:pt x="2099" y="1056"/>
                    <a:pt x="1834" y="1135"/>
                    <a:pt x="1572" y="1261"/>
                  </a:cubicBezTo>
                  <a:cubicBezTo>
                    <a:pt x="1979" y="1062"/>
                    <a:pt x="2294" y="864"/>
                    <a:pt x="2632" y="573"/>
                  </a:cubicBezTo>
                  <a:cubicBezTo>
                    <a:pt x="2714" y="507"/>
                    <a:pt x="2802" y="428"/>
                    <a:pt x="2824" y="321"/>
                  </a:cubicBezTo>
                  <a:cubicBezTo>
                    <a:pt x="2836" y="266"/>
                    <a:pt x="2807" y="185"/>
                    <a:pt x="2749" y="185"/>
                  </a:cubicBezTo>
                  <a:cubicBezTo>
                    <a:pt x="2747" y="185"/>
                    <a:pt x="2744" y="185"/>
                    <a:pt x="2742" y="185"/>
                  </a:cubicBezTo>
                  <a:cubicBezTo>
                    <a:pt x="2720" y="185"/>
                    <a:pt x="2698" y="198"/>
                    <a:pt x="2679" y="214"/>
                  </a:cubicBezTo>
                  <a:cubicBezTo>
                    <a:pt x="2471" y="384"/>
                    <a:pt x="2263" y="555"/>
                    <a:pt x="2032" y="696"/>
                  </a:cubicBezTo>
                  <a:cubicBezTo>
                    <a:pt x="1919" y="766"/>
                    <a:pt x="1799" y="832"/>
                    <a:pt x="1679" y="883"/>
                  </a:cubicBezTo>
                  <a:cubicBezTo>
                    <a:pt x="1553" y="936"/>
                    <a:pt x="1430" y="943"/>
                    <a:pt x="1291" y="949"/>
                  </a:cubicBezTo>
                  <a:cubicBezTo>
                    <a:pt x="1288" y="895"/>
                    <a:pt x="1285" y="835"/>
                    <a:pt x="1304" y="785"/>
                  </a:cubicBezTo>
                  <a:cubicBezTo>
                    <a:pt x="1319" y="744"/>
                    <a:pt x="1348" y="712"/>
                    <a:pt x="1370" y="678"/>
                  </a:cubicBezTo>
                  <a:cubicBezTo>
                    <a:pt x="1433" y="586"/>
                    <a:pt x="1483" y="482"/>
                    <a:pt x="1499" y="372"/>
                  </a:cubicBezTo>
                  <a:cubicBezTo>
                    <a:pt x="1515" y="264"/>
                    <a:pt x="1493" y="144"/>
                    <a:pt x="1427" y="56"/>
                  </a:cubicBezTo>
                  <a:cubicBezTo>
                    <a:pt x="1411" y="37"/>
                    <a:pt x="1389" y="15"/>
                    <a:pt x="1364" y="6"/>
                  </a:cubicBezTo>
                  <a:cubicBezTo>
                    <a:pt x="1355" y="2"/>
                    <a:pt x="1345" y="1"/>
                    <a:pt x="1335" y="1"/>
                  </a:cubicBezTo>
                  <a:close/>
                </a:path>
              </a:pathLst>
            </a:custGeom>
            <a:solidFill>
              <a:srgbClr val="8E09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43"/>
            <p:cNvSpPr/>
            <p:nvPr/>
          </p:nvSpPr>
          <p:spPr>
            <a:xfrm>
              <a:off x="1569814" y="3281205"/>
              <a:ext cx="155055" cy="137542"/>
            </a:xfrm>
            <a:custGeom>
              <a:avLst/>
              <a:gdLst/>
              <a:ahLst/>
              <a:cxnLst/>
              <a:rect l="l" t="t" r="r" b="b"/>
              <a:pathLst>
                <a:path w="2966" h="2631" extrusionOk="0">
                  <a:moveTo>
                    <a:pt x="1161" y="0"/>
                  </a:moveTo>
                  <a:cubicBezTo>
                    <a:pt x="1155" y="0"/>
                    <a:pt x="1148" y="2"/>
                    <a:pt x="1142" y="6"/>
                  </a:cubicBezTo>
                  <a:cubicBezTo>
                    <a:pt x="1127" y="18"/>
                    <a:pt x="1124" y="34"/>
                    <a:pt x="1120" y="50"/>
                  </a:cubicBezTo>
                  <a:cubicBezTo>
                    <a:pt x="1076" y="230"/>
                    <a:pt x="985" y="403"/>
                    <a:pt x="868" y="545"/>
                  </a:cubicBezTo>
                  <a:cubicBezTo>
                    <a:pt x="701" y="744"/>
                    <a:pt x="477" y="892"/>
                    <a:pt x="385" y="1129"/>
                  </a:cubicBezTo>
                  <a:cubicBezTo>
                    <a:pt x="357" y="1195"/>
                    <a:pt x="347" y="1268"/>
                    <a:pt x="335" y="1337"/>
                  </a:cubicBezTo>
                  <a:cubicBezTo>
                    <a:pt x="319" y="1429"/>
                    <a:pt x="303" y="1523"/>
                    <a:pt x="272" y="1612"/>
                  </a:cubicBezTo>
                  <a:cubicBezTo>
                    <a:pt x="228" y="1741"/>
                    <a:pt x="133" y="1867"/>
                    <a:pt x="0" y="1911"/>
                  </a:cubicBezTo>
                  <a:lnTo>
                    <a:pt x="366" y="2631"/>
                  </a:lnTo>
                  <a:cubicBezTo>
                    <a:pt x="429" y="2485"/>
                    <a:pt x="549" y="2312"/>
                    <a:pt x="717" y="2277"/>
                  </a:cubicBezTo>
                  <a:cubicBezTo>
                    <a:pt x="748" y="2269"/>
                    <a:pt x="781" y="2267"/>
                    <a:pt x="814" y="2267"/>
                  </a:cubicBezTo>
                  <a:cubicBezTo>
                    <a:pt x="831" y="2267"/>
                    <a:pt x="848" y="2268"/>
                    <a:pt x="865" y="2268"/>
                  </a:cubicBezTo>
                  <a:cubicBezTo>
                    <a:pt x="1165" y="2268"/>
                    <a:pt x="1464" y="2164"/>
                    <a:pt x="1698" y="1974"/>
                  </a:cubicBezTo>
                  <a:cubicBezTo>
                    <a:pt x="1802" y="1889"/>
                    <a:pt x="1884" y="1826"/>
                    <a:pt x="2010" y="1785"/>
                  </a:cubicBezTo>
                  <a:cubicBezTo>
                    <a:pt x="2114" y="1747"/>
                    <a:pt x="2215" y="1697"/>
                    <a:pt x="2313" y="1649"/>
                  </a:cubicBezTo>
                  <a:cubicBezTo>
                    <a:pt x="2515" y="1548"/>
                    <a:pt x="2710" y="1410"/>
                    <a:pt x="2799" y="1195"/>
                  </a:cubicBezTo>
                  <a:cubicBezTo>
                    <a:pt x="2810" y="1166"/>
                    <a:pt x="2824" y="1124"/>
                    <a:pt x="2784" y="1124"/>
                  </a:cubicBezTo>
                  <a:cubicBezTo>
                    <a:pt x="2780" y="1124"/>
                    <a:pt x="2775" y="1125"/>
                    <a:pt x="2770" y="1126"/>
                  </a:cubicBezTo>
                  <a:cubicBezTo>
                    <a:pt x="2754" y="1126"/>
                    <a:pt x="2739" y="1138"/>
                    <a:pt x="2723" y="1145"/>
                  </a:cubicBezTo>
                  <a:cubicBezTo>
                    <a:pt x="2505" y="1280"/>
                    <a:pt x="2297" y="1444"/>
                    <a:pt x="2048" y="1511"/>
                  </a:cubicBezTo>
                  <a:lnTo>
                    <a:pt x="1953" y="1536"/>
                  </a:lnTo>
                  <a:cubicBezTo>
                    <a:pt x="1923" y="1541"/>
                    <a:pt x="1890" y="1550"/>
                    <a:pt x="1858" y="1550"/>
                  </a:cubicBezTo>
                  <a:cubicBezTo>
                    <a:pt x="1851" y="1550"/>
                    <a:pt x="1844" y="1550"/>
                    <a:pt x="1836" y="1548"/>
                  </a:cubicBezTo>
                  <a:cubicBezTo>
                    <a:pt x="1944" y="1473"/>
                    <a:pt x="2070" y="1422"/>
                    <a:pt x="2183" y="1350"/>
                  </a:cubicBezTo>
                  <a:cubicBezTo>
                    <a:pt x="2291" y="1283"/>
                    <a:pt x="2392" y="1217"/>
                    <a:pt x="2490" y="1138"/>
                  </a:cubicBezTo>
                  <a:cubicBezTo>
                    <a:pt x="2600" y="1047"/>
                    <a:pt x="2720" y="955"/>
                    <a:pt x="2811" y="842"/>
                  </a:cubicBezTo>
                  <a:cubicBezTo>
                    <a:pt x="2852" y="791"/>
                    <a:pt x="2893" y="735"/>
                    <a:pt x="2915" y="675"/>
                  </a:cubicBezTo>
                  <a:cubicBezTo>
                    <a:pt x="2930" y="646"/>
                    <a:pt x="2965" y="546"/>
                    <a:pt x="2911" y="546"/>
                  </a:cubicBezTo>
                  <a:cubicBezTo>
                    <a:pt x="2906" y="546"/>
                    <a:pt x="2900" y="547"/>
                    <a:pt x="2893" y="548"/>
                  </a:cubicBezTo>
                  <a:cubicBezTo>
                    <a:pt x="2878" y="555"/>
                    <a:pt x="2862" y="564"/>
                    <a:pt x="2849" y="577"/>
                  </a:cubicBezTo>
                  <a:cubicBezTo>
                    <a:pt x="2660" y="744"/>
                    <a:pt x="2474" y="908"/>
                    <a:pt x="2269" y="1050"/>
                  </a:cubicBezTo>
                  <a:cubicBezTo>
                    <a:pt x="2155" y="1129"/>
                    <a:pt x="2029" y="1201"/>
                    <a:pt x="1900" y="1255"/>
                  </a:cubicBezTo>
                  <a:cubicBezTo>
                    <a:pt x="1779" y="1305"/>
                    <a:pt x="1640" y="1318"/>
                    <a:pt x="1524" y="1372"/>
                  </a:cubicBezTo>
                  <a:lnTo>
                    <a:pt x="1524" y="1372"/>
                  </a:lnTo>
                  <a:cubicBezTo>
                    <a:pt x="1871" y="1206"/>
                    <a:pt x="2135" y="1061"/>
                    <a:pt x="2439" y="807"/>
                  </a:cubicBezTo>
                  <a:cubicBezTo>
                    <a:pt x="2575" y="697"/>
                    <a:pt x="2786" y="523"/>
                    <a:pt x="2827" y="350"/>
                  </a:cubicBezTo>
                  <a:cubicBezTo>
                    <a:pt x="2835" y="306"/>
                    <a:pt x="2836" y="247"/>
                    <a:pt x="2795" y="247"/>
                  </a:cubicBezTo>
                  <a:cubicBezTo>
                    <a:pt x="2785" y="247"/>
                    <a:pt x="2773" y="250"/>
                    <a:pt x="2758" y="258"/>
                  </a:cubicBezTo>
                  <a:cubicBezTo>
                    <a:pt x="2622" y="328"/>
                    <a:pt x="2531" y="460"/>
                    <a:pt x="2411" y="555"/>
                  </a:cubicBezTo>
                  <a:cubicBezTo>
                    <a:pt x="2376" y="580"/>
                    <a:pt x="2338" y="608"/>
                    <a:pt x="2297" y="634"/>
                  </a:cubicBezTo>
                  <a:cubicBezTo>
                    <a:pt x="2139" y="731"/>
                    <a:pt x="1978" y="817"/>
                    <a:pt x="1808" y="892"/>
                  </a:cubicBezTo>
                  <a:cubicBezTo>
                    <a:pt x="1647" y="965"/>
                    <a:pt x="1474" y="1012"/>
                    <a:pt x="1313" y="1085"/>
                  </a:cubicBezTo>
                  <a:cubicBezTo>
                    <a:pt x="1717" y="889"/>
                    <a:pt x="2032" y="687"/>
                    <a:pt x="2373" y="400"/>
                  </a:cubicBezTo>
                  <a:cubicBezTo>
                    <a:pt x="2455" y="334"/>
                    <a:pt x="2543" y="255"/>
                    <a:pt x="2565" y="148"/>
                  </a:cubicBezTo>
                  <a:cubicBezTo>
                    <a:pt x="2575" y="116"/>
                    <a:pt x="2565" y="34"/>
                    <a:pt x="2527" y="18"/>
                  </a:cubicBezTo>
                  <a:cubicBezTo>
                    <a:pt x="2523" y="17"/>
                    <a:pt x="2518" y="16"/>
                    <a:pt x="2513" y="16"/>
                  </a:cubicBezTo>
                  <a:cubicBezTo>
                    <a:pt x="2472" y="16"/>
                    <a:pt x="2424" y="72"/>
                    <a:pt x="2404" y="97"/>
                  </a:cubicBezTo>
                  <a:cubicBezTo>
                    <a:pt x="2275" y="249"/>
                    <a:pt x="2124" y="391"/>
                    <a:pt x="1960" y="511"/>
                  </a:cubicBezTo>
                  <a:cubicBezTo>
                    <a:pt x="1833" y="602"/>
                    <a:pt x="1698" y="681"/>
                    <a:pt x="1553" y="735"/>
                  </a:cubicBezTo>
                  <a:cubicBezTo>
                    <a:pt x="1436" y="780"/>
                    <a:pt x="1311" y="805"/>
                    <a:pt x="1187" y="805"/>
                  </a:cubicBezTo>
                  <a:cubicBezTo>
                    <a:pt x="1156" y="805"/>
                    <a:pt x="1126" y="804"/>
                    <a:pt x="1095" y="801"/>
                  </a:cubicBezTo>
                  <a:cubicBezTo>
                    <a:pt x="1079" y="801"/>
                    <a:pt x="1064" y="798"/>
                    <a:pt x="1051" y="791"/>
                  </a:cubicBezTo>
                  <a:cubicBezTo>
                    <a:pt x="1013" y="763"/>
                    <a:pt x="1032" y="653"/>
                    <a:pt x="1048" y="611"/>
                  </a:cubicBezTo>
                  <a:cubicBezTo>
                    <a:pt x="1064" y="574"/>
                    <a:pt x="1092" y="542"/>
                    <a:pt x="1114" y="507"/>
                  </a:cubicBezTo>
                  <a:cubicBezTo>
                    <a:pt x="1206" y="381"/>
                    <a:pt x="1297" y="198"/>
                    <a:pt x="1218" y="44"/>
                  </a:cubicBezTo>
                  <a:cubicBezTo>
                    <a:pt x="1206" y="24"/>
                    <a:pt x="1184" y="0"/>
                    <a:pt x="1161" y="0"/>
                  </a:cubicBezTo>
                  <a:close/>
                </a:path>
              </a:pathLst>
            </a:custGeom>
            <a:solidFill>
              <a:srgbClr val="8E09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43"/>
            <p:cNvSpPr/>
            <p:nvPr/>
          </p:nvSpPr>
          <p:spPr>
            <a:xfrm>
              <a:off x="1284640" y="3348173"/>
              <a:ext cx="341790" cy="260969"/>
            </a:xfrm>
            <a:custGeom>
              <a:avLst/>
              <a:gdLst/>
              <a:ahLst/>
              <a:cxnLst/>
              <a:rect l="l" t="t" r="r" b="b"/>
              <a:pathLst>
                <a:path w="6538" h="4992" extrusionOk="0">
                  <a:moveTo>
                    <a:pt x="297" y="0"/>
                  </a:moveTo>
                  <a:cubicBezTo>
                    <a:pt x="197" y="0"/>
                    <a:pt x="97" y="16"/>
                    <a:pt x="1" y="50"/>
                  </a:cubicBezTo>
                  <a:cubicBezTo>
                    <a:pt x="275" y="807"/>
                    <a:pt x="979" y="1409"/>
                    <a:pt x="1111" y="2201"/>
                  </a:cubicBezTo>
                  <a:cubicBezTo>
                    <a:pt x="1200" y="2753"/>
                    <a:pt x="692" y="3122"/>
                    <a:pt x="998" y="3589"/>
                  </a:cubicBezTo>
                  <a:cubicBezTo>
                    <a:pt x="1534" y="3788"/>
                    <a:pt x="1676" y="4479"/>
                    <a:pt x="2146" y="4801"/>
                  </a:cubicBezTo>
                  <a:cubicBezTo>
                    <a:pt x="2340" y="4933"/>
                    <a:pt x="2577" y="4991"/>
                    <a:pt x="2816" y="4991"/>
                  </a:cubicBezTo>
                  <a:cubicBezTo>
                    <a:pt x="2954" y="4991"/>
                    <a:pt x="3093" y="4972"/>
                    <a:pt x="3225" y="4936"/>
                  </a:cubicBezTo>
                  <a:cubicBezTo>
                    <a:pt x="3588" y="4836"/>
                    <a:pt x="3910" y="4630"/>
                    <a:pt x="4212" y="4419"/>
                  </a:cubicBezTo>
                  <a:cubicBezTo>
                    <a:pt x="4973" y="3880"/>
                    <a:pt x="6124" y="3208"/>
                    <a:pt x="6266" y="2214"/>
                  </a:cubicBezTo>
                  <a:cubicBezTo>
                    <a:pt x="6288" y="2040"/>
                    <a:pt x="6282" y="1854"/>
                    <a:pt x="6355" y="1693"/>
                  </a:cubicBezTo>
                  <a:cubicBezTo>
                    <a:pt x="6392" y="1608"/>
                    <a:pt x="6452" y="1523"/>
                    <a:pt x="6481" y="1435"/>
                  </a:cubicBezTo>
                  <a:cubicBezTo>
                    <a:pt x="6537" y="1233"/>
                    <a:pt x="6427" y="1025"/>
                    <a:pt x="6295" y="857"/>
                  </a:cubicBezTo>
                  <a:cubicBezTo>
                    <a:pt x="6098" y="616"/>
                    <a:pt x="5800" y="405"/>
                    <a:pt x="5493" y="405"/>
                  </a:cubicBezTo>
                  <a:cubicBezTo>
                    <a:pt x="5431" y="405"/>
                    <a:pt x="5369" y="413"/>
                    <a:pt x="5307" y="432"/>
                  </a:cubicBezTo>
                  <a:cubicBezTo>
                    <a:pt x="5093" y="495"/>
                    <a:pt x="4925" y="671"/>
                    <a:pt x="4812" y="867"/>
                  </a:cubicBezTo>
                  <a:cubicBezTo>
                    <a:pt x="4698" y="1059"/>
                    <a:pt x="4623" y="1268"/>
                    <a:pt x="4515" y="1460"/>
                  </a:cubicBezTo>
                  <a:cubicBezTo>
                    <a:pt x="4389" y="1690"/>
                    <a:pt x="4181" y="1990"/>
                    <a:pt x="3944" y="2122"/>
                  </a:cubicBezTo>
                  <a:cubicBezTo>
                    <a:pt x="3664" y="2280"/>
                    <a:pt x="3317" y="2264"/>
                    <a:pt x="3042" y="2451"/>
                  </a:cubicBezTo>
                  <a:cubicBezTo>
                    <a:pt x="2987" y="2484"/>
                    <a:pt x="2935" y="2526"/>
                    <a:pt x="2869" y="2526"/>
                  </a:cubicBezTo>
                  <a:cubicBezTo>
                    <a:pt x="2867" y="2526"/>
                    <a:pt x="2865" y="2526"/>
                    <a:pt x="2862" y="2526"/>
                  </a:cubicBezTo>
                  <a:cubicBezTo>
                    <a:pt x="2774" y="2523"/>
                    <a:pt x="2714" y="2435"/>
                    <a:pt x="2670" y="2356"/>
                  </a:cubicBezTo>
                  <a:cubicBezTo>
                    <a:pt x="2414" y="1880"/>
                    <a:pt x="2212" y="1302"/>
                    <a:pt x="1704" y="1088"/>
                  </a:cubicBezTo>
                  <a:cubicBezTo>
                    <a:pt x="1581" y="1034"/>
                    <a:pt x="1443" y="1003"/>
                    <a:pt x="1357" y="905"/>
                  </a:cubicBezTo>
                  <a:cubicBezTo>
                    <a:pt x="1285" y="826"/>
                    <a:pt x="1266" y="715"/>
                    <a:pt x="1231" y="618"/>
                  </a:cubicBezTo>
                  <a:cubicBezTo>
                    <a:pt x="1095" y="250"/>
                    <a:pt x="695" y="0"/>
                    <a:pt x="29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43"/>
            <p:cNvSpPr/>
            <p:nvPr/>
          </p:nvSpPr>
          <p:spPr>
            <a:xfrm>
              <a:off x="719991" y="3806071"/>
              <a:ext cx="160178" cy="137019"/>
            </a:xfrm>
            <a:custGeom>
              <a:avLst/>
              <a:gdLst/>
              <a:ahLst/>
              <a:cxnLst/>
              <a:rect l="l" t="t" r="r" b="b"/>
              <a:pathLst>
                <a:path w="3064" h="2621" extrusionOk="0">
                  <a:moveTo>
                    <a:pt x="1398" y="1127"/>
                  </a:moveTo>
                  <a:cubicBezTo>
                    <a:pt x="1139" y="1231"/>
                    <a:pt x="874" y="1334"/>
                    <a:pt x="626" y="1482"/>
                  </a:cubicBezTo>
                  <a:lnTo>
                    <a:pt x="626" y="1482"/>
                  </a:lnTo>
                  <a:cubicBezTo>
                    <a:pt x="865" y="1311"/>
                    <a:pt x="1128" y="1190"/>
                    <a:pt x="1398" y="1127"/>
                  </a:cubicBezTo>
                  <a:close/>
                  <a:moveTo>
                    <a:pt x="2565" y="1"/>
                  </a:moveTo>
                  <a:cubicBezTo>
                    <a:pt x="2470" y="193"/>
                    <a:pt x="2268" y="266"/>
                    <a:pt x="2092" y="272"/>
                  </a:cubicBezTo>
                  <a:cubicBezTo>
                    <a:pt x="2072" y="273"/>
                    <a:pt x="2052" y="274"/>
                    <a:pt x="2032" y="274"/>
                  </a:cubicBezTo>
                  <a:cubicBezTo>
                    <a:pt x="1938" y="274"/>
                    <a:pt x="1844" y="264"/>
                    <a:pt x="1750" y="264"/>
                  </a:cubicBezTo>
                  <a:cubicBezTo>
                    <a:pt x="1685" y="264"/>
                    <a:pt x="1620" y="269"/>
                    <a:pt x="1555" y="285"/>
                  </a:cubicBezTo>
                  <a:cubicBezTo>
                    <a:pt x="1391" y="329"/>
                    <a:pt x="1246" y="433"/>
                    <a:pt x="1092" y="522"/>
                  </a:cubicBezTo>
                  <a:cubicBezTo>
                    <a:pt x="909" y="629"/>
                    <a:pt x="713" y="708"/>
                    <a:pt x="533" y="818"/>
                  </a:cubicBezTo>
                  <a:cubicBezTo>
                    <a:pt x="442" y="872"/>
                    <a:pt x="350" y="932"/>
                    <a:pt x="271" y="1011"/>
                  </a:cubicBezTo>
                  <a:cubicBezTo>
                    <a:pt x="202" y="1083"/>
                    <a:pt x="107" y="1152"/>
                    <a:pt x="51" y="1244"/>
                  </a:cubicBezTo>
                  <a:cubicBezTo>
                    <a:pt x="16" y="1298"/>
                    <a:pt x="0" y="1373"/>
                    <a:pt x="19" y="1433"/>
                  </a:cubicBezTo>
                  <a:cubicBezTo>
                    <a:pt x="25" y="1442"/>
                    <a:pt x="31" y="1456"/>
                    <a:pt x="41" y="1456"/>
                  </a:cubicBezTo>
                  <a:cubicBezTo>
                    <a:pt x="42" y="1456"/>
                    <a:pt x="43" y="1456"/>
                    <a:pt x="44" y="1455"/>
                  </a:cubicBezTo>
                  <a:cubicBezTo>
                    <a:pt x="47" y="1455"/>
                    <a:pt x="51" y="1452"/>
                    <a:pt x="57" y="1449"/>
                  </a:cubicBezTo>
                  <a:cubicBezTo>
                    <a:pt x="215" y="1282"/>
                    <a:pt x="413" y="1181"/>
                    <a:pt x="609" y="1096"/>
                  </a:cubicBezTo>
                  <a:cubicBezTo>
                    <a:pt x="704" y="1058"/>
                    <a:pt x="805" y="1023"/>
                    <a:pt x="902" y="995"/>
                  </a:cubicBezTo>
                  <a:cubicBezTo>
                    <a:pt x="997" y="966"/>
                    <a:pt x="1107" y="970"/>
                    <a:pt x="1199" y="935"/>
                  </a:cubicBezTo>
                  <a:lnTo>
                    <a:pt x="1199" y="935"/>
                  </a:lnTo>
                  <a:cubicBezTo>
                    <a:pt x="959" y="1026"/>
                    <a:pt x="713" y="1121"/>
                    <a:pt x="492" y="1279"/>
                  </a:cubicBezTo>
                  <a:cubicBezTo>
                    <a:pt x="391" y="1354"/>
                    <a:pt x="294" y="1443"/>
                    <a:pt x="208" y="1547"/>
                  </a:cubicBezTo>
                  <a:cubicBezTo>
                    <a:pt x="139" y="1638"/>
                    <a:pt x="32" y="1768"/>
                    <a:pt x="32" y="1900"/>
                  </a:cubicBezTo>
                  <a:cubicBezTo>
                    <a:pt x="32" y="1922"/>
                    <a:pt x="32" y="1941"/>
                    <a:pt x="44" y="1954"/>
                  </a:cubicBezTo>
                  <a:cubicBezTo>
                    <a:pt x="52" y="1960"/>
                    <a:pt x="62" y="1962"/>
                    <a:pt x="71" y="1962"/>
                  </a:cubicBezTo>
                  <a:cubicBezTo>
                    <a:pt x="77" y="1962"/>
                    <a:pt x="83" y="1961"/>
                    <a:pt x="88" y="1960"/>
                  </a:cubicBezTo>
                  <a:cubicBezTo>
                    <a:pt x="114" y="1951"/>
                    <a:pt x="139" y="1931"/>
                    <a:pt x="162" y="1909"/>
                  </a:cubicBezTo>
                  <a:lnTo>
                    <a:pt x="162" y="1909"/>
                  </a:lnTo>
                  <a:cubicBezTo>
                    <a:pt x="127" y="1973"/>
                    <a:pt x="49" y="2124"/>
                    <a:pt x="82" y="2190"/>
                  </a:cubicBezTo>
                  <a:cubicBezTo>
                    <a:pt x="92" y="2210"/>
                    <a:pt x="111" y="2219"/>
                    <a:pt x="132" y="2219"/>
                  </a:cubicBezTo>
                  <a:cubicBezTo>
                    <a:pt x="144" y="2219"/>
                    <a:pt x="157" y="2215"/>
                    <a:pt x="167" y="2209"/>
                  </a:cubicBezTo>
                  <a:cubicBezTo>
                    <a:pt x="265" y="2153"/>
                    <a:pt x="363" y="2004"/>
                    <a:pt x="461" y="1925"/>
                  </a:cubicBezTo>
                  <a:cubicBezTo>
                    <a:pt x="571" y="1837"/>
                    <a:pt x="691" y="1758"/>
                    <a:pt x="808" y="1692"/>
                  </a:cubicBezTo>
                  <a:cubicBezTo>
                    <a:pt x="1047" y="1557"/>
                    <a:pt x="1293" y="1529"/>
                    <a:pt x="1538" y="1432"/>
                  </a:cubicBezTo>
                  <a:lnTo>
                    <a:pt x="1538" y="1432"/>
                  </a:lnTo>
                  <a:cubicBezTo>
                    <a:pt x="1084" y="1616"/>
                    <a:pt x="622" y="1808"/>
                    <a:pt x="249" y="2184"/>
                  </a:cubicBezTo>
                  <a:cubicBezTo>
                    <a:pt x="218" y="2222"/>
                    <a:pt x="183" y="2260"/>
                    <a:pt x="171" y="2317"/>
                  </a:cubicBezTo>
                  <a:cubicBezTo>
                    <a:pt x="158" y="2368"/>
                    <a:pt x="187" y="2431"/>
                    <a:pt x="228" y="2431"/>
                  </a:cubicBezTo>
                  <a:cubicBezTo>
                    <a:pt x="230" y="2431"/>
                    <a:pt x="232" y="2430"/>
                    <a:pt x="234" y="2430"/>
                  </a:cubicBezTo>
                  <a:cubicBezTo>
                    <a:pt x="249" y="2430"/>
                    <a:pt x="265" y="2418"/>
                    <a:pt x="278" y="2405"/>
                  </a:cubicBezTo>
                  <a:cubicBezTo>
                    <a:pt x="745" y="2045"/>
                    <a:pt x="1272" y="1799"/>
                    <a:pt x="1811" y="1692"/>
                  </a:cubicBezTo>
                  <a:lnTo>
                    <a:pt x="1811" y="1692"/>
                  </a:lnTo>
                  <a:cubicBezTo>
                    <a:pt x="1786" y="1790"/>
                    <a:pt x="1751" y="1903"/>
                    <a:pt x="1701" y="1985"/>
                  </a:cubicBezTo>
                  <a:cubicBezTo>
                    <a:pt x="1656" y="2048"/>
                    <a:pt x="1609" y="2108"/>
                    <a:pt x="1574" y="2178"/>
                  </a:cubicBezTo>
                  <a:cubicBezTo>
                    <a:pt x="1540" y="2250"/>
                    <a:pt x="1524" y="2336"/>
                    <a:pt x="1530" y="2418"/>
                  </a:cubicBezTo>
                  <a:cubicBezTo>
                    <a:pt x="1540" y="2503"/>
                    <a:pt x="1581" y="2575"/>
                    <a:pt x="1641" y="2613"/>
                  </a:cubicBezTo>
                  <a:cubicBezTo>
                    <a:pt x="1652" y="2618"/>
                    <a:pt x="1662" y="2621"/>
                    <a:pt x="1673" y="2621"/>
                  </a:cubicBezTo>
                  <a:cubicBezTo>
                    <a:pt x="1677" y="2621"/>
                    <a:pt x="1681" y="2620"/>
                    <a:pt x="1685" y="2619"/>
                  </a:cubicBezTo>
                  <a:cubicBezTo>
                    <a:pt x="1713" y="2607"/>
                    <a:pt x="1716" y="2566"/>
                    <a:pt x="1723" y="2528"/>
                  </a:cubicBezTo>
                  <a:cubicBezTo>
                    <a:pt x="1754" y="2332"/>
                    <a:pt x="1893" y="2181"/>
                    <a:pt x="2032" y="2071"/>
                  </a:cubicBezTo>
                  <a:cubicBezTo>
                    <a:pt x="2171" y="1966"/>
                    <a:pt x="2322" y="1875"/>
                    <a:pt x="2432" y="1720"/>
                  </a:cubicBezTo>
                  <a:cubicBezTo>
                    <a:pt x="2496" y="1638"/>
                    <a:pt x="2543" y="1534"/>
                    <a:pt x="2571" y="1424"/>
                  </a:cubicBezTo>
                  <a:cubicBezTo>
                    <a:pt x="2600" y="1323"/>
                    <a:pt x="2590" y="1200"/>
                    <a:pt x="2628" y="1105"/>
                  </a:cubicBezTo>
                  <a:cubicBezTo>
                    <a:pt x="2707" y="884"/>
                    <a:pt x="2874" y="720"/>
                    <a:pt x="3063" y="676"/>
                  </a:cubicBezTo>
                  <a:lnTo>
                    <a:pt x="2565" y="1"/>
                  </a:lnTo>
                  <a:close/>
                </a:path>
              </a:pathLst>
            </a:custGeom>
            <a:solidFill>
              <a:srgbClr val="8E09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43"/>
            <p:cNvSpPr/>
            <p:nvPr/>
          </p:nvSpPr>
          <p:spPr>
            <a:xfrm>
              <a:off x="798146" y="3370757"/>
              <a:ext cx="278744" cy="480744"/>
            </a:xfrm>
            <a:custGeom>
              <a:avLst/>
              <a:gdLst/>
              <a:ahLst/>
              <a:cxnLst/>
              <a:rect l="l" t="t" r="r" b="b"/>
              <a:pathLst>
                <a:path w="5332" h="9196" extrusionOk="0">
                  <a:moveTo>
                    <a:pt x="4021" y="0"/>
                  </a:moveTo>
                  <a:cubicBezTo>
                    <a:pt x="3807" y="0"/>
                    <a:pt x="3587" y="104"/>
                    <a:pt x="3493" y="293"/>
                  </a:cubicBezTo>
                  <a:cubicBezTo>
                    <a:pt x="3449" y="375"/>
                    <a:pt x="3433" y="470"/>
                    <a:pt x="3401" y="555"/>
                  </a:cubicBezTo>
                  <a:cubicBezTo>
                    <a:pt x="3272" y="959"/>
                    <a:pt x="2925" y="1214"/>
                    <a:pt x="2739" y="1580"/>
                  </a:cubicBezTo>
                  <a:cubicBezTo>
                    <a:pt x="2650" y="1760"/>
                    <a:pt x="2609" y="1937"/>
                    <a:pt x="2499" y="2110"/>
                  </a:cubicBezTo>
                  <a:cubicBezTo>
                    <a:pt x="2370" y="2318"/>
                    <a:pt x="2231" y="2520"/>
                    <a:pt x="2124" y="2741"/>
                  </a:cubicBezTo>
                  <a:cubicBezTo>
                    <a:pt x="2095" y="2810"/>
                    <a:pt x="2064" y="2880"/>
                    <a:pt x="2035" y="2949"/>
                  </a:cubicBezTo>
                  <a:cubicBezTo>
                    <a:pt x="1887" y="3290"/>
                    <a:pt x="1770" y="3640"/>
                    <a:pt x="1650" y="3987"/>
                  </a:cubicBezTo>
                  <a:cubicBezTo>
                    <a:pt x="1556" y="4262"/>
                    <a:pt x="1464" y="4539"/>
                    <a:pt x="1366" y="4820"/>
                  </a:cubicBezTo>
                  <a:cubicBezTo>
                    <a:pt x="1256" y="5151"/>
                    <a:pt x="1142" y="5482"/>
                    <a:pt x="972" y="5785"/>
                  </a:cubicBezTo>
                  <a:cubicBezTo>
                    <a:pt x="843" y="6019"/>
                    <a:pt x="679" y="6240"/>
                    <a:pt x="590" y="6492"/>
                  </a:cubicBezTo>
                  <a:cubicBezTo>
                    <a:pt x="493" y="6770"/>
                    <a:pt x="493" y="7079"/>
                    <a:pt x="370" y="7350"/>
                  </a:cubicBezTo>
                  <a:cubicBezTo>
                    <a:pt x="275" y="7568"/>
                    <a:pt x="111" y="7748"/>
                    <a:pt x="54" y="7978"/>
                  </a:cubicBezTo>
                  <a:cubicBezTo>
                    <a:pt x="0" y="8218"/>
                    <a:pt x="83" y="8479"/>
                    <a:pt x="237" y="8669"/>
                  </a:cubicBezTo>
                  <a:cubicBezTo>
                    <a:pt x="389" y="8861"/>
                    <a:pt x="609" y="8990"/>
                    <a:pt x="840" y="9082"/>
                  </a:cubicBezTo>
                  <a:cubicBezTo>
                    <a:pt x="1016" y="9148"/>
                    <a:pt x="1206" y="9196"/>
                    <a:pt x="1395" y="9196"/>
                  </a:cubicBezTo>
                  <a:cubicBezTo>
                    <a:pt x="1397" y="9196"/>
                    <a:pt x="1399" y="9196"/>
                    <a:pt x="1402" y="9196"/>
                  </a:cubicBezTo>
                  <a:cubicBezTo>
                    <a:pt x="1892" y="9196"/>
                    <a:pt x="2430" y="8849"/>
                    <a:pt x="2559" y="8363"/>
                  </a:cubicBezTo>
                  <a:cubicBezTo>
                    <a:pt x="2720" y="7763"/>
                    <a:pt x="2897" y="7180"/>
                    <a:pt x="3193" y="6624"/>
                  </a:cubicBezTo>
                  <a:cubicBezTo>
                    <a:pt x="3307" y="6407"/>
                    <a:pt x="3439" y="6195"/>
                    <a:pt x="3534" y="5965"/>
                  </a:cubicBezTo>
                  <a:cubicBezTo>
                    <a:pt x="3714" y="5520"/>
                    <a:pt x="3755" y="5025"/>
                    <a:pt x="3979" y="4599"/>
                  </a:cubicBezTo>
                  <a:cubicBezTo>
                    <a:pt x="4089" y="4394"/>
                    <a:pt x="4237" y="4208"/>
                    <a:pt x="4345" y="4000"/>
                  </a:cubicBezTo>
                  <a:cubicBezTo>
                    <a:pt x="4468" y="3754"/>
                    <a:pt x="4521" y="3479"/>
                    <a:pt x="4679" y="3258"/>
                  </a:cubicBezTo>
                  <a:cubicBezTo>
                    <a:pt x="4834" y="3041"/>
                    <a:pt x="5073" y="2886"/>
                    <a:pt x="5199" y="2649"/>
                  </a:cubicBezTo>
                  <a:cubicBezTo>
                    <a:pt x="5332" y="2400"/>
                    <a:pt x="5310" y="2101"/>
                    <a:pt x="5272" y="1823"/>
                  </a:cubicBezTo>
                  <a:cubicBezTo>
                    <a:pt x="5199" y="1318"/>
                    <a:pt x="5070" y="798"/>
                    <a:pt x="4742" y="403"/>
                  </a:cubicBezTo>
                  <a:cubicBezTo>
                    <a:pt x="4584" y="214"/>
                    <a:pt x="4373" y="50"/>
                    <a:pt x="4127" y="9"/>
                  </a:cubicBezTo>
                  <a:cubicBezTo>
                    <a:pt x="4092" y="3"/>
                    <a:pt x="4056" y="0"/>
                    <a:pt x="4021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43"/>
            <p:cNvSpPr/>
            <p:nvPr/>
          </p:nvSpPr>
          <p:spPr>
            <a:xfrm>
              <a:off x="1322123" y="4487038"/>
              <a:ext cx="154219" cy="109940"/>
            </a:xfrm>
            <a:custGeom>
              <a:avLst/>
              <a:gdLst/>
              <a:ahLst/>
              <a:cxnLst/>
              <a:rect l="l" t="t" r="r" b="b"/>
              <a:pathLst>
                <a:path w="2950" h="2103" extrusionOk="0">
                  <a:moveTo>
                    <a:pt x="0" y="1"/>
                  </a:moveTo>
                  <a:lnTo>
                    <a:pt x="1" y="1"/>
                  </a:lnTo>
                  <a:lnTo>
                    <a:pt x="1" y="1"/>
                  </a:lnTo>
                  <a:cubicBezTo>
                    <a:pt x="0" y="1"/>
                    <a:pt x="0" y="1"/>
                    <a:pt x="0" y="1"/>
                  </a:cubicBezTo>
                  <a:close/>
                  <a:moveTo>
                    <a:pt x="1" y="1"/>
                  </a:moveTo>
                  <a:cubicBezTo>
                    <a:pt x="38" y="10"/>
                    <a:pt x="88" y="241"/>
                    <a:pt x="95" y="282"/>
                  </a:cubicBezTo>
                  <a:cubicBezTo>
                    <a:pt x="186" y="629"/>
                    <a:pt x="104" y="1010"/>
                    <a:pt x="47" y="1357"/>
                  </a:cubicBezTo>
                  <a:cubicBezTo>
                    <a:pt x="41" y="1395"/>
                    <a:pt x="38" y="1439"/>
                    <a:pt x="47" y="1480"/>
                  </a:cubicBezTo>
                  <a:cubicBezTo>
                    <a:pt x="60" y="1515"/>
                    <a:pt x="85" y="1547"/>
                    <a:pt x="110" y="1569"/>
                  </a:cubicBezTo>
                  <a:cubicBezTo>
                    <a:pt x="227" y="1679"/>
                    <a:pt x="385" y="1730"/>
                    <a:pt x="536" y="1771"/>
                  </a:cubicBezTo>
                  <a:cubicBezTo>
                    <a:pt x="896" y="1862"/>
                    <a:pt x="1262" y="1928"/>
                    <a:pt x="1622" y="2020"/>
                  </a:cubicBezTo>
                  <a:cubicBezTo>
                    <a:pt x="1810" y="2066"/>
                    <a:pt x="2012" y="2102"/>
                    <a:pt x="2210" y="2102"/>
                  </a:cubicBezTo>
                  <a:cubicBezTo>
                    <a:pt x="2244" y="2102"/>
                    <a:pt x="2279" y="2101"/>
                    <a:pt x="2312" y="2099"/>
                  </a:cubicBezTo>
                  <a:cubicBezTo>
                    <a:pt x="2514" y="2083"/>
                    <a:pt x="2707" y="2086"/>
                    <a:pt x="2896" y="1998"/>
                  </a:cubicBezTo>
                  <a:cubicBezTo>
                    <a:pt x="2912" y="1992"/>
                    <a:pt x="2931" y="1982"/>
                    <a:pt x="2940" y="1966"/>
                  </a:cubicBezTo>
                  <a:cubicBezTo>
                    <a:pt x="2950" y="1951"/>
                    <a:pt x="2950" y="1932"/>
                    <a:pt x="2947" y="1913"/>
                  </a:cubicBezTo>
                  <a:cubicBezTo>
                    <a:pt x="2940" y="1708"/>
                    <a:pt x="2871" y="1503"/>
                    <a:pt x="2760" y="1329"/>
                  </a:cubicBezTo>
                  <a:cubicBezTo>
                    <a:pt x="2729" y="1282"/>
                    <a:pt x="2697" y="1238"/>
                    <a:pt x="2653" y="1203"/>
                  </a:cubicBezTo>
                  <a:cubicBezTo>
                    <a:pt x="2536" y="1114"/>
                    <a:pt x="2364" y="1104"/>
                    <a:pt x="2195" y="1104"/>
                  </a:cubicBezTo>
                  <a:cubicBezTo>
                    <a:pt x="2146" y="1104"/>
                    <a:pt x="2097" y="1105"/>
                    <a:pt x="2049" y="1105"/>
                  </a:cubicBezTo>
                  <a:cubicBezTo>
                    <a:pt x="1993" y="1105"/>
                    <a:pt x="1939" y="1104"/>
                    <a:pt x="1890" y="1099"/>
                  </a:cubicBezTo>
                  <a:cubicBezTo>
                    <a:pt x="1637" y="1077"/>
                    <a:pt x="1401" y="995"/>
                    <a:pt x="1249" y="780"/>
                  </a:cubicBezTo>
                  <a:cubicBezTo>
                    <a:pt x="1114" y="588"/>
                    <a:pt x="1035" y="354"/>
                    <a:pt x="991" y="121"/>
                  </a:cubicBezTo>
                  <a:lnTo>
                    <a:pt x="991" y="14"/>
                  </a:lnTo>
                  <a:cubicBezTo>
                    <a:pt x="938" y="101"/>
                    <a:pt x="835" y="128"/>
                    <a:pt x="725" y="128"/>
                  </a:cubicBezTo>
                  <a:cubicBezTo>
                    <a:pt x="665" y="128"/>
                    <a:pt x="602" y="119"/>
                    <a:pt x="546" y="10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0116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43"/>
            <p:cNvSpPr/>
            <p:nvPr/>
          </p:nvSpPr>
          <p:spPr>
            <a:xfrm>
              <a:off x="1321914" y="4487038"/>
              <a:ext cx="154271" cy="99798"/>
            </a:xfrm>
            <a:custGeom>
              <a:avLst/>
              <a:gdLst/>
              <a:ahLst/>
              <a:cxnLst/>
              <a:rect l="l" t="t" r="r" b="b"/>
              <a:pathLst>
                <a:path w="2951" h="1909" extrusionOk="0">
                  <a:moveTo>
                    <a:pt x="4" y="1"/>
                  </a:moveTo>
                  <a:lnTo>
                    <a:pt x="5" y="1"/>
                  </a:lnTo>
                  <a:lnTo>
                    <a:pt x="5" y="1"/>
                  </a:lnTo>
                  <a:cubicBezTo>
                    <a:pt x="4" y="1"/>
                    <a:pt x="4" y="1"/>
                    <a:pt x="4" y="1"/>
                  </a:cubicBezTo>
                  <a:close/>
                  <a:moveTo>
                    <a:pt x="5" y="1"/>
                  </a:moveTo>
                  <a:cubicBezTo>
                    <a:pt x="42" y="10"/>
                    <a:pt x="92" y="241"/>
                    <a:pt x="99" y="282"/>
                  </a:cubicBezTo>
                  <a:cubicBezTo>
                    <a:pt x="152" y="480"/>
                    <a:pt x="143" y="692"/>
                    <a:pt x="124" y="897"/>
                  </a:cubicBezTo>
                  <a:cubicBezTo>
                    <a:pt x="108" y="1055"/>
                    <a:pt x="1" y="1250"/>
                    <a:pt x="114" y="1389"/>
                  </a:cubicBezTo>
                  <a:cubicBezTo>
                    <a:pt x="184" y="1468"/>
                    <a:pt x="282" y="1509"/>
                    <a:pt x="379" y="1547"/>
                  </a:cubicBezTo>
                  <a:cubicBezTo>
                    <a:pt x="626" y="1632"/>
                    <a:pt x="881" y="1679"/>
                    <a:pt x="1133" y="1727"/>
                  </a:cubicBezTo>
                  <a:cubicBezTo>
                    <a:pt x="1329" y="1768"/>
                    <a:pt x="1531" y="1802"/>
                    <a:pt x="1730" y="1843"/>
                  </a:cubicBezTo>
                  <a:cubicBezTo>
                    <a:pt x="1865" y="1868"/>
                    <a:pt x="2004" y="1894"/>
                    <a:pt x="2146" y="1903"/>
                  </a:cubicBezTo>
                  <a:cubicBezTo>
                    <a:pt x="2191" y="1907"/>
                    <a:pt x="2237" y="1909"/>
                    <a:pt x="2282" y="1909"/>
                  </a:cubicBezTo>
                  <a:cubicBezTo>
                    <a:pt x="2462" y="1909"/>
                    <a:pt x="2644" y="1879"/>
                    <a:pt x="2815" y="1821"/>
                  </a:cubicBezTo>
                  <a:cubicBezTo>
                    <a:pt x="2947" y="1780"/>
                    <a:pt x="2951" y="1764"/>
                    <a:pt x="2916" y="1632"/>
                  </a:cubicBezTo>
                  <a:cubicBezTo>
                    <a:pt x="2884" y="1521"/>
                    <a:pt x="2837" y="1421"/>
                    <a:pt x="2777" y="1326"/>
                  </a:cubicBezTo>
                  <a:cubicBezTo>
                    <a:pt x="2745" y="1279"/>
                    <a:pt x="2714" y="1234"/>
                    <a:pt x="2670" y="1200"/>
                  </a:cubicBezTo>
                  <a:cubicBezTo>
                    <a:pt x="2553" y="1111"/>
                    <a:pt x="2379" y="1101"/>
                    <a:pt x="2210" y="1101"/>
                  </a:cubicBezTo>
                  <a:cubicBezTo>
                    <a:pt x="2161" y="1101"/>
                    <a:pt x="2112" y="1102"/>
                    <a:pt x="2065" y="1102"/>
                  </a:cubicBezTo>
                  <a:cubicBezTo>
                    <a:pt x="2008" y="1102"/>
                    <a:pt x="1955" y="1101"/>
                    <a:pt x="1906" y="1096"/>
                  </a:cubicBezTo>
                  <a:cubicBezTo>
                    <a:pt x="1654" y="1074"/>
                    <a:pt x="1417" y="991"/>
                    <a:pt x="1266" y="777"/>
                  </a:cubicBezTo>
                  <a:cubicBezTo>
                    <a:pt x="1127" y="585"/>
                    <a:pt x="1048" y="351"/>
                    <a:pt x="1007" y="118"/>
                  </a:cubicBezTo>
                  <a:lnTo>
                    <a:pt x="995" y="14"/>
                  </a:lnTo>
                  <a:cubicBezTo>
                    <a:pt x="942" y="101"/>
                    <a:pt x="839" y="128"/>
                    <a:pt x="729" y="128"/>
                  </a:cubicBezTo>
                  <a:cubicBezTo>
                    <a:pt x="669" y="128"/>
                    <a:pt x="606" y="119"/>
                    <a:pt x="550" y="108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rgbClr val="8E09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43"/>
            <p:cNvSpPr/>
            <p:nvPr/>
          </p:nvSpPr>
          <p:spPr>
            <a:xfrm>
              <a:off x="899721" y="4489391"/>
              <a:ext cx="158087" cy="119036"/>
            </a:xfrm>
            <a:custGeom>
              <a:avLst/>
              <a:gdLst/>
              <a:ahLst/>
              <a:cxnLst/>
              <a:rect l="l" t="t" r="r" b="b"/>
              <a:pathLst>
                <a:path w="3024" h="2277" extrusionOk="0">
                  <a:moveTo>
                    <a:pt x="3023" y="0"/>
                  </a:moveTo>
                  <a:cubicBezTo>
                    <a:pt x="3023" y="0"/>
                    <a:pt x="3022" y="0"/>
                    <a:pt x="3022" y="0"/>
                  </a:cubicBezTo>
                  <a:lnTo>
                    <a:pt x="3022" y="0"/>
                  </a:lnTo>
                  <a:cubicBezTo>
                    <a:pt x="3022" y="0"/>
                    <a:pt x="3023" y="0"/>
                    <a:pt x="3023" y="0"/>
                  </a:cubicBezTo>
                  <a:close/>
                  <a:moveTo>
                    <a:pt x="3022" y="0"/>
                  </a:moveTo>
                  <a:lnTo>
                    <a:pt x="3022" y="0"/>
                  </a:lnTo>
                  <a:cubicBezTo>
                    <a:pt x="2827" y="54"/>
                    <a:pt x="2638" y="104"/>
                    <a:pt x="2446" y="158"/>
                  </a:cubicBezTo>
                  <a:cubicBezTo>
                    <a:pt x="2367" y="177"/>
                    <a:pt x="2278" y="194"/>
                    <a:pt x="2196" y="194"/>
                  </a:cubicBezTo>
                  <a:cubicBezTo>
                    <a:pt x="2099" y="194"/>
                    <a:pt x="2011" y="171"/>
                    <a:pt x="1957" y="101"/>
                  </a:cubicBezTo>
                  <a:lnTo>
                    <a:pt x="1954" y="211"/>
                  </a:lnTo>
                  <a:cubicBezTo>
                    <a:pt x="1922" y="499"/>
                    <a:pt x="1815" y="836"/>
                    <a:pt x="1597" y="1051"/>
                  </a:cubicBezTo>
                  <a:cubicBezTo>
                    <a:pt x="1301" y="1347"/>
                    <a:pt x="1102" y="1224"/>
                    <a:pt x="698" y="1303"/>
                  </a:cubicBezTo>
                  <a:cubicBezTo>
                    <a:pt x="471" y="1350"/>
                    <a:pt x="244" y="1467"/>
                    <a:pt x="124" y="1650"/>
                  </a:cubicBezTo>
                  <a:cubicBezTo>
                    <a:pt x="17" y="1820"/>
                    <a:pt x="1" y="2022"/>
                    <a:pt x="17" y="2215"/>
                  </a:cubicBezTo>
                  <a:cubicBezTo>
                    <a:pt x="232" y="2258"/>
                    <a:pt x="458" y="2277"/>
                    <a:pt x="687" y="2277"/>
                  </a:cubicBezTo>
                  <a:cubicBezTo>
                    <a:pt x="1401" y="2277"/>
                    <a:pt x="2157" y="2092"/>
                    <a:pt x="2790" y="1868"/>
                  </a:cubicBezTo>
                  <a:cubicBezTo>
                    <a:pt x="2824" y="1855"/>
                    <a:pt x="2859" y="1846"/>
                    <a:pt x="2878" y="1817"/>
                  </a:cubicBezTo>
                  <a:cubicBezTo>
                    <a:pt x="2900" y="1786"/>
                    <a:pt x="2903" y="1745"/>
                    <a:pt x="2906" y="1710"/>
                  </a:cubicBezTo>
                  <a:cubicBezTo>
                    <a:pt x="2919" y="1521"/>
                    <a:pt x="2809" y="61"/>
                    <a:pt x="3022" y="0"/>
                  </a:cubicBezTo>
                  <a:close/>
                </a:path>
              </a:pathLst>
            </a:custGeom>
            <a:solidFill>
              <a:srgbClr val="0116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43"/>
            <p:cNvSpPr/>
            <p:nvPr/>
          </p:nvSpPr>
          <p:spPr>
            <a:xfrm>
              <a:off x="894964" y="4489025"/>
              <a:ext cx="163785" cy="110619"/>
            </a:xfrm>
            <a:custGeom>
              <a:avLst/>
              <a:gdLst/>
              <a:ahLst/>
              <a:cxnLst/>
              <a:rect l="l" t="t" r="r" b="b"/>
              <a:pathLst>
                <a:path w="3133" h="2116" extrusionOk="0">
                  <a:moveTo>
                    <a:pt x="3133" y="1"/>
                  </a:moveTo>
                  <a:cubicBezTo>
                    <a:pt x="3132" y="1"/>
                    <a:pt x="3130" y="1"/>
                    <a:pt x="3129" y="2"/>
                  </a:cubicBezTo>
                  <a:lnTo>
                    <a:pt x="3129" y="2"/>
                  </a:lnTo>
                  <a:cubicBezTo>
                    <a:pt x="3130" y="1"/>
                    <a:pt x="3132" y="1"/>
                    <a:pt x="3133" y="1"/>
                  </a:cubicBezTo>
                  <a:close/>
                  <a:moveTo>
                    <a:pt x="3129" y="2"/>
                  </a:moveTo>
                  <a:lnTo>
                    <a:pt x="3129" y="2"/>
                  </a:lnTo>
                  <a:cubicBezTo>
                    <a:pt x="2938" y="58"/>
                    <a:pt x="2750" y="108"/>
                    <a:pt x="2556" y="158"/>
                  </a:cubicBezTo>
                  <a:cubicBezTo>
                    <a:pt x="2476" y="179"/>
                    <a:pt x="2387" y="197"/>
                    <a:pt x="2304" y="197"/>
                  </a:cubicBezTo>
                  <a:cubicBezTo>
                    <a:pt x="2209" y="197"/>
                    <a:pt x="2122" y="174"/>
                    <a:pt x="2067" y="105"/>
                  </a:cubicBezTo>
                  <a:lnTo>
                    <a:pt x="2067" y="105"/>
                  </a:lnTo>
                  <a:lnTo>
                    <a:pt x="2070" y="222"/>
                  </a:lnTo>
                  <a:cubicBezTo>
                    <a:pt x="2038" y="512"/>
                    <a:pt x="1934" y="846"/>
                    <a:pt x="1716" y="1064"/>
                  </a:cubicBezTo>
                  <a:cubicBezTo>
                    <a:pt x="1534" y="1247"/>
                    <a:pt x="1338" y="1272"/>
                    <a:pt x="1092" y="1285"/>
                  </a:cubicBezTo>
                  <a:cubicBezTo>
                    <a:pt x="802" y="1300"/>
                    <a:pt x="530" y="1338"/>
                    <a:pt x="313" y="1553"/>
                  </a:cubicBezTo>
                  <a:cubicBezTo>
                    <a:pt x="218" y="1641"/>
                    <a:pt x="0" y="1925"/>
                    <a:pt x="161" y="2045"/>
                  </a:cubicBezTo>
                  <a:cubicBezTo>
                    <a:pt x="205" y="2077"/>
                    <a:pt x="265" y="2083"/>
                    <a:pt x="319" y="2092"/>
                  </a:cubicBezTo>
                  <a:cubicBezTo>
                    <a:pt x="454" y="2108"/>
                    <a:pt x="589" y="2115"/>
                    <a:pt x="723" y="2115"/>
                  </a:cubicBezTo>
                  <a:cubicBezTo>
                    <a:pt x="1020" y="2115"/>
                    <a:pt x="1316" y="2079"/>
                    <a:pt x="1609" y="2013"/>
                  </a:cubicBezTo>
                  <a:cubicBezTo>
                    <a:pt x="2032" y="1922"/>
                    <a:pt x="2439" y="1837"/>
                    <a:pt x="2840" y="1666"/>
                  </a:cubicBezTo>
                  <a:cubicBezTo>
                    <a:pt x="2893" y="1648"/>
                    <a:pt x="2947" y="1619"/>
                    <a:pt x="2975" y="1572"/>
                  </a:cubicBezTo>
                  <a:cubicBezTo>
                    <a:pt x="2997" y="1528"/>
                    <a:pt x="2997" y="1474"/>
                    <a:pt x="2997" y="1420"/>
                  </a:cubicBezTo>
                  <a:cubicBezTo>
                    <a:pt x="2991" y="1127"/>
                    <a:pt x="2978" y="834"/>
                    <a:pt x="2997" y="543"/>
                  </a:cubicBezTo>
                  <a:cubicBezTo>
                    <a:pt x="3007" y="421"/>
                    <a:pt x="2963" y="54"/>
                    <a:pt x="3129" y="2"/>
                  </a:cubicBezTo>
                  <a:close/>
                </a:path>
              </a:pathLst>
            </a:custGeom>
            <a:solidFill>
              <a:srgbClr val="8E09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43"/>
            <p:cNvSpPr/>
            <p:nvPr/>
          </p:nvSpPr>
          <p:spPr>
            <a:xfrm>
              <a:off x="940968" y="3819611"/>
              <a:ext cx="483933" cy="684678"/>
            </a:xfrm>
            <a:custGeom>
              <a:avLst/>
              <a:gdLst/>
              <a:ahLst/>
              <a:cxnLst/>
              <a:rect l="l" t="t" r="r" b="b"/>
              <a:pathLst>
                <a:path w="9257" h="13097" extrusionOk="0">
                  <a:moveTo>
                    <a:pt x="2305" y="1"/>
                  </a:moveTo>
                  <a:cubicBezTo>
                    <a:pt x="2030" y="1"/>
                    <a:pt x="1750" y="77"/>
                    <a:pt x="1556" y="266"/>
                  </a:cubicBezTo>
                  <a:cubicBezTo>
                    <a:pt x="1183" y="625"/>
                    <a:pt x="1256" y="1228"/>
                    <a:pt x="1294" y="1745"/>
                  </a:cubicBezTo>
                  <a:cubicBezTo>
                    <a:pt x="1370" y="2720"/>
                    <a:pt x="1243" y="3733"/>
                    <a:pt x="1199" y="4711"/>
                  </a:cubicBezTo>
                  <a:cubicBezTo>
                    <a:pt x="1193" y="4966"/>
                    <a:pt x="1180" y="5228"/>
                    <a:pt x="1117" y="5474"/>
                  </a:cubicBezTo>
                  <a:cubicBezTo>
                    <a:pt x="1029" y="5827"/>
                    <a:pt x="840" y="6146"/>
                    <a:pt x="758" y="6496"/>
                  </a:cubicBezTo>
                  <a:cubicBezTo>
                    <a:pt x="594" y="7190"/>
                    <a:pt x="534" y="8162"/>
                    <a:pt x="625" y="8865"/>
                  </a:cubicBezTo>
                  <a:cubicBezTo>
                    <a:pt x="666" y="9209"/>
                    <a:pt x="754" y="9575"/>
                    <a:pt x="609" y="9891"/>
                  </a:cubicBezTo>
                  <a:cubicBezTo>
                    <a:pt x="530" y="10061"/>
                    <a:pt x="392" y="10200"/>
                    <a:pt x="319" y="10373"/>
                  </a:cubicBezTo>
                  <a:cubicBezTo>
                    <a:pt x="98" y="10929"/>
                    <a:pt x="666" y="11604"/>
                    <a:pt x="376" y="12124"/>
                  </a:cubicBezTo>
                  <a:cubicBezTo>
                    <a:pt x="0" y="12796"/>
                    <a:pt x="600" y="13052"/>
                    <a:pt x="1228" y="13083"/>
                  </a:cubicBezTo>
                  <a:cubicBezTo>
                    <a:pt x="1364" y="13090"/>
                    <a:pt x="1504" y="13096"/>
                    <a:pt x="1643" y="13096"/>
                  </a:cubicBezTo>
                  <a:cubicBezTo>
                    <a:pt x="1988" y="13096"/>
                    <a:pt x="2331" y="13057"/>
                    <a:pt x="2628" y="12881"/>
                  </a:cubicBezTo>
                  <a:cubicBezTo>
                    <a:pt x="2679" y="12853"/>
                    <a:pt x="2729" y="12812"/>
                    <a:pt x="2729" y="12755"/>
                  </a:cubicBezTo>
                  <a:cubicBezTo>
                    <a:pt x="2729" y="12670"/>
                    <a:pt x="2619" y="12620"/>
                    <a:pt x="2603" y="12538"/>
                  </a:cubicBezTo>
                  <a:cubicBezTo>
                    <a:pt x="2584" y="12443"/>
                    <a:pt x="2691" y="12377"/>
                    <a:pt x="2773" y="12329"/>
                  </a:cubicBezTo>
                  <a:cubicBezTo>
                    <a:pt x="2966" y="12228"/>
                    <a:pt x="3149" y="12071"/>
                    <a:pt x="3199" y="11856"/>
                  </a:cubicBezTo>
                  <a:cubicBezTo>
                    <a:pt x="3338" y="11288"/>
                    <a:pt x="2997" y="10771"/>
                    <a:pt x="3016" y="10235"/>
                  </a:cubicBezTo>
                  <a:cubicBezTo>
                    <a:pt x="3038" y="9752"/>
                    <a:pt x="3550" y="9436"/>
                    <a:pt x="3521" y="8951"/>
                  </a:cubicBezTo>
                  <a:cubicBezTo>
                    <a:pt x="3515" y="8799"/>
                    <a:pt x="3442" y="8657"/>
                    <a:pt x="3417" y="8509"/>
                  </a:cubicBezTo>
                  <a:cubicBezTo>
                    <a:pt x="3341" y="8121"/>
                    <a:pt x="3556" y="7739"/>
                    <a:pt x="3597" y="7348"/>
                  </a:cubicBezTo>
                  <a:cubicBezTo>
                    <a:pt x="3622" y="7134"/>
                    <a:pt x="3587" y="6916"/>
                    <a:pt x="3606" y="6698"/>
                  </a:cubicBezTo>
                  <a:cubicBezTo>
                    <a:pt x="3647" y="6061"/>
                    <a:pt x="4004" y="5503"/>
                    <a:pt x="4061" y="4868"/>
                  </a:cubicBezTo>
                  <a:cubicBezTo>
                    <a:pt x="4124" y="4200"/>
                    <a:pt x="4471" y="3622"/>
                    <a:pt x="4802" y="3036"/>
                  </a:cubicBezTo>
                  <a:cubicBezTo>
                    <a:pt x="4802" y="3525"/>
                    <a:pt x="5162" y="3957"/>
                    <a:pt x="5177" y="4446"/>
                  </a:cubicBezTo>
                  <a:cubicBezTo>
                    <a:pt x="5190" y="4771"/>
                    <a:pt x="5045" y="5089"/>
                    <a:pt x="5095" y="5408"/>
                  </a:cubicBezTo>
                  <a:cubicBezTo>
                    <a:pt x="5158" y="5818"/>
                    <a:pt x="5528" y="6124"/>
                    <a:pt x="5647" y="6525"/>
                  </a:cubicBezTo>
                  <a:cubicBezTo>
                    <a:pt x="5761" y="6919"/>
                    <a:pt x="5619" y="7345"/>
                    <a:pt x="5676" y="7752"/>
                  </a:cubicBezTo>
                  <a:cubicBezTo>
                    <a:pt x="5755" y="8326"/>
                    <a:pt x="6231" y="8862"/>
                    <a:pt x="6076" y="9427"/>
                  </a:cubicBezTo>
                  <a:cubicBezTo>
                    <a:pt x="6042" y="9569"/>
                    <a:pt x="5960" y="9701"/>
                    <a:pt x="5960" y="9853"/>
                  </a:cubicBezTo>
                  <a:cubicBezTo>
                    <a:pt x="5960" y="9979"/>
                    <a:pt x="6013" y="10096"/>
                    <a:pt x="6061" y="10216"/>
                  </a:cubicBezTo>
                  <a:cubicBezTo>
                    <a:pt x="6294" y="10771"/>
                    <a:pt x="6392" y="11383"/>
                    <a:pt x="6348" y="11982"/>
                  </a:cubicBezTo>
                  <a:cubicBezTo>
                    <a:pt x="6338" y="12159"/>
                    <a:pt x="6313" y="12342"/>
                    <a:pt x="6370" y="12506"/>
                  </a:cubicBezTo>
                  <a:cubicBezTo>
                    <a:pt x="6524" y="12980"/>
                    <a:pt x="7204" y="13022"/>
                    <a:pt x="7750" y="13022"/>
                  </a:cubicBezTo>
                  <a:cubicBezTo>
                    <a:pt x="7867" y="13022"/>
                    <a:pt x="7978" y="13020"/>
                    <a:pt x="8076" y="13020"/>
                  </a:cubicBezTo>
                  <a:cubicBezTo>
                    <a:pt x="8139" y="13020"/>
                    <a:pt x="8196" y="13021"/>
                    <a:pt x="8247" y="13023"/>
                  </a:cubicBezTo>
                  <a:cubicBezTo>
                    <a:pt x="8327" y="13027"/>
                    <a:pt x="8402" y="13030"/>
                    <a:pt x="8473" y="13030"/>
                  </a:cubicBezTo>
                  <a:cubicBezTo>
                    <a:pt x="8974" y="13030"/>
                    <a:pt x="9241" y="12904"/>
                    <a:pt x="9247" y="12263"/>
                  </a:cubicBezTo>
                  <a:cubicBezTo>
                    <a:pt x="9256" y="11620"/>
                    <a:pt x="9253" y="10938"/>
                    <a:pt x="8919" y="10386"/>
                  </a:cubicBezTo>
                  <a:cubicBezTo>
                    <a:pt x="8783" y="10156"/>
                    <a:pt x="8581" y="9929"/>
                    <a:pt x="8603" y="9660"/>
                  </a:cubicBezTo>
                  <a:cubicBezTo>
                    <a:pt x="8616" y="9556"/>
                    <a:pt x="8657" y="9462"/>
                    <a:pt x="8666" y="9361"/>
                  </a:cubicBezTo>
                  <a:cubicBezTo>
                    <a:pt x="8708" y="9036"/>
                    <a:pt x="8436" y="8755"/>
                    <a:pt x="8367" y="8436"/>
                  </a:cubicBezTo>
                  <a:cubicBezTo>
                    <a:pt x="8326" y="8235"/>
                    <a:pt x="8364" y="8026"/>
                    <a:pt x="8395" y="7821"/>
                  </a:cubicBezTo>
                  <a:cubicBezTo>
                    <a:pt x="8543" y="6884"/>
                    <a:pt x="8502" y="5922"/>
                    <a:pt x="8285" y="4998"/>
                  </a:cubicBezTo>
                  <a:cubicBezTo>
                    <a:pt x="8196" y="4613"/>
                    <a:pt x="7995" y="4219"/>
                    <a:pt x="7985" y="3824"/>
                  </a:cubicBezTo>
                  <a:cubicBezTo>
                    <a:pt x="7979" y="3401"/>
                    <a:pt x="8124" y="2944"/>
                    <a:pt x="8152" y="2518"/>
                  </a:cubicBezTo>
                  <a:cubicBezTo>
                    <a:pt x="8215" y="1553"/>
                    <a:pt x="8234" y="259"/>
                    <a:pt x="7020" y="111"/>
                  </a:cubicBezTo>
                  <a:cubicBezTo>
                    <a:pt x="6932" y="101"/>
                    <a:pt x="6844" y="97"/>
                    <a:pt x="6756" y="97"/>
                  </a:cubicBezTo>
                  <a:cubicBezTo>
                    <a:pt x="6492" y="97"/>
                    <a:pt x="6226" y="136"/>
                    <a:pt x="5963" y="171"/>
                  </a:cubicBezTo>
                  <a:cubicBezTo>
                    <a:pt x="5456" y="242"/>
                    <a:pt x="4941" y="302"/>
                    <a:pt x="4430" y="302"/>
                  </a:cubicBezTo>
                  <a:cubicBezTo>
                    <a:pt x="4076" y="302"/>
                    <a:pt x="3723" y="273"/>
                    <a:pt x="3376" y="199"/>
                  </a:cubicBezTo>
                  <a:cubicBezTo>
                    <a:pt x="3064" y="133"/>
                    <a:pt x="2761" y="29"/>
                    <a:pt x="2442" y="7"/>
                  </a:cubicBezTo>
                  <a:cubicBezTo>
                    <a:pt x="2397" y="3"/>
                    <a:pt x="2351" y="1"/>
                    <a:pt x="2305" y="1"/>
                  </a:cubicBezTo>
                  <a:close/>
                </a:path>
              </a:pathLst>
            </a:custGeom>
            <a:solidFill>
              <a:srgbClr val="0116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43"/>
            <p:cNvSpPr/>
            <p:nvPr/>
          </p:nvSpPr>
          <p:spPr>
            <a:xfrm>
              <a:off x="949228" y="3317068"/>
              <a:ext cx="471857" cy="719548"/>
            </a:xfrm>
            <a:custGeom>
              <a:avLst/>
              <a:gdLst/>
              <a:ahLst/>
              <a:cxnLst/>
              <a:rect l="l" t="t" r="r" b="b"/>
              <a:pathLst>
                <a:path w="9026" h="13764" extrusionOk="0">
                  <a:moveTo>
                    <a:pt x="4472" y="1"/>
                  </a:moveTo>
                  <a:cubicBezTo>
                    <a:pt x="4417" y="1"/>
                    <a:pt x="4362" y="2"/>
                    <a:pt x="4306" y="4"/>
                  </a:cubicBezTo>
                  <a:cubicBezTo>
                    <a:pt x="3789" y="30"/>
                    <a:pt x="3246" y="14"/>
                    <a:pt x="2757" y="206"/>
                  </a:cubicBezTo>
                  <a:cubicBezTo>
                    <a:pt x="2584" y="273"/>
                    <a:pt x="2423" y="367"/>
                    <a:pt x="2265" y="471"/>
                  </a:cubicBezTo>
                  <a:cubicBezTo>
                    <a:pt x="1991" y="645"/>
                    <a:pt x="1729" y="837"/>
                    <a:pt x="1417" y="951"/>
                  </a:cubicBezTo>
                  <a:cubicBezTo>
                    <a:pt x="1300" y="992"/>
                    <a:pt x="1186" y="1027"/>
                    <a:pt x="1092" y="1099"/>
                  </a:cubicBezTo>
                  <a:cubicBezTo>
                    <a:pt x="997" y="1168"/>
                    <a:pt x="928" y="1282"/>
                    <a:pt x="943" y="1402"/>
                  </a:cubicBezTo>
                  <a:cubicBezTo>
                    <a:pt x="975" y="1620"/>
                    <a:pt x="1215" y="1777"/>
                    <a:pt x="1275" y="1998"/>
                  </a:cubicBezTo>
                  <a:cubicBezTo>
                    <a:pt x="1347" y="2282"/>
                    <a:pt x="1262" y="2601"/>
                    <a:pt x="1215" y="2881"/>
                  </a:cubicBezTo>
                  <a:cubicBezTo>
                    <a:pt x="1133" y="3361"/>
                    <a:pt x="1016" y="3818"/>
                    <a:pt x="899" y="4292"/>
                  </a:cubicBezTo>
                  <a:cubicBezTo>
                    <a:pt x="688" y="5140"/>
                    <a:pt x="732" y="6052"/>
                    <a:pt x="571" y="6904"/>
                  </a:cubicBezTo>
                  <a:cubicBezTo>
                    <a:pt x="382" y="7898"/>
                    <a:pt x="407" y="8932"/>
                    <a:pt x="202" y="9939"/>
                  </a:cubicBezTo>
                  <a:cubicBezTo>
                    <a:pt x="111" y="10380"/>
                    <a:pt x="0" y="10831"/>
                    <a:pt x="48" y="11279"/>
                  </a:cubicBezTo>
                  <a:cubicBezTo>
                    <a:pt x="139" y="12134"/>
                    <a:pt x="792" y="12850"/>
                    <a:pt x="1562" y="13238"/>
                  </a:cubicBezTo>
                  <a:cubicBezTo>
                    <a:pt x="2305" y="13619"/>
                    <a:pt x="3027" y="13764"/>
                    <a:pt x="3768" y="13764"/>
                  </a:cubicBezTo>
                  <a:cubicBezTo>
                    <a:pt x="4273" y="13764"/>
                    <a:pt x="4787" y="13697"/>
                    <a:pt x="5322" y="13592"/>
                  </a:cubicBezTo>
                  <a:cubicBezTo>
                    <a:pt x="6783" y="13302"/>
                    <a:pt x="8950" y="13279"/>
                    <a:pt x="9007" y="11267"/>
                  </a:cubicBezTo>
                  <a:cubicBezTo>
                    <a:pt x="9026" y="10538"/>
                    <a:pt x="8676" y="9863"/>
                    <a:pt x="8433" y="9178"/>
                  </a:cubicBezTo>
                  <a:cubicBezTo>
                    <a:pt x="8079" y="8200"/>
                    <a:pt x="7931" y="7150"/>
                    <a:pt x="7997" y="6115"/>
                  </a:cubicBezTo>
                  <a:cubicBezTo>
                    <a:pt x="8064" y="5074"/>
                    <a:pt x="7979" y="4071"/>
                    <a:pt x="7953" y="3027"/>
                  </a:cubicBezTo>
                  <a:cubicBezTo>
                    <a:pt x="7944" y="2588"/>
                    <a:pt x="7947" y="2143"/>
                    <a:pt x="7843" y="1717"/>
                  </a:cubicBezTo>
                  <a:cubicBezTo>
                    <a:pt x="7742" y="1291"/>
                    <a:pt x="7518" y="872"/>
                    <a:pt x="7146" y="642"/>
                  </a:cubicBezTo>
                  <a:cubicBezTo>
                    <a:pt x="6950" y="519"/>
                    <a:pt x="6723" y="452"/>
                    <a:pt x="6502" y="389"/>
                  </a:cubicBezTo>
                  <a:cubicBezTo>
                    <a:pt x="5839" y="194"/>
                    <a:pt x="5160" y="1"/>
                    <a:pt x="4472" y="1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43"/>
            <p:cNvSpPr/>
            <p:nvPr/>
          </p:nvSpPr>
          <p:spPr>
            <a:xfrm>
              <a:off x="797466" y="3317068"/>
              <a:ext cx="829644" cy="719704"/>
            </a:xfrm>
            <a:custGeom>
              <a:avLst/>
              <a:gdLst/>
              <a:ahLst/>
              <a:cxnLst/>
              <a:rect l="l" t="t" r="r" b="b"/>
              <a:pathLst>
                <a:path w="15870" h="13767" extrusionOk="0">
                  <a:moveTo>
                    <a:pt x="7366" y="1"/>
                  </a:moveTo>
                  <a:cubicBezTo>
                    <a:pt x="7311" y="1"/>
                    <a:pt x="7255" y="2"/>
                    <a:pt x="7200" y="4"/>
                  </a:cubicBezTo>
                  <a:cubicBezTo>
                    <a:pt x="6686" y="30"/>
                    <a:pt x="6140" y="14"/>
                    <a:pt x="5651" y="206"/>
                  </a:cubicBezTo>
                  <a:cubicBezTo>
                    <a:pt x="5477" y="276"/>
                    <a:pt x="5317" y="370"/>
                    <a:pt x="5159" y="471"/>
                  </a:cubicBezTo>
                  <a:cubicBezTo>
                    <a:pt x="4888" y="645"/>
                    <a:pt x="4619" y="837"/>
                    <a:pt x="4304" y="948"/>
                  </a:cubicBezTo>
                  <a:cubicBezTo>
                    <a:pt x="4231" y="970"/>
                    <a:pt x="4162" y="998"/>
                    <a:pt x="4093" y="1030"/>
                  </a:cubicBezTo>
                  <a:cubicBezTo>
                    <a:pt x="4071" y="1028"/>
                    <a:pt x="4049" y="1027"/>
                    <a:pt x="4027" y="1027"/>
                  </a:cubicBezTo>
                  <a:cubicBezTo>
                    <a:pt x="3810" y="1027"/>
                    <a:pt x="3591" y="1125"/>
                    <a:pt x="3493" y="1317"/>
                  </a:cubicBezTo>
                  <a:cubicBezTo>
                    <a:pt x="3452" y="1402"/>
                    <a:pt x="3436" y="1497"/>
                    <a:pt x="3405" y="1582"/>
                  </a:cubicBezTo>
                  <a:cubicBezTo>
                    <a:pt x="3272" y="1986"/>
                    <a:pt x="2925" y="2241"/>
                    <a:pt x="2742" y="2607"/>
                  </a:cubicBezTo>
                  <a:cubicBezTo>
                    <a:pt x="2651" y="2784"/>
                    <a:pt x="2610" y="2964"/>
                    <a:pt x="2503" y="3137"/>
                  </a:cubicBezTo>
                  <a:cubicBezTo>
                    <a:pt x="2370" y="3345"/>
                    <a:pt x="2234" y="3547"/>
                    <a:pt x="2127" y="3768"/>
                  </a:cubicBezTo>
                  <a:cubicBezTo>
                    <a:pt x="2096" y="3834"/>
                    <a:pt x="2064" y="3904"/>
                    <a:pt x="2036" y="3973"/>
                  </a:cubicBezTo>
                  <a:cubicBezTo>
                    <a:pt x="1891" y="4311"/>
                    <a:pt x="1771" y="4661"/>
                    <a:pt x="1654" y="5008"/>
                  </a:cubicBezTo>
                  <a:cubicBezTo>
                    <a:pt x="1559" y="5285"/>
                    <a:pt x="1465" y="5560"/>
                    <a:pt x="1370" y="5841"/>
                  </a:cubicBezTo>
                  <a:cubicBezTo>
                    <a:pt x="1260" y="6172"/>
                    <a:pt x="1143" y="6503"/>
                    <a:pt x="976" y="6806"/>
                  </a:cubicBezTo>
                  <a:cubicBezTo>
                    <a:pt x="846" y="7039"/>
                    <a:pt x="679" y="7260"/>
                    <a:pt x="591" y="7513"/>
                  </a:cubicBezTo>
                  <a:cubicBezTo>
                    <a:pt x="493" y="7793"/>
                    <a:pt x="493" y="8099"/>
                    <a:pt x="373" y="8374"/>
                  </a:cubicBezTo>
                  <a:cubicBezTo>
                    <a:pt x="275" y="8588"/>
                    <a:pt x="111" y="8771"/>
                    <a:pt x="58" y="8999"/>
                  </a:cubicBezTo>
                  <a:cubicBezTo>
                    <a:pt x="1" y="9241"/>
                    <a:pt x="83" y="9500"/>
                    <a:pt x="237" y="9689"/>
                  </a:cubicBezTo>
                  <a:cubicBezTo>
                    <a:pt x="392" y="9882"/>
                    <a:pt x="613" y="10014"/>
                    <a:pt x="840" y="10103"/>
                  </a:cubicBezTo>
                  <a:cubicBezTo>
                    <a:pt x="1017" y="10172"/>
                    <a:pt x="1206" y="10219"/>
                    <a:pt x="1395" y="10219"/>
                  </a:cubicBezTo>
                  <a:cubicBezTo>
                    <a:pt x="1397" y="10219"/>
                    <a:pt x="1400" y="10219"/>
                    <a:pt x="1402" y="10219"/>
                  </a:cubicBezTo>
                  <a:cubicBezTo>
                    <a:pt x="1895" y="10219"/>
                    <a:pt x="2431" y="9873"/>
                    <a:pt x="2559" y="9387"/>
                  </a:cubicBezTo>
                  <a:cubicBezTo>
                    <a:pt x="2638" y="9087"/>
                    <a:pt x="2727" y="8787"/>
                    <a:pt x="2827" y="8494"/>
                  </a:cubicBezTo>
                  <a:cubicBezTo>
                    <a:pt x="2925" y="8210"/>
                    <a:pt x="3089" y="7939"/>
                    <a:pt x="3159" y="7651"/>
                  </a:cubicBezTo>
                  <a:cubicBezTo>
                    <a:pt x="3224" y="7388"/>
                    <a:pt x="3929" y="6054"/>
                    <a:pt x="3346" y="6054"/>
                  </a:cubicBezTo>
                  <a:cubicBezTo>
                    <a:pt x="3334" y="6054"/>
                    <a:pt x="3322" y="6054"/>
                    <a:pt x="3310" y="6055"/>
                  </a:cubicBezTo>
                  <a:cubicBezTo>
                    <a:pt x="3300" y="6056"/>
                    <a:pt x="3290" y="6056"/>
                    <a:pt x="3279" y="6056"/>
                  </a:cubicBezTo>
                  <a:cubicBezTo>
                    <a:pt x="3197" y="6056"/>
                    <a:pt x="3106" y="6032"/>
                    <a:pt x="3089" y="5954"/>
                  </a:cubicBezTo>
                  <a:cubicBezTo>
                    <a:pt x="3225" y="5882"/>
                    <a:pt x="3361" y="5806"/>
                    <a:pt x="3499" y="5733"/>
                  </a:cubicBezTo>
                  <a:cubicBezTo>
                    <a:pt x="3553" y="5708"/>
                    <a:pt x="3616" y="5645"/>
                    <a:pt x="3581" y="5598"/>
                  </a:cubicBezTo>
                  <a:cubicBezTo>
                    <a:pt x="3566" y="5572"/>
                    <a:pt x="3534" y="5566"/>
                    <a:pt x="3506" y="5560"/>
                  </a:cubicBezTo>
                  <a:cubicBezTo>
                    <a:pt x="3392" y="5541"/>
                    <a:pt x="3269" y="5538"/>
                    <a:pt x="3156" y="5506"/>
                  </a:cubicBezTo>
                  <a:cubicBezTo>
                    <a:pt x="3042" y="5475"/>
                    <a:pt x="2932" y="5399"/>
                    <a:pt x="2894" y="5289"/>
                  </a:cubicBezTo>
                  <a:lnTo>
                    <a:pt x="2894" y="5289"/>
                  </a:lnTo>
                  <a:cubicBezTo>
                    <a:pt x="3083" y="5350"/>
                    <a:pt x="3283" y="5413"/>
                    <a:pt x="3479" y="5413"/>
                  </a:cubicBezTo>
                  <a:cubicBezTo>
                    <a:pt x="3525" y="5413"/>
                    <a:pt x="3571" y="5410"/>
                    <a:pt x="3616" y="5402"/>
                  </a:cubicBezTo>
                  <a:cubicBezTo>
                    <a:pt x="3925" y="5355"/>
                    <a:pt x="4178" y="5125"/>
                    <a:pt x="4326" y="4850"/>
                  </a:cubicBezTo>
                  <a:cubicBezTo>
                    <a:pt x="4566" y="4405"/>
                    <a:pt x="4771" y="3601"/>
                    <a:pt x="4509" y="3131"/>
                  </a:cubicBezTo>
                  <a:cubicBezTo>
                    <a:pt x="4477" y="3074"/>
                    <a:pt x="4436" y="3020"/>
                    <a:pt x="4421" y="2957"/>
                  </a:cubicBezTo>
                  <a:cubicBezTo>
                    <a:pt x="4399" y="2869"/>
                    <a:pt x="4424" y="2768"/>
                    <a:pt x="4433" y="2673"/>
                  </a:cubicBezTo>
                  <a:cubicBezTo>
                    <a:pt x="4481" y="2288"/>
                    <a:pt x="4263" y="1926"/>
                    <a:pt x="4058" y="1594"/>
                  </a:cubicBezTo>
                  <a:cubicBezTo>
                    <a:pt x="4070" y="1576"/>
                    <a:pt x="4087" y="1569"/>
                    <a:pt x="4106" y="1569"/>
                  </a:cubicBezTo>
                  <a:cubicBezTo>
                    <a:pt x="4153" y="1569"/>
                    <a:pt x="4210" y="1616"/>
                    <a:pt x="4235" y="1664"/>
                  </a:cubicBezTo>
                  <a:cubicBezTo>
                    <a:pt x="4386" y="1932"/>
                    <a:pt x="4471" y="2232"/>
                    <a:pt x="4493" y="2541"/>
                  </a:cubicBezTo>
                  <a:cubicBezTo>
                    <a:pt x="4496" y="2623"/>
                    <a:pt x="4496" y="2705"/>
                    <a:pt x="4512" y="2784"/>
                  </a:cubicBezTo>
                  <a:cubicBezTo>
                    <a:pt x="4547" y="2954"/>
                    <a:pt x="4657" y="3093"/>
                    <a:pt x="4723" y="3251"/>
                  </a:cubicBezTo>
                  <a:cubicBezTo>
                    <a:pt x="5020" y="3948"/>
                    <a:pt x="4518" y="5039"/>
                    <a:pt x="4067" y="5576"/>
                  </a:cubicBezTo>
                  <a:cubicBezTo>
                    <a:pt x="3951" y="5711"/>
                    <a:pt x="3821" y="5841"/>
                    <a:pt x="3752" y="6002"/>
                  </a:cubicBezTo>
                  <a:cubicBezTo>
                    <a:pt x="3682" y="6156"/>
                    <a:pt x="3676" y="6326"/>
                    <a:pt x="3657" y="6491"/>
                  </a:cubicBezTo>
                  <a:cubicBezTo>
                    <a:pt x="3597" y="7020"/>
                    <a:pt x="3364" y="7497"/>
                    <a:pt x="3304" y="8011"/>
                  </a:cubicBezTo>
                  <a:cubicBezTo>
                    <a:pt x="3231" y="8658"/>
                    <a:pt x="3206" y="9305"/>
                    <a:pt x="3077" y="9942"/>
                  </a:cubicBezTo>
                  <a:cubicBezTo>
                    <a:pt x="2985" y="10383"/>
                    <a:pt x="2875" y="10835"/>
                    <a:pt x="2922" y="11283"/>
                  </a:cubicBezTo>
                  <a:cubicBezTo>
                    <a:pt x="3014" y="12137"/>
                    <a:pt x="3673" y="12854"/>
                    <a:pt x="4436" y="13242"/>
                  </a:cubicBezTo>
                  <a:cubicBezTo>
                    <a:pt x="5179" y="13622"/>
                    <a:pt x="5901" y="13767"/>
                    <a:pt x="6643" y="13767"/>
                  </a:cubicBezTo>
                  <a:cubicBezTo>
                    <a:pt x="7148" y="13767"/>
                    <a:pt x="7663" y="13700"/>
                    <a:pt x="8200" y="13595"/>
                  </a:cubicBezTo>
                  <a:cubicBezTo>
                    <a:pt x="8910" y="13456"/>
                    <a:pt x="9635" y="13393"/>
                    <a:pt x="10323" y="13169"/>
                  </a:cubicBezTo>
                  <a:cubicBezTo>
                    <a:pt x="11055" y="12926"/>
                    <a:pt x="11421" y="12570"/>
                    <a:pt x="11481" y="11781"/>
                  </a:cubicBezTo>
                  <a:cubicBezTo>
                    <a:pt x="11576" y="10510"/>
                    <a:pt x="10938" y="9494"/>
                    <a:pt x="10765" y="8270"/>
                  </a:cubicBezTo>
                  <a:cubicBezTo>
                    <a:pt x="10654" y="7481"/>
                    <a:pt x="10648" y="6689"/>
                    <a:pt x="10648" y="5891"/>
                  </a:cubicBezTo>
                  <a:cubicBezTo>
                    <a:pt x="10648" y="5522"/>
                    <a:pt x="10692" y="5125"/>
                    <a:pt x="10635" y="4755"/>
                  </a:cubicBezTo>
                  <a:cubicBezTo>
                    <a:pt x="10582" y="4418"/>
                    <a:pt x="10645" y="4068"/>
                    <a:pt x="10676" y="3724"/>
                  </a:cubicBezTo>
                  <a:cubicBezTo>
                    <a:pt x="10692" y="3525"/>
                    <a:pt x="10711" y="3326"/>
                    <a:pt x="10692" y="3128"/>
                  </a:cubicBezTo>
                  <a:cubicBezTo>
                    <a:pt x="10645" y="2639"/>
                    <a:pt x="10380" y="2191"/>
                    <a:pt x="10355" y="1702"/>
                  </a:cubicBezTo>
                  <a:lnTo>
                    <a:pt x="10355" y="1702"/>
                  </a:lnTo>
                  <a:cubicBezTo>
                    <a:pt x="10462" y="1771"/>
                    <a:pt x="10519" y="1897"/>
                    <a:pt x="10560" y="2020"/>
                  </a:cubicBezTo>
                  <a:cubicBezTo>
                    <a:pt x="10749" y="2569"/>
                    <a:pt x="10809" y="3159"/>
                    <a:pt x="10743" y="3736"/>
                  </a:cubicBezTo>
                  <a:cubicBezTo>
                    <a:pt x="10702" y="4052"/>
                    <a:pt x="10648" y="4358"/>
                    <a:pt x="10825" y="4639"/>
                  </a:cubicBezTo>
                  <a:cubicBezTo>
                    <a:pt x="10995" y="4907"/>
                    <a:pt x="11188" y="5219"/>
                    <a:pt x="11453" y="5399"/>
                  </a:cubicBezTo>
                  <a:cubicBezTo>
                    <a:pt x="11647" y="5531"/>
                    <a:pt x="11883" y="5590"/>
                    <a:pt x="12123" y="5590"/>
                  </a:cubicBezTo>
                  <a:cubicBezTo>
                    <a:pt x="12260" y="5590"/>
                    <a:pt x="12399" y="5570"/>
                    <a:pt x="12531" y="5535"/>
                  </a:cubicBezTo>
                  <a:cubicBezTo>
                    <a:pt x="12897" y="5434"/>
                    <a:pt x="13216" y="5229"/>
                    <a:pt x="13519" y="5017"/>
                  </a:cubicBezTo>
                  <a:cubicBezTo>
                    <a:pt x="14279" y="4478"/>
                    <a:pt x="15431" y="3806"/>
                    <a:pt x="15573" y="2812"/>
                  </a:cubicBezTo>
                  <a:cubicBezTo>
                    <a:pt x="15598" y="2639"/>
                    <a:pt x="15588" y="2456"/>
                    <a:pt x="15661" y="2292"/>
                  </a:cubicBezTo>
                  <a:cubicBezTo>
                    <a:pt x="15699" y="2206"/>
                    <a:pt x="15759" y="2121"/>
                    <a:pt x="15787" y="2033"/>
                  </a:cubicBezTo>
                  <a:cubicBezTo>
                    <a:pt x="15869" y="1799"/>
                    <a:pt x="15778" y="1604"/>
                    <a:pt x="15614" y="1456"/>
                  </a:cubicBezTo>
                  <a:cubicBezTo>
                    <a:pt x="15431" y="1293"/>
                    <a:pt x="15160" y="1193"/>
                    <a:pt x="14917" y="1193"/>
                  </a:cubicBezTo>
                  <a:cubicBezTo>
                    <a:pt x="14792" y="1193"/>
                    <a:pt x="14673" y="1220"/>
                    <a:pt x="14579" y="1279"/>
                  </a:cubicBezTo>
                  <a:cubicBezTo>
                    <a:pt x="14386" y="1402"/>
                    <a:pt x="14276" y="1613"/>
                    <a:pt x="14169" y="1818"/>
                  </a:cubicBezTo>
                  <a:cubicBezTo>
                    <a:pt x="14080" y="1998"/>
                    <a:pt x="13989" y="2178"/>
                    <a:pt x="13897" y="2355"/>
                  </a:cubicBezTo>
                  <a:cubicBezTo>
                    <a:pt x="13762" y="2620"/>
                    <a:pt x="13604" y="2907"/>
                    <a:pt x="13326" y="3011"/>
                  </a:cubicBezTo>
                  <a:cubicBezTo>
                    <a:pt x="13235" y="3042"/>
                    <a:pt x="13140" y="3052"/>
                    <a:pt x="13049" y="3090"/>
                  </a:cubicBezTo>
                  <a:cubicBezTo>
                    <a:pt x="12964" y="3124"/>
                    <a:pt x="12875" y="3197"/>
                    <a:pt x="12863" y="3288"/>
                  </a:cubicBezTo>
                  <a:cubicBezTo>
                    <a:pt x="12847" y="3396"/>
                    <a:pt x="12932" y="3503"/>
                    <a:pt x="12910" y="3610"/>
                  </a:cubicBezTo>
                  <a:cubicBezTo>
                    <a:pt x="12878" y="3547"/>
                    <a:pt x="12831" y="3487"/>
                    <a:pt x="12765" y="3475"/>
                  </a:cubicBezTo>
                  <a:cubicBezTo>
                    <a:pt x="12760" y="3474"/>
                    <a:pt x="12755" y="3473"/>
                    <a:pt x="12750" y="3473"/>
                  </a:cubicBezTo>
                  <a:cubicBezTo>
                    <a:pt x="12688" y="3473"/>
                    <a:pt x="12625" y="3542"/>
                    <a:pt x="12654" y="3598"/>
                  </a:cubicBezTo>
                  <a:cubicBezTo>
                    <a:pt x="12604" y="3547"/>
                    <a:pt x="12547" y="3494"/>
                    <a:pt x="12497" y="3446"/>
                  </a:cubicBezTo>
                  <a:cubicBezTo>
                    <a:pt x="12482" y="3432"/>
                    <a:pt x="12461" y="3416"/>
                    <a:pt x="12440" y="3416"/>
                  </a:cubicBezTo>
                  <a:cubicBezTo>
                    <a:pt x="12433" y="3416"/>
                    <a:pt x="12427" y="3417"/>
                    <a:pt x="12421" y="3421"/>
                  </a:cubicBezTo>
                  <a:cubicBezTo>
                    <a:pt x="12402" y="3430"/>
                    <a:pt x="12402" y="3462"/>
                    <a:pt x="12405" y="3487"/>
                  </a:cubicBezTo>
                  <a:cubicBezTo>
                    <a:pt x="12437" y="3667"/>
                    <a:pt x="12481" y="3847"/>
                    <a:pt x="12490" y="4030"/>
                  </a:cubicBezTo>
                  <a:cubicBezTo>
                    <a:pt x="12497" y="4213"/>
                    <a:pt x="12459" y="4405"/>
                    <a:pt x="12348" y="4550"/>
                  </a:cubicBezTo>
                  <a:cubicBezTo>
                    <a:pt x="12317" y="4188"/>
                    <a:pt x="12289" y="3825"/>
                    <a:pt x="12257" y="3462"/>
                  </a:cubicBezTo>
                  <a:cubicBezTo>
                    <a:pt x="12181" y="3695"/>
                    <a:pt x="12106" y="3926"/>
                    <a:pt x="12033" y="4156"/>
                  </a:cubicBezTo>
                  <a:cubicBezTo>
                    <a:pt x="12001" y="4257"/>
                    <a:pt x="11954" y="4371"/>
                    <a:pt x="11850" y="4399"/>
                  </a:cubicBezTo>
                  <a:cubicBezTo>
                    <a:pt x="11869" y="4162"/>
                    <a:pt x="11973" y="3935"/>
                    <a:pt x="12033" y="3708"/>
                  </a:cubicBezTo>
                  <a:cubicBezTo>
                    <a:pt x="12090" y="3475"/>
                    <a:pt x="12096" y="3206"/>
                    <a:pt x="11941" y="3027"/>
                  </a:cubicBezTo>
                  <a:cubicBezTo>
                    <a:pt x="11878" y="2951"/>
                    <a:pt x="11796" y="2894"/>
                    <a:pt x="11733" y="2825"/>
                  </a:cubicBezTo>
                  <a:cubicBezTo>
                    <a:pt x="11645" y="2721"/>
                    <a:pt x="11607" y="2588"/>
                    <a:pt x="11550" y="2462"/>
                  </a:cubicBezTo>
                  <a:cubicBezTo>
                    <a:pt x="11389" y="2096"/>
                    <a:pt x="11077" y="1796"/>
                    <a:pt x="10702" y="1654"/>
                  </a:cubicBezTo>
                  <a:cubicBezTo>
                    <a:pt x="10667" y="1639"/>
                    <a:pt x="10632" y="1626"/>
                    <a:pt x="10601" y="1601"/>
                  </a:cubicBezTo>
                  <a:cubicBezTo>
                    <a:pt x="10560" y="1566"/>
                    <a:pt x="10544" y="1506"/>
                    <a:pt x="10531" y="1456"/>
                  </a:cubicBezTo>
                  <a:cubicBezTo>
                    <a:pt x="10361" y="850"/>
                    <a:pt x="9989" y="556"/>
                    <a:pt x="9399" y="386"/>
                  </a:cubicBezTo>
                  <a:cubicBezTo>
                    <a:pt x="8733" y="193"/>
                    <a:pt x="8056" y="1"/>
                    <a:pt x="7366" y="1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43"/>
            <p:cNvSpPr/>
            <p:nvPr/>
          </p:nvSpPr>
          <p:spPr>
            <a:xfrm>
              <a:off x="964702" y="3698066"/>
              <a:ext cx="10299" cy="19186"/>
            </a:xfrm>
            <a:custGeom>
              <a:avLst/>
              <a:gdLst/>
              <a:ahLst/>
              <a:cxnLst/>
              <a:rect l="l" t="t" r="r" b="b"/>
              <a:pathLst>
                <a:path w="197" h="367" extrusionOk="0">
                  <a:moveTo>
                    <a:pt x="196" y="1"/>
                  </a:moveTo>
                  <a:lnTo>
                    <a:pt x="196" y="1"/>
                  </a:lnTo>
                  <a:cubicBezTo>
                    <a:pt x="133" y="117"/>
                    <a:pt x="67" y="237"/>
                    <a:pt x="4" y="360"/>
                  </a:cubicBezTo>
                  <a:cubicBezTo>
                    <a:pt x="4" y="361"/>
                    <a:pt x="4" y="361"/>
                    <a:pt x="4" y="362"/>
                  </a:cubicBezTo>
                  <a:lnTo>
                    <a:pt x="4" y="362"/>
                  </a:lnTo>
                  <a:lnTo>
                    <a:pt x="171" y="95"/>
                  </a:lnTo>
                  <a:cubicBezTo>
                    <a:pt x="177" y="64"/>
                    <a:pt x="187" y="32"/>
                    <a:pt x="196" y="1"/>
                  </a:cubicBezTo>
                  <a:close/>
                  <a:moveTo>
                    <a:pt x="4" y="362"/>
                  </a:moveTo>
                  <a:lnTo>
                    <a:pt x="1" y="367"/>
                  </a:lnTo>
                  <a:cubicBezTo>
                    <a:pt x="3" y="364"/>
                    <a:pt x="4" y="364"/>
                    <a:pt x="4" y="362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43"/>
            <p:cNvSpPr/>
            <p:nvPr/>
          </p:nvSpPr>
          <p:spPr>
            <a:xfrm>
              <a:off x="1187352" y="3434378"/>
              <a:ext cx="63569" cy="572961"/>
            </a:xfrm>
            <a:custGeom>
              <a:avLst/>
              <a:gdLst/>
              <a:ahLst/>
              <a:cxnLst/>
              <a:rect l="l" t="t" r="r" b="b"/>
              <a:pathLst>
                <a:path w="1216" h="10960" extrusionOk="0">
                  <a:moveTo>
                    <a:pt x="471" y="0"/>
                  </a:moveTo>
                  <a:cubicBezTo>
                    <a:pt x="802" y="937"/>
                    <a:pt x="796" y="1808"/>
                    <a:pt x="600" y="2761"/>
                  </a:cubicBezTo>
                  <a:cubicBezTo>
                    <a:pt x="512" y="3228"/>
                    <a:pt x="414" y="3698"/>
                    <a:pt x="395" y="4174"/>
                  </a:cubicBezTo>
                  <a:cubicBezTo>
                    <a:pt x="335" y="5830"/>
                    <a:pt x="1102" y="7414"/>
                    <a:pt x="849" y="9070"/>
                  </a:cubicBezTo>
                  <a:cubicBezTo>
                    <a:pt x="774" y="9559"/>
                    <a:pt x="603" y="10032"/>
                    <a:pt x="351" y="10455"/>
                  </a:cubicBezTo>
                  <a:cubicBezTo>
                    <a:pt x="253" y="10625"/>
                    <a:pt x="124" y="10802"/>
                    <a:pt x="1" y="10960"/>
                  </a:cubicBezTo>
                  <a:cubicBezTo>
                    <a:pt x="162" y="10796"/>
                    <a:pt x="332" y="10610"/>
                    <a:pt x="458" y="10417"/>
                  </a:cubicBezTo>
                  <a:cubicBezTo>
                    <a:pt x="837" y="9875"/>
                    <a:pt x="1039" y="9222"/>
                    <a:pt x="1089" y="8565"/>
                  </a:cubicBezTo>
                  <a:cubicBezTo>
                    <a:pt x="1215" y="7089"/>
                    <a:pt x="613" y="5647"/>
                    <a:pt x="635" y="4180"/>
                  </a:cubicBezTo>
                  <a:cubicBezTo>
                    <a:pt x="647" y="3486"/>
                    <a:pt x="833" y="2786"/>
                    <a:pt x="874" y="2082"/>
                  </a:cubicBezTo>
                  <a:cubicBezTo>
                    <a:pt x="919" y="1369"/>
                    <a:pt x="786" y="641"/>
                    <a:pt x="471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43"/>
            <p:cNvSpPr/>
            <p:nvPr/>
          </p:nvSpPr>
          <p:spPr>
            <a:xfrm>
              <a:off x="1176165" y="3472802"/>
              <a:ext cx="33510" cy="33353"/>
            </a:xfrm>
            <a:custGeom>
              <a:avLst/>
              <a:gdLst/>
              <a:ahLst/>
              <a:cxnLst/>
              <a:rect l="l" t="t" r="r" b="b"/>
              <a:pathLst>
                <a:path w="641" h="638" extrusionOk="0">
                  <a:moveTo>
                    <a:pt x="322" y="0"/>
                  </a:moveTo>
                  <a:cubicBezTo>
                    <a:pt x="142" y="0"/>
                    <a:pt x="0" y="142"/>
                    <a:pt x="0" y="319"/>
                  </a:cubicBezTo>
                  <a:cubicBezTo>
                    <a:pt x="0" y="496"/>
                    <a:pt x="142" y="638"/>
                    <a:pt x="322" y="638"/>
                  </a:cubicBezTo>
                  <a:cubicBezTo>
                    <a:pt x="499" y="638"/>
                    <a:pt x="641" y="496"/>
                    <a:pt x="641" y="319"/>
                  </a:cubicBezTo>
                  <a:cubicBezTo>
                    <a:pt x="641" y="145"/>
                    <a:pt x="499" y="0"/>
                    <a:pt x="322" y="0"/>
                  </a:cubicBezTo>
                  <a:close/>
                </a:path>
              </a:pathLst>
            </a:custGeom>
            <a:solidFill>
              <a:srgbClr val="8E09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43"/>
            <p:cNvSpPr/>
            <p:nvPr/>
          </p:nvSpPr>
          <p:spPr>
            <a:xfrm>
              <a:off x="1179929" y="3472802"/>
              <a:ext cx="29746" cy="33353"/>
            </a:xfrm>
            <a:custGeom>
              <a:avLst/>
              <a:gdLst/>
              <a:ahLst/>
              <a:cxnLst/>
              <a:rect l="l" t="t" r="r" b="b"/>
              <a:pathLst>
                <a:path w="569" h="638" extrusionOk="0">
                  <a:moveTo>
                    <a:pt x="285" y="0"/>
                  </a:moveTo>
                  <a:cubicBezTo>
                    <a:pt x="127" y="0"/>
                    <a:pt x="1" y="142"/>
                    <a:pt x="1" y="319"/>
                  </a:cubicBezTo>
                  <a:cubicBezTo>
                    <a:pt x="1" y="496"/>
                    <a:pt x="127" y="638"/>
                    <a:pt x="285" y="638"/>
                  </a:cubicBezTo>
                  <a:cubicBezTo>
                    <a:pt x="442" y="638"/>
                    <a:pt x="569" y="496"/>
                    <a:pt x="569" y="319"/>
                  </a:cubicBezTo>
                  <a:cubicBezTo>
                    <a:pt x="569" y="145"/>
                    <a:pt x="442" y="0"/>
                    <a:pt x="285" y="0"/>
                  </a:cubicBezTo>
                  <a:close/>
                </a:path>
              </a:pathLst>
            </a:custGeom>
            <a:solidFill>
              <a:srgbClr val="8E09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43"/>
            <p:cNvSpPr/>
            <p:nvPr/>
          </p:nvSpPr>
          <p:spPr>
            <a:xfrm>
              <a:off x="1168375" y="3647932"/>
              <a:ext cx="33405" cy="33562"/>
            </a:xfrm>
            <a:custGeom>
              <a:avLst/>
              <a:gdLst/>
              <a:ahLst/>
              <a:cxnLst/>
              <a:rect l="l" t="t" r="r" b="b"/>
              <a:pathLst>
                <a:path w="639" h="642" extrusionOk="0">
                  <a:moveTo>
                    <a:pt x="319" y="1"/>
                  </a:moveTo>
                  <a:cubicBezTo>
                    <a:pt x="143" y="1"/>
                    <a:pt x="1" y="143"/>
                    <a:pt x="1" y="322"/>
                  </a:cubicBezTo>
                  <a:cubicBezTo>
                    <a:pt x="1" y="499"/>
                    <a:pt x="143" y="641"/>
                    <a:pt x="319" y="641"/>
                  </a:cubicBezTo>
                  <a:cubicBezTo>
                    <a:pt x="496" y="641"/>
                    <a:pt x="638" y="499"/>
                    <a:pt x="638" y="322"/>
                  </a:cubicBezTo>
                  <a:cubicBezTo>
                    <a:pt x="638" y="149"/>
                    <a:pt x="496" y="7"/>
                    <a:pt x="319" y="1"/>
                  </a:cubicBezTo>
                  <a:close/>
                </a:path>
              </a:pathLst>
            </a:custGeom>
            <a:solidFill>
              <a:srgbClr val="8E09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43"/>
            <p:cNvSpPr/>
            <p:nvPr/>
          </p:nvSpPr>
          <p:spPr>
            <a:xfrm>
              <a:off x="1172035" y="3648089"/>
              <a:ext cx="29380" cy="33562"/>
            </a:xfrm>
            <a:custGeom>
              <a:avLst/>
              <a:gdLst/>
              <a:ahLst/>
              <a:cxnLst/>
              <a:rect l="l" t="t" r="r" b="b"/>
              <a:pathLst>
                <a:path w="562" h="642" extrusionOk="0">
                  <a:moveTo>
                    <a:pt x="281" y="1"/>
                  </a:moveTo>
                  <a:cubicBezTo>
                    <a:pt x="126" y="1"/>
                    <a:pt x="0" y="146"/>
                    <a:pt x="0" y="323"/>
                  </a:cubicBezTo>
                  <a:cubicBezTo>
                    <a:pt x="0" y="499"/>
                    <a:pt x="126" y="641"/>
                    <a:pt x="281" y="641"/>
                  </a:cubicBezTo>
                  <a:cubicBezTo>
                    <a:pt x="436" y="641"/>
                    <a:pt x="562" y="499"/>
                    <a:pt x="562" y="323"/>
                  </a:cubicBezTo>
                  <a:cubicBezTo>
                    <a:pt x="562" y="146"/>
                    <a:pt x="436" y="1"/>
                    <a:pt x="281" y="1"/>
                  </a:cubicBezTo>
                  <a:close/>
                </a:path>
              </a:pathLst>
            </a:custGeom>
            <a:solidFill>
              <a:srgbClr val="8E09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43"/>
            <p:cNvSpPr/>
            <p:nvPr/>
          </p:nvSpPr>
          <p:spPr>
            <a:xfrm>
              <a:off x="1190489" y="3860335"/>
              <a:ext cx="33353" cy="33405"/>
            </a:xfrm>
            <a:custGeom>
              <a:avLst/>
              <a:gdLst/>
              <a:ahLst/>
              <a:cxnLst/>
              <a:rect l="l" t="t" r="r" b="b"/>
              <a:pathLst>
                <a:path w="638" h="639" extrusionOk="0">
                  <a:moveTo>
                    <a:pt x="319" y="1"/>
                  </a:moveTo>
                  <a:cubicBezTo>
                    <a:pt x="143" y="1"/>
                    <a:pt x="1" y="143"/>
                    <a:pt x="1" y="320"/>
                  </a:cubicBezTo>
                  <a:cubicBezTo>
                    <a:pt x="1" y="496"/>
                    <a:pt x="143" y="638"/>
                    <a:pt x="319" y="638"/>
                  </a:cubicBezTo>
                  <a:cubicBezTo>
                    <a:pt x="496" y="638"/>
                    <a:pt x="638" y="496"/>
                    <a:pt x="638" y="320"/>
                  </a:cubicBezTo>
                  <a:cubicBezTo>
                    <a:pt x="638" y="143"/>
                    <a:pt x="496" y="1"/>
                    <a:pt x="319" y="1"/>
                  </a:cubicBezTo>
                  <a:close/>
                </a:path>
              </a:pathLst>
            </a:custGeom>
            <a:solidFill>
              <a:srgbClr val="8E09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43"/>
            <p:cNvSpPr/>
            <p:nvPr/>
          </p:nvSpPr>
          <p:spPr>
            <a:xfrm>
              <a:off x="1202042" y="3389681"/>
              <a:ext cx="162008" cy="246279"/>
            </a:xfrm>
            <a:custGeom>
              <a:avLst/>
              <a:gdLst/>
              <a:ahLst/>
              <a:cxnLst/>
              <a:rect l="l" t="t" r="r" b="b"/>
              <a:pathLst>
                <a:path w="3099" h="4711" extrusionOk="0">
                  <a:moveTo>
                    <a:pt x="1549" y="0"/>
                  </a:moveTo>
                  <a:lnTo>
                    <a:pt x="0" y="439"/>
                  </a:lnTo>
                  <a:cubicBezTo>
                    <a:pt x="543" y="836"/>
                    <a:pt x="858" y="1704"/>
                    <a:pt x="1086" y="2319"/>
                  </a:cubicBezTo>
                  <a:cubicBezTo>
                    <a:pt x="1360" y="3045"/>
                    <a:pt x="1512" y="3818"/>
                    <a:pt x="1534" y="4590"/>
                  </a:cubicBezTo>
                  <a:cubicBezTo>
                    <a:pt x="1534" y="4625"/>
                    <a:pt x="1537" y="4663"/>
                    <a:pt x="1559" y="4685"/>
                  </a:cubicBezTo>
                  <a:cubicBezTo>
                    <a:pt x="1579" y="4704"/>
                    <a:pt x="1605" y="4710"/>
                    <a:pt x="1632" y="4710"/>
                  </a:cubicBezTo>
                  <a:cubicBezTo>
                    <a:pt x="1656" y="4710"/>
                    <a:pt x="1680" y="4705"/>
                    <a:pt x="1701" y="4698"/>
                  </a:cubicBezTo>
                  <a:cubicBezTo>
                    <a:pt x="2165" y="4559"/>
                    <a:pt x="2590" y="4316"/>
                    <a:pt x="2941" y="3988"/>
                  </a:cubicBezTo>
                  <a:cubicBezTo>
                    <a:pt x="2991" y="3941"/>
                    <a:pt x="3042" y="3884"/>
                    <a:pt x="3070" y="3821"/>
                  </a:cubicBezTo>
                  <a:cubicBezTo>
                    <a:pt x="3098" y="3751"/>
                    <a:pt x="3095" y="3672"/>
                    <a:pt x="3086" y="3597"/>
                  </a:cubicBezTo>
                  <a:cubicBezTo>
                    <a:pt x="2969" y="2275"/>
                    <a:pt x="2423" y="997"/>
                    <a:pt x="1549" y="0"/>
                  </a:cubicBezTo>
                  <a:close/>
                </a:path>
              </a:pathLst>
            </a:custGeom>
            <a:solidFill>
              <a:srgbClr val="8E09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43"/>
            <p:cNvSpPr/>
            <p:nvPr/>
          </p:nvSpPr>
          <p:spPr>
            <a:xfrm>
              <a:off x="1202512" y="3405992"/>
              <a:ext cx="168804" cy="229969"/>
            </a:xfrm>
            <a:custGeom>
              <a:avLst/>
              <a:gdLst/>
              <a:ahLst/>
              <a:cxnLst/>
              <a:rect l="l" t="t" r="r" b="b"/>
              <a:pathLst>
                <a:path w="3229" h="4399" extrusionOk="0">
                  <a:moveTo>
                    <a:pt x="1591" y="1"/>
                  </a:moveTo>
                  <a:lnTo>
                    <a:pt x="1" y="127"/>
                  </a:lnTo>
                  <a:cubicBezTo>
                    <a:pt x="547" y="524"/>
                    <a:pt x="862" y="1392"/>
                    <a:pt x="1089" y="2007"/>
                  </a:cubicBezTo>
                  <a:cubicBezTo>
                    <a:pt x="1364" y="2733"/>
                    <a:pt x="1515" y="3506"/>
                    <a:pt x="1537" y="4278"/>
                  </a:cubicBezTo>
                  <a:cubicBezTo>
                    <a:pt x="1537" y="4313"/>
                    <a:pt x="1540" y="4351"/>
                    <a:pt x="1562" y="4373"/>
                  </a:cubicBezTo>
                  <a:cubicBezTo>
                    <a:pt x="1583" y="4392"/>
                    <a:pt x="1608" y="4398"/>
                    <a:pt x="1635" y="4398"/>
                  </a:cubicBezTo>
                  <a:cubicBezTo>
                    <a:pt x="1658" y="4398"/>
                    <a:pt x="1682" y="4393"/>
                    <a:pt x="1704" y="4386"/>
                  </a:cubicBezTo>
                  <a:cubicBezTo>
                    <a:pt x="2294" y="4212"/>
                    <a:pt x="3228" y="3761"/>
                    <a:pt x="2951" y="2985"/>
                  </a:cubicBezTo>
                  <a:cubicBezTo>
                    <a:pt x="2913" y="2878"/>
                    <a:pt x="2853" y="2783"/>
                    <a:pt x="2809" y="2679"/>
                  </a:cubicBezTo>
                  <a:cubicBezTo>
                    <a:pt x="2761" y="2559"/>
                    <a:pt x="2739" y="2433"/>
                    <a:pt x="2714" y="2307"/>
                  </a:cubicBezTo>
                  <a:cubicBezTo>
                    <a:pt x="2537" y="1458"/>
                    <a:pt x="2146" y="660"/>
                    <a:pt x="1591" y="1"/>
                  </a:cubicBezTo>
                  <a:close/>
                </a:path>
              </a:pathLst>
            </a:custGeom>
            <a:solidFill>
              <a:srgbClr val="8E09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43"/>
            <p:cNvSpPr/>
            <p:nvPr/>
          </p:nvSpPr>
          <p:spPr>
            <a:xfrm>
              <a:off x="1050803" y="3271638"/>
              <a:ext cx="282560" cy="158035"/>
            </a:xfrm>
            <a:custGeom>
              <a:avLst/>
              <a:gdLst/>
              <a:ahLst/>
              <a:cxnLst/>
              <a:rect l="l" t="t" r="r" b="b"/>
              <a:pathLst>
                <a:path w="5405" h="3023" extrusionOk="0">
                  <a:moveTo>
                    <a:pt x="4273" y="0"/>
                  </a:moveTo>
                  <a:cubicBezTo>
                    <a:pt x="4181" y="0"/>
                    <a:pt x="4093" y="37"/>
                    <a:pt x="4048" y="116"/>
                  </a:cubicBezTo>
                  <a:cubicBezTo>
                    <a:pt x="4007" y="179"/>
                    <a:pt x="4007" y="258"/>
                    <a:pt x="3982" y="328"/>
                  </a:cubicBezTo>
                  <a:cubicBezTo>
                    <a:pt x="3903" y="536"/>
                    <a:pt x="3688" y="545"/>
                    <a:pt x="3512" y="621"/>
                  </a:cubicBezTo>
                  <a:cubicBezTo>
                    <a:pt x="3326" y="700"/>
                    <a:pt x="3155" y="826"/>
                    <a:pt x="2963" y="899"/>
                  </a:cubicBezTo>
                  <a:cubicBezTo>
                    <a:pt x="2825" y="950"/>
                    <a:pt x="2680" y="974"/>
                    <a:pt x="2533" y="974"/>
                  </a:cubicBezTo>
                  <a:cubicBezTo>
                    <a:pt x="2144" y="974"/>
                    <a:pt x="1742" y="808"/>
                    <a:pt x="1442" y="558"/>
                  </a:cubicBezTo>
                  <a:cubicBezTo>
                    <a:pt x="1373" y="504"/>
                    <a:pt x="1316" y="447"/>
                    <a:pt x="1259" y="384"/>
                  </a:cubicBezTo>
                  <a:cubicBezTo>
                    <a:pt x="1182" y="302"/>
                    <a:pt x="1083" y="216"/>
                    <a:pt x="970" y="216"/>
                  </a:cubicBezTo>
                  <a:cubicBezTo>
                    <a:pt x="962" y="216"/>
                    <a:pt x="955" y="216"/>
                    <a:pt x="947" y="217"/>
                  </a:cubicBezTo>
                  <a:cubicBezTo>
                    <a:pt x="805" y="223"/>
                    <a:pt x="710" y="359"/>
                    <a:pt x="663" y="492"/>
                  </a:cubicBezTo>
                  <a:cubicBezTo>
                    <a:pt x="616" y="624"/>
                    <a:pt x="600" y="772"/>
                    <a:pt x="531" y="889"/>
                  </a:cubicBezTo>
                  <a:cubicBezTo>
                    <a:pt x="455" y="1015"/>
                    <a:pt x="325" y="1097"/>
                    <a:pt x="215" y="1195"/>
                  </a:cubicBezTo>
                  <a:cubicBezTo>
                    <a:pt x="105" y="1290"/>
                    <a:pt x="1" y="1419"/>
                    <a:pt x="10" y="1564"/>
                  </a:cubicBezTo>
                  <a:cubicBezTo>
                    <a:pt x="42" y="2116"/>
                    <a:pt x="773" y="2403"/>
                    <a:pt x="1196" y="2599"/>
                  </a:cubicBezTo>
                  <a:cubicBezTo>
                    <a:pt x="1701" y="2829"/>
                    <a:pt x="2247" y="2993"/>
                    <a:pt x="2802" y="3019"/>
                  </a:cubicBezTo>
                  <a:cubicBezTo>
                    <a:pt x="2856" y="3021"/>
                    <a:pt x="2909" y="3023"/>
                    <a:pt x="2963" y="3023"/>
                  </a:cubicBezTo>
                  <a:cubicBezTo>
                    <a:pt x="3631" y="3023"/>
                    <a:pt x="4289" y="2808"/>
                    <a:pt x="4856" y="2460"/>
                  </a:cubicBezTo>
                  <a:cubicBezTo>
                    <a:pt x="5007" y="2369"/>
                    <a:pt x="5152" y="2261"/>
                    <a:pt x="5253" y="2119"/>
                  </a:cubicBezTo>
                  <a:cubicBezTo>
                    <a:pt x="5357" y="1974"/>
                    <a:pt x="5405" y="1782"/>
                    <a:pt x="5338" y="1621"/>
                  </a:cubicBezTo>
                  <a:cubicBezTo>
                    <a:pt x="5318" y="1573"/>
                    <a:pt x="5290" y="1530"/>
                    <a:pt x="5258" y="1491"/>
                  </a:cubicBezTo>
                  <a:lnTo>
                    <a:pt x="5258" y="1491"/>
                  </a:lnTo>
                  <a:cubicBezTo>
                    <a:pt x="5240" y="1450"/>
                    <a:pt x="5217" y="1412"/>
                    <a:pt x="5190" y="1378"/>
                  </a:cubicBezTo>
                  <a:cubicBezTo>
                    <a:pt x="5108" y="1274"/>
                    <a:pt x="4999" y="1191"/>
                    <a:pt x="4913" y="1088"/>
                  </a:cubicBezTo>
                  <a:lnTo>
                    <a:pt x="4913" y="1088"/>
                  </a:lnTo>
                  <a:cubicBezTo>
                    <a:pt x="4825" y="921"/>
                    <a:pt x="4785" y="727"/>
                    <a:pt x="4713" y="551"/>
                  </a:cubicBezTo>
                  <a:lnTo>
                    <a:pt x="4713" y="551"/>
                  </a:lnTo>
                  <a:cubicBezTo>
                    <a:pt x="4711" y="541"/>
                    <a:pt x="4709" y="530"/>
                    <a:pt x="4707" y="520"/>
                  </a:cubicBezTo>
                  <a:cubicBezTo>
                    <a:pt x="4676" y="353"/>
                    <a:pt x="4619" y="179"/>
                    <a:pt x="4490" y="75"/>
                  </a:cubicBezTo>
                  <a:cubicBezTo>
                    <a:pt x="4431" y="26"/>
                    <a:pt x="4351" y="0"/>
                    <a:pt x="4273" y="0"/>
                  </a:cubicBezTo>
                  <a:close/>
                </a:path>
              </a:pathLst>
            </a:custGeom>
            <a:solidFill>
              <a:srgbClr val="8E09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43"/>
            <p:cNvSpPr/>
            <p:nvPr/>
          </p:nvSpPr>
          <p:spPr>
            <a:xfrm>
              <a:off x="1050803" y="3282617"/>
              <a:ext cx="268393" cy="146847"/>
            </a:xfrm>
            <a:custGeom>
              <a:avLst/>
              <a:gdLst/>
              <a:ahLst/>
              <a:cxnLst/>
              <a:rect l="l" t="t" r="r" b="b"/>
              <a:pathLst>
                <a:path w="5134" h="2809" extrusionOk="0">
                  <a:moveTo>
                    <a:pt x="965" y="0"/>
                  </a:moveTo>
                  <a:cubicBezTo>
                    <a:pt x="959" y="0"/>
                    <a:pt x="953" y="0"/>
                    <a:pt x="947" y="1"/>
                  </a:cubicBezTo>
                  <a:cubicBezTo>
                    <a:pt x="805" y="10"/>
                    <a:pt x="710" y="143"/>
                    <a:pt x="663" y="278"/>
                  </a:cubicBezTo>
                  <a:cubicBezTo>
                    <a:pt x="616" y="411"/>
                    <a:pt x="600" y="556"/>
                    <a:pt x="531" y="676"/>
                  </a:cubicBezTo>
                  <a:cubicBezTo>
                    <a:pt x="455" y="802"/>
                    <a:pt x="325" y="884"/>
                    <a:pt x="215" y="979"/>
                  </a:cubicBezTo>
                  <a:cubicBezTo>
                    <a:pt x="105" y="1073"/>
                    <a:pt x="1" y="1203"/>
                    <a:pt x="10" y="1351"/>
                  </a:cubicBezTo>
                  <a:cubicBezTo>
                    <a:pt x="42" y="1903"/>
                    <a:pt x="773" y="2190"/>
                    <a:pt x="1196" y="2383"/>
                  </a:cubicBezTo>
                  <a:cubicBezTo>
                    <a:pt x="1701" y="2616"/>
                    <a:pt x="2247" y="2777"/>
                    <a:pt x="2802" y="2805"/>
                  </a:cubicBezTo>
                  <a:cubicBezTo>
                    <a:pt x="2850" y="2808"/>
                    <a:pt x="2899" y="2809"/>
                    <a:pt x="2948" y="2809"/>
                  </a:cubicBezTo>
                  <a:cubicBezTo>
                    <a:pt x="3316" y="2809"/>
                    <a:pt x="3687" y="2746"/>
                    <a:pt x="4039" y="2629"/>
                  </a:cubicBezTo>
                  <a:cubicBezTo>
                    <a:pt x="4149" y="2594"/>
                    <a:pt x="5133" y="2181"/>
                    <a:pt x="4890" y="2064"/>
                  </a:cubicBezTo>
                  <a:cubicBezTo>
                    <a:pt x="4871" y="2056"/>
                    <a:pt x="4850" y="2052"/>
                    <a:pt x="4829" y="2052"/>
                  </a:cubicBezTo>
                  <a:cubicBezTo>
                    <a:pt x="4795" y="2052"/>
                    <a:pt x="4760" y="2061"/>
                    <a:pt x="4729" y="2070"/>
                  </a:cubicBezTo>
                  <a:cubicBezTo>
                    <a:pt x="4432" y="2169"/>
                    <a:pt x="4130" y="2337"/>
                    <a:pt x="3824" y="2337"/>
                  </a:cubicBezTo>
                  <a:cubicBezTo>
                    <a:pt x="3769" y="2337"/>
                    <a:pt x="3715" y="2332"/>
                    <a:pt x="3660" y="2320"/>
                  </a:cubicBezTo>
                  <a:cubicBezTo>
                    <a:pt x="3739" y="2149"/>
                    <a:pt x="3925" y="2061"/>
                    <a:pt x="4067" y="1941"/>
                  </a:cubicBezTo>
                  <a:cubicBezTo>
                    <a:pt x="4209" y="1818"/>
                    <a:pt x="4322" y="1607"/>
                    <a:pt x="4218" y="1452"/>
                  </a:cubicBezTo>
                  <a:cubicBezTo>
                    <a:pt x="4187" y="1405"/>
                    <a:pt x="4133" y="1370"/>
                    <a:pt x="4095" y="1326"/>
                  </a:cubicBezTo>
                  <a:cubicBezTo>
                    <a:pt x="3960" y="1171"/>
                    <a:pt x="3998" y="932"/>
                    <a:pt x="4080" y="745"/>
                  </a:cubicBezTo>
                  <a:cubicBezTo>
                    <a:pt x="4117" y="648"/>
                    <a:pt x="4174" y="553"/>
                    <a:pt x="4190" y="452"/>
                  </a:cubicBezTo>
                  <a:cubicBezTo>
                    <a:pt x="4206" y="348"/>
                    <a:pt x="4171" y="225"/>
                    <a:pt x="4080" y="174"/>
                  </a:cubicBezTo>
                  <a:cubicBezTo>
                    <a:pt x="4049" y="158"/>
                    <a:pt x="4017" y="150"/>
                    <a:pt x="3985" y="150"/>
                  </a:cubicBezTo>
                  <a:cubicBezTo>
                    <a:pt x="3882" y="150"/>
                    <a:pt x="3772" y="222"/>
                    <a:pt x="3688" y="294"/>
                  </a:cubicBezTo>
                  <a:cubicBezTo>
                    <a:pt x="3502" y="455"/>
                    <a:pt x="3196" y="597"/>
                    <a:pt x="2963" y="682"/>
                  </a:cubicBezTo>
                  <a:cubicBezTo>
                    <a:pt x="2824" y="735"/>
                    <a:pt x="2678" y="760"/>
                    <a:pt x="2529" y="760"/>
                  </a:cubicBezTo>
                  <a:cubicBezTo>
                    <a:pt x="2141" y="760"/>
                    <a:pt x="1741" y="594"/>
                    <a:pt x="1442" y="345"/>
                  </a:cubicBezTo>
                  <a:cubicBezTo>
                    <a:pt x="1373" y="288"/>
                    <a:pt x="1316" y="234"/>
                    <a:pt x="1259" y="171"/>
                  </a:cubicBezTo>
                  <a:cubicBezTo>
                    <a:pt x="1181" y="84"/>
                    <a:pt x="1081" y="0"/>
                    <a:pt x="965" y="0"/>
                  </a:cubicBezTo>
                  <a:close/>
                </a:path>
              </a:pathLst>
            </a:custGeom>
            <a:solidFill>
              <a:srgbClr val="8E09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43"/>
            <p:cNvSpPr/>
            <p:nvPr/>
          </p:nvSpPr>
          <p:spPr>
            <a:xfrm>
              <a:off x="1150235" y="3288733"/>
              <a:ext cx="72979" cy="51702"/>
            </a:xfrm>
            <a:custGeom>
              <a:avLst/>
              <a:gdLst/>
              <a:ahLst/>
              <a:cxnLst/>
              <a:rect l="l" t="t" r="r" b="b"/>
              <a:pathLst>
                <a:path w="1396" h="989" extrusionOk="0">
                  <a:moveTo>
                    <a:pt x="1118" y="130"/>
                  </a:moveTo>
                  <a:cubicBezTo>
                    <a:pt x="1149" y="382"/>
                    <a:pt x="1206" y="625"/>
                    <a:pt x="1294" y="862"/>
                  </a:cubicBezTo>
                  <a:cubicBezTo>
                    <a:pt x="1110" y="892"/>
                    <a:pt x="926" y="908"/>
                    <a:pt x="741" y="908"/>
                  </a:cubicBezTo>
                  <a:cubicBezTo>
                    <a:pt x="631" y="908"/>
                    <a:pt x="521" y="902"/>
                    <a:pt x="411" y="890"/>
                  </a:cubicBezTo>
                  <a:cubicBezTo>
                    <a:pt x="301" y="878"/>
                    <a:pt x="165" y="856"/>
                    <a:pt x="92" y="767"/>
                  </a:cubicBezTo>
                  <a:cubicBezTo>
                    <a:pt x="108" y="720"/>
                    <a:pt x="143" y="594"/>
                    <a:pt x="174" y="480"/>
                  </a:cubicBezTo>
                  <a:cubicBezTo>
                    <a:pt x="222" y="319"/>
                    <a:pt x="256" y="199"/>
                    <a:pt x="272" y="136"/>
                  </a:cubicBezTo>
                  <a:cubicBezTo>
                    <a:pt x="381" y="159"/>
                    <a:pt x="548" y="175"/>
                    <a:pt x="714" y="175"/>
                  </a:cubicBezTo>
                  <a:cubicBezTo>
                    <a:pt x="866" y="175"/>
                    <a:pt x="1016" y="162"/>
                    <a:pt x="1118" y="130"/>
                  </a:cubicBezTo>
                  <a:close/>
                  <a:moveTo>
                    <a:pt x="1190" y="1"/>
                  </a:moveTo>
                  <a:lnTo>
                    <a:pt x="1137" y="32"/>
                  </a:lnTo>
                  <a:cubicBezTo>
                    <a:pt x="1056" y="74"/>
                    <a:pt x="890" y="90"/>
                    <a:pt x="718" y="90"/>
                  </a:cubicBezTo>
                  <a:cubicBezTo>
                    <a:pt x="539" y="90"/>
                    <a:pt x="353" y="72"/>
                    <a:pt x="256" y="48"/>
                  </a:cubicBezTo>
                  <a:lnTo>
                    <a:pt x="212" y="35"/>
                  </a:lnTo>
                  <a:lnTo>
                    <a:pt x="206" y="79"/>
                  </a:lnTo>
                  <a:cubicBezTo>
                    <a:pt x="196" y="105"/>
                    <a:pt x="143" y="300"/>
                    <a:pt x="95" y="458"/>
                  </a:cubicBezTo>
                  <a:cubicBezTo>
                    <a:pt x="1" y="780"/>
                    <a:pt x="1" y="780"/>
                    <a:pt x="7" y="796"/>
                  </a:cubicBezTo>
                  <a:lnTo>
                    <a:pt x="10" y="805"/>
                  </a:lnTo>
                  <a:cubicBezTo>
                    <a:pt x="102" y="931"/>
                    <a:pt x="269" y="963"/>
                    <a:pt x="401" y="972"/>
                  </a:cubicBezTo>
                  <a:cubicBezTo>
                    <a:pt x="518" y="985"/>
                    <a:pt x="635" y="988"/>
                    <a:pt x="755" y="988"/>
                  </a:cubicBezTo>
                  <a:cubicBezTo>
                    <a:pt x="938" y="988"/>
                    <a:pt x="1124" y="972"/>
                    <a:pt x="1310" y="947"/>
                  </a:cubicBezTo>
                  <a:cubicBezTo>
                    <a:pt x="1326" y="941"/>
                    <a:pt x="1364" y="938"/>
                    <a:pt x="1379" y="903"/>
                  </a:cubicBezTo>
                  <a:cubicBezTo>
                    <a:pt x="1395" y="874"/>
                    <a:pt x="1383" y="843"/>
                    <a:pt x="1379" y="830"/>
                  </a:cubicBezTo>
                  <a:cubicBezTo>
                    <a:pt x="1288" y="587"/>
                    <a:pt x="1228" y="326"/>
                    <a:pt x="1200" y="64"/>
                  </a:cubicBezTo>
                  <a:lnTo>
                    <a:pt x="1190" y="1"/>
                  </a:lnTo>
                  <a:close/>
                </a:path>
              </a:pathLst>
            </a:custGeom>
            <a:solidFill>
              <a:srgbClr val="0116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43"/>
            <p:cNvSpPr/>
            <p:nvPr/>
          </p:nvSpPr>
          <p:spPr>
            <a:xfrm>
              <a:off x="1110034" y="3140526"/>
              <a:ext cx="136078" cy="171313"/>
            </a:xfrm>
            <a:custGeom>
              <a:avLst/>
              <a:gdLst/>
              <a:ahLst/>
              <a:cxnLst/>
              <a:rect l="l" t="t" r="r" b="b"/>
              <a:pathLst>
                <a:path w="2603" h="3277" extrusionOk="0">
                  <a:moveTo>
                    <a:pt x="1471" y="0"/>
                  </a:moveTo>
                  <a:cubicBezTo>
                    <a:pt x="1417" y="0"/>
                    <a:pt x="1363" y="4"/>
                    <a:pt x="1309" y="12"/>
                  </a:cubicBezTo>
                  <a:cubicBezTo>
                    <a:pt x="539" y="129"/>
                    <a:pt x="337" y="773"/>
                    <a:pt x="320" y="1462"/>
                  </a:cubicBezTo>
                  <a:lnTo>
                    <a:pt x="320" y="1462"/>
                  </a:lnTo>
                  <a:cubicBezTo>
                    <a:pt x="305" y="1412"/>
                    <a:pt x="245" y="1379"/>
                    <a:pt x="186" y="1379"/>
                  </a:cubicBezTo>
                  <a:cubicBezTo>
                    <a:pt x="157" y="1379"/>
                    <a:pt x="129" y="1386"/>
                    <a:pt x="107" y="1403"/>
                  </a:cubicBezTo>
                  <a:cubicBezTo>
                    <a:pt x="25" y="1466"/>
                    <a:pt x="10" y="1583"/>
                    <a:pt x="3" y="1690"/>
                  </a:cubicBezTo>
                  <a:cubicBezTo>
                    <a:pt x="0" y="1813"/>
                    <a:pt x="10" y="1943"/>
                    <a:pt x="79" y="2047"/>
                  </a:cubicBezTo>
                  <a:cubicBezTo>
                    <a:pt x="124" y="2116"/>
                    <a:pt x="212" y="2165"/>
                    <a:pt x="294" y="2165"/>
                  </a:cubicBezTo>
                  <a:cubicBezTo>
                    <a:pt x="331" y="2165"/>
                    <a:pt x="367" y="2155"/>
                    <a:pt x="398" y="2132"/>
                  </a:cubicBezTo>
                  <a:lnTo>
                    <a:pt x="398" y="2132"/>
                  </a:lnTo>
                  <a:cubicBezTo>
                    <a:pt x="372" y="2561"/>
                    <a:pt x="625" y="2993"/>
                    <a:pt x="1006" y="3176"/>
                  </a:cubicBezTo>
                  <a:cubicBezTo>
                    <a:pt x="1139" y="3242"/>
                    <a:pt x="1323" y="3276"/>
                    <a:pt x="1517" y="3276"/>
                  </a:cubicBezTo>
                  <a:cubicBezTo>
                    <a:pt x="1933" y="3276"/>
                    <a:pt x="2395" y="3117"/>
                    <a:pt x="2492" y="2760"/>
                  </a:cubicBezTo>
                  <a:cubicBezTo>
                    <a:pt x="2540" y="2593"/>
                    <a:pt x="2524" y="2416"/>
                    <a:pt x="2524" y="2243"/>
                  </a:cubicBezTo>
                  <a:cubicBezTo>
                    <a:pt x="2518" y="1741"/>
                    <a:pt x="2603" y="1230"/>
                    <a:pt x="2458" y="753"/>
                  </a:cubicBezTo>
                  <a:cubicBezTo>
                    <a:pt x="2407" y="583"/>
                    <a:pt x="2322" y="416"/>
                    <a:pt x="2202" y="290"/>
                  </a:cubicBezTo>
                  <a:cubicBezTo>
                    <a:pt x="2013" y="98"/>
                    <a:pt x="1741" y="0"/>
                    <a:pt x="1471" y="0"/>
                  </a:cubicBezTo>
                  <a:close/>
                </a:path>
              </a:pathLst>
            </a:custGeom>
            <a:solidFill>
              <a:srgbClr val="FFAB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43"/>
            <p:cNvSpPr/>
            <p:nvPr/>
          </p:nvSpPr>
          <p:spPr>
            <a:xfrm>
              <a:off x="1196239" y="3210056"/>
              <a:ext cx="15108" cy="51650"/>
            </a:xfrm>
            <a:custGeom>
              <a:avLst/>
              <a:gdLst/>
              <a:ahLst/>
              <a:cxnLst/>
              <a:rect l="l" t="t" r="r" b="b"/>
              <a:pathLst>
                <a:path w="289" h="988" extrusionOk="0">
                  <a:moveTo>
                    <a:pt x="133" y="1"/>
                  </a:moveTo>
                  <a:cubicBezTo>
                    <a:pt x="115" y="95"/>
                    <a:pt x="99" y="190"/>
                    <a:pt x="111" y="291"/>
                  </a:cubicBezTo>
                  <a:cubicBezTo>
                    <a:pt x="121" y="480"/>
                    <a:pt x="247" y="644"/>
                    <a:pt x="197" y="830"/>
                  </a:cubicBezTo>
                  <a:cubicBezTo>
                    <a:pt x="169" y="909"/>
                    <a:pt x="96" y="973"/>
                    <a:pt x="13" y="973"/>
                  </a:cubicBezTo>
                  <a:cubicBezTo>
                    <a:pt x="9" y="973"/>
                    <a:pt x="5" y="973"/>
                    <a:pt x="1" y="972"/>
                  </a:cubicBezTo>
                  <a:lnTo>
                    <a:pt x="1" y="972"/>
                  </a:lnTo>
                  <a:cubicBezTo>
                    <a:pt x="22" y="983"/>
                    <a:pt x="45" y="987"/>
                    <a:pt x="67" y="987"/>
                  </a:cubicBezTo>
                  <a:cubicBezTo>
                    <a:pt x="148" y="987"/>
                    <a:pt x="230" y="927"/>
                    <a:pt x="260" y="853"/>
                  </a:cubicBezTo>
                  <a:cubicBezTo>
                    <a:pt x="285" y="805"/>
                    <a:pt x="288" y="752"/>
                    <a:pt x="288" y="698"/>
                  </a:cubicBezTo>
                  <a:cubicBezTo>
                    <a:pt x="285" y="553"/>
                    <a:pt x="200" y="417"/>
                    <a:pt x="174" y="282"/>
                  </a:cubicBezTo>
                  <a:cubicBezTo>
                    <a:pt x="152" y="196"/>
                    <a:pt x="149" y="95"/>
                    <a:pt x="133" y="1"/>
                  </a:cubicBezTo>
                  <a:close/>
                </a:path>
              </a:pathLst>
            </a:custGeom>
            <a:solidFill>
              <a:srgbClr val="8E09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43"/>
            <p:cNvSpPr/>
            <p:nvPr/>
          </p:nvSpPr>
          <p:spPr>
            <a:xfrm>
              <a:off x="1163461" y="3212042"/>
              <a:ext cx="8626" cy="15213"/>
            </a:xfrm>
            <a:custGeom>
              <a:avLst/>
              <a:gdLst/>
              <a:ahLst/>
              <a:cxnLst/>
              <a:rect l="l" t="t" r="r" b="b"/>
              <a:pathLst>
                <a:path w="165" h="291" extrusionOk="0">
                  <a:moveTo>
                    <a:pt x="82" y="1"/>
                  </a:moveTo>
                  <a:cubicBezTo>
                    <a:pt x="35" y="1"/>
                    <a:pt x="0" y="67"/>
                    <a:pt x="0" y="146"/>
                  </a:cubicBezTo>
                  <a:cubicBezTo>
                    <a:pt x="0" y="228"/>
                    <a:pt x="35" y="291"/>
                    <a:pt x="82" y="291"/>
                  </a:cubicBezTo>
                  <a:cubicBezTo>
                    <a:pt x="130" y="291"/>
                    <a:pt x="164" y="225"/>
                    <a:pt x="164" y="146"/>
                  </a:cubicBezTo>
                  <a:cubicBezTo>
                    <a:pt x="164" y="64"/>
                    <a:pt x="130" y="1"/>
                    <a:pt x="82" y="1"/>
                  </a:cubicBezTo>
                  <a:close/>
                </a:path>
              </a:pathLst>
            </a:custGeom>
            <a:solidFill>
              <a:srgbClr val="0116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43"/>
            <p:cNvSpPr/>
            <p:nvPr/>
          </p:nvSpPr>
          <p:spPr>
            <a:xfrm>
              <a:off x="1220339" y="3207442"/>
              <a:ext cx="8626" cy="15370"/>
            </a:xfrm>
            <a:custGeom>
              <a:avLst/>
              <a:gdLst/>
              <a:ahLst/>
              <a:cxnLst/>
              <a:rect l="l" t="t" r="r" b="b"/>
              <a:pathLst>
                <a:path w="165" h="294" extrusionOk="0">
                  <a:moveTo>
                    <a:pt x="83" y="0"/>
                  </a:moveTo>
                  <a:cubicBezTo>
                    <a:pt x="35" y="0"/>
                    <a:pt x="1" y="67"/>
                    <a:pt x="1" y="145"/>
                  </a:cubicBezTo>
                  <a:cubicBezTo>
                    <a:pt x="1" y="231"/>
                    <a:pt x="38" y="294"/>
                    <a:pt x="83" y="294"/>
                  </a:cubicBezTo>
                  <a:cubicBezTo>
                    <a:pt x="130" y="294"/>
                    <a:pt x="165" y="224"/>
                    <a:pt x="165" y="145"/>
                  </a:cubicBezTo>
                  <a:cubicBezTo>
                    <a:pt x="165" y="67"/>
                    <a:pt x="130" y="0"/>
                    <a:pt x="83" y="0"/>
                  </a:cubicBezTo>
                  <a:close/>
                </a:path>
              </a:pathLst>
            </a:custGeom>
            <a:solidFill>
              <a:srgbClr val="0116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43"/>
            <p:cNvSpPr/>
            <p:nvPr/>
          </p:nvSpPr>
          <p:spPr>
            <a:xfrm>
              <a:off x="1151385" y="3189824"/>
              <a:ext cx="26975" cy="14533"/>
            </a:xfrm>
            <a:custGeom>
              <a:avLst/>
              <a:gdLst/>
              <a:ahLst/>
              <a:cxnLst/>
              <a:rect l="l" t="t" r="r" b="b"/>
              <a:pathLst>
                <a:path w="516" h="278" extrusionOk="0">
                  <a:moveTo>
                    <a:pt x="275" y="1"/>
                  </a:moveTo>
                  <a:cubicBezTo>
                    <a:pt x="266" y="1"/>
                    <a:pt x="256" y="2"/>
                    <a:pt x="247" y="3"/>
                  </a:cubicBezTo>
                  <a:cubicBezTo>
                    <a:pt x="118" y="16"/>
                    <a:pt x="1" y="161"/>
                    <a:pt x="73" y="277"/>
                  </a:cubicBezTo>
                  <a:cubicBezTo>
                    <a:pt x="137" y="208"/>
                    <a:pt x="190" y="180"/>
                    <a:pt x="266" y="173"/>
                  </a:cubicBezTo>
                  <a:cubicBezTo>
                    <a:pt x="278" y="172"/>
                    <a:pt x="289" y="172"/>
                    <a:pt x="300" y="172"/>
                  </a:cubicBezTo>
                  <a:cubicBezTo>
                    <a:pt x="361" y="172"/>
                    <a:pt x="416" y="187"/>
                    <a:pt x="480" y="230"/>
                  </a:cubicBezTo>
                  <a:cubicBezTo>
                    <a:pt x="516" y="110"/>
                    <a:pt x="396" y="1"/>
                    <a:pt x="275" y="1"/>
                  </a:cubicBezTo>
                  <a:close/>
                </a:path>
              </a:pathLst>
            </a:custGeom>
            <a:solidFill>
              <a:srgbClr val="0116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43"/>
            <p:cNvSpPr/>
            <p:nvPr/>
          </p:nvSpPr>
          <p:spPr>
            <a:xfrm>
              <a:off x="1208315" y="3186112"/>
              <a:ext cx="27027" cy="14115"/>
            </a:xfrm>
            <a:custGeom>
              <a:avLst/>
              <a:gdLst/>
              <a:ahLst/>
              <a:cxnLst/>
              <a:rect l="l" t="t" r="r" b="b"/>
              <a:pathLst>
                <a:path w="517" h="270" extrusionOk="0">
                  <a:moveTo>
                    <a:pt x="264" y="1"/>
                  </a:moveTo>
                  <a:cubicBezTo>
                    <a:pt x="259" y="1"/>
                    <a:pt x="254" y="1"/>
                    <a:pt x="250" y="1"/>
                  </a:cubicBezTo>
                  <a:cubicBezTo>
                    <a:pt x="123" y="8"/>
                    <a:pt x="0" y="153"/>
                    <a:pt x="70" y="270"/>
                  </a:cubicBezTo>
                  <a:cubicBezTo>
                    <a:pt x="133" y="206"/>
                    <a:pt x="190" y="181"/>
                    <a:pt x="262" y="172"/>
                  </a:cubicBezTo>
                  <a:cubicBezTo>
                    <a:pt x="268" y="171"/>
                    <a:pt x="274" y="171"/>
                    <a:pt x="280" y="171"/>
                  </a:cubicBezTo>
                  <a:cubicBezTo>
                    <a:pt x="348" y="171"/>
                    <a:pt x="407" y="189"/>
                    <a:pt x="473" y="238"/>
                  </a:cubicBezTo>
                  <a:cubicBezTo>
                    <a:pt x="516" y="116"/>
                    <a:pt x="389" y="1"/>
                    <a:pt x="264" y="1"/>
                  </a:cubicBezTo>
                  <a:close/>
                </a:path>
              </a:pathLst>
            </a:custGeom>
            <a:solidFill>
              <a:srgbClr val="0116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43"/>
            <p:cNvSpPr/>
            <p:nvPr/>
          </p:nvSpPr>
          <p:spPr>
            <a:xfrm>
              <a:off x="1110975" y="3096247"/>
              <a:ext cx="145697" cy="125571"/>
            </a:xfrm>
            <a:custGeom>
              <a:avLst/>
              <a:gdLst/>
              <a:ahLst/>
              <a:cxnLst/>
              <a:rect l="l" t="t" r="r" b="b"/>
              <a:pathLst>
                <a:path w="2787" h="2402" extrusionOk="0">
                  <a:moveTo>
                    <a:pt x="2469" y="1708"/>
                  </a:moveTo>
                  <a:cubicBezTo>
                    <a:pt x="2472" y="1755"/>
                    <a:pt x="2484" y="1802"/>
                    <a:pt x="2503" y="1847"/>
                  </a:cubicBezTo>
                  <a:cubicBezTo>
                    <a:pt x="2493" y="1801"/>
                    <a:pt x="2483" y="1754"/>
                    <a:pt x="2469" y="1708"/>
                  </a:cubicBezTo>
                  <a:close/>
                  <a:moveTo>
                    <a:pt x="1639" y="1"/>
                  </a:moveTo>
                  <a:cubicBezTo>
                    <a:pt x="1591" y="1"/>
                    <a:pt x="1542" y="9"/>
                    <a:pt x="1496" y="26"/>
                  </a:cubicBezTo>
                  <a:cubicBezTo>
                    <a:pt x="1399" y="61"/>
                    <a:pt x="1313" y="146"/>
                    <a:pt x="1294" y="247"/>
                  </a:cubicBezTo>
                  <a:cubicBezTo>
                    <a:pt x="1288" y="279"/>
                    <a:pt x="1288" y="310"/>
                    <a:pt x="1276" y="335"/>
                  </a:cubicBezTo>
                  <a:cubicBezTo>
                    <a:pt x="1263" y="359"/>
                    <a:pt x="1239" y="380"/>
                    <a:pt x="1215" y="380"/>
                  </a:cubicBezTo>
                  <a:cubicBezTo>
                    <a:pt x="1210" y="380"/>
                    <a:pt x="1205" y="379"/>
                    <a:pt x="1200" y="376"/>
                  </a:cubicBezTo>
                  <a:cubicBezTo>
                    <a:pt x="1168" y="364"/>
                    <a:pt x="1165" y="320"/>
                    <a:pt x="1168" y="285"/>
                  </a:cubicBezTo>
                  <a:cubicBezTo>
                    <a:pt x="1171" y="250"/>
                    <a:pt x="1184" y="216"/>
                    <a:pt x="1168" y="187"/>
                  </a:cubicBezTo>
                  <a:cubicBezTo>
                    <a:pt x="1115" y="203"/>
                    <a:pt x="1070" y="257"/>
                    <a:pt x="1061" y="313"/>
                  </a:cubicBezTo>
                  <a:cubicBezTo>
                    <a:pt x="1058" y="332"/>
                    <a:pt x="1061" y="358"/>
                    <a:pt x="1045" y="367"/>
                  </a:cubicBezTo>
                  <a:cubicBezTo>
                    <a:pt x="1039" y="372"/>
                    <a:pt x="1033" y="374"/>
                    <a:pt x="1026" y="374"/>
                  </a:cubicBezTo>
                  <a:cubicBezTo>
                    <a:pt x="1000" y="374"/>
                    <a:pt x="975" y="339"/>
                    <a:pt x="957" y="313"/>
                  </a:cubicBezTo>
                  <a:cubicBezTo>
                    <a:pt x="923" y="268"/>
                    <a:pt x="870" y="250"/>
                    <a:pt x="811" y="250"/>
                  </a:cubicBezTo>
                  <a:cubicBezTo>
                    <a:pt x="692" y="250"/>
                    <a:pt x="548" y="323"/>
                    <a:pt x="487" y="380"/>
                  </a:cubicBezTo>
                  <a:cubicBezTo>
                    <a:pt x="342" y="518"/>
                    <a:pt x="294" y="755"/>
                    <a:pt x="380" y="935"/>
                  </a:cubicBezTo>
                  <a:cubicBezTo>
                    <a:pt x="184" y="988"/>
                    <a:pt x="48" y="1209"/>
                    <a:pt x="96" y="1405"/>
                  </a:cubicBezTo>
                  <a:cubicBezTo>
                    <a:pt x="121" y="1500"/>
                    <a:pt x="178" y="1604"/>
                    <a:pt x="127" y="1686"/>
                  </a:cubicBezTo>
                  <a:cubicBezTo>
                    <a:pt x="105" y="1730"/>
                    <a:pt x="51" y="1761"/>
                    <a:pt x="36" y="1809"/>
                  </a:cubicBezTo>
                  <a:cubicBezTo>
                    <a:pt x="1" y="1919"/>
                    <a:pt x="162" y="1989"/>
                    <a:pt x="200" y="2080"/>
                  </a:cubicBezTo>
                  <a:cubicBezTo>
                    <a:pt x="241" y="2190"/>
                    <a:pt x="159" y="2320"/>
                    <a:pt x="272" y="2402"/>
                  </a:cubicBezTo>
                  <a:cubicBezTo>
                    <a:pt x="471" y="2127"/>
                    <a:pt x="187" y="1843"/>
                    <a:pt x="550" y="1648"/>
                  </a:cubicBezTo>
                  <a:cubicBezTo>
                    <a:pt x="663" y="1585"/>
                    <a:pt x="739" y="1462"/>
                    <a:pt x="752" y="1335"/>
                  </a:cubicBezTo>
                  <a:cubicBezTo>
                    <a:pt x="932" y="1326"/>
                    <a:pt x="1042" y="1162"/>
                    <a:pt x="1197" y="1089"/>
                  </a:cubicBezTo>
                  <a:cubicBezTo>
                    <a:pt x="1223" y="1081"/>
                    <a:pt x="1256" y="1058"/>
                    <a:pt x="1287" y="1058"/>
                  </a:cubicBezTo>
                  <a:cubicBezTo>
                    <a:pt x="1292" y="1058"/>
                    <a:pt x="1298" y="1059"/>
                    <a:pt x="1304" y="1061"/>
                  </a:cubicBezTo>
                  <a:cubicBezTo>
                    <a:pt x="1373" y="1089"/>
                    <a:pt x="1320" y="1118"/>
                    <a:pt x="1342" y="1159"/>
                  </a:cubicBezTo>
                  <a:cubicBezTo>
                    <a:pt x="1383" y="1222"/>
                    <a:pt x="1452" y="1249"/>
                    <a:pt x="1525" y="1249"/>
                  </a:cubicBezTo>
                  <a:cubicBezTo>
                    <a:pt x="1537" y="1249"/>
                    <a:pt x="1548" y="1248"/>
                    <a:pt x="1559" y="1247"/>
                  </a:cubicBezTo>
                  <a:cubicBezTo>
                    <a:pt x="1641" y="1238"/>
                    <a:pt x="1720" y="1200"/>
                    <a:pt x="1799" y="1178"/>
                  </a:cubicBezTo>
                  <a:cubicBezTo>
                    <a:pt x="1853" y="1164"/>
                    <a:pt x="1909" y="1157"/>
                    <a:pt x="1965" y="1157"/>
                  </a:cubicBezTo>
                  <a:cubicBezTo>
                    <a:pt x="2023" y="1157"/>
                    <a:pt x="2082" y="1165"/>
                    <a:pt x="2137" y="1181"/>
                  </a:cubicBezTo>
                  <a:cubicBezTo>
                    <a:pt x="2216" y="1203"/>
                    <a:pt x="2301" y="1272"/>
                    <a:pt x="2272" y="1348"/>
                  </a:cubicBezTo>
                  <a:cubicBezTo>
                    <a:pt x="2266" y="1367"/>
                    <a:pt x="2253" y="1383"/>
                    <a:pt x="2257" y="1402"/>
                  </a:cubicBezTo>
                  <a:cubicBezTo>
                    <a:pt x="2260" y="1421"/>
                    <a:pt x="2282" y="1433"/>
                    <a:pt x="2298" y="1443"/>
                  </a:cubicBezTo>
                  <a:cubicBezTo>
                    <a:pt x="2388" y="1500"/>
                    <a:pt x="2437" y="1601"/>
                    <a:pt x="2469" y="1708"/>
                  </a:cubicBezTo>
                  <a:lnTo>
                    <a:pt x="2469" y="1708"/>
                  </a:lnTo>
                  <a:cubicBezTo>
                    <a:pt x="2463" y="1636"/>
                    <a:pt x="2476" y="1563"/>
                    <a:pt x="2506" y="1496"/>
                  </a:cubicBezTo>
                  <a:cubicBezTo>
                    <a:pt x="2541" y="1414"/>
                    <a:pt x="2787" y="1134"/>
                    <a:pt x="2648" y="1055"/>
                  </a:cubicBezTo>
                  <a:cubicBezTo>
                    <a:pt x="2634" y="1046"/>
                    <a:pt x="2619" y="1043"/>
                    <a:pt x="2604" y="1043"/>
                  </a:cubicBezTo>
                  <a:cubicBezTo>
                    <a:pt x="2548" y="1043"/>
                    <a:pt x="2483" y="1087"/>
                    <a:pt x="2428" y="1087"/>
                  </a:cubicBezTo>
                  <a:cubicBezTo>
                    <a:pt x="2412" y="1087"/>
                    <a:pt x="2397" y="1083"/>
                    <a:pt x="2383" y="1074"/>
                  </a:cubicBezTo>
                  <a:cubicBezTo>
                    <a:pt x="2402" y="903"/>
                    <a:pt x="2667" y="834"/>
                    <a:pt x="2667" y="664"/>
                  </a:cubicBezTo>
                  <a:cubicBezTo>
                    <a:pt x="2667" y="564"/>
                    <a:pt x="2560" y="500"/>
                    <a:pt x="2457" y="500"/>
                  </a:cubicBezTo>
                  <a:cubicBezTo>
                    <a:pt x="2423" y="500"/>
                    <a:pt x="2390" y="507"/>
                    <a:pt x="2361" y="522"/>
                  </a:cubicBezTo>
                  <a:cubicBezTo>
                    <a:pt x="2287" y="559"/>
                    <a:pt x="2199" y="615"/>
                    <a:pt x="2110" y="615"/>
                  </a:cubicBezTo>
                  <a:cubicBezTo>
                    <a:pt x="2085" y="615"/>
                    <a:pt x="2060" y="611"/>
                    <a:pt x="2036" y="600"/>
                  </a:cubicBezTo>
                  <a:cubicBezTo>
                    <a:pt x="1982" y="578"/>
                    <a:pt x="1941" y="518"/>
                    <a:pt x="1941" y="458"/>
                  </a:cubicBezTo>
                  <a:cubicBezTo>
                    <a:pt x="1938" y="376"/>
                    <a:pt x="1998" y="304"/>
                    <a:pt x="1992" y="222"/>
                  </a:cubicBezTo>
                  <a:cubicBezTo>
                    <a:pt x="1985" y="127"/>
                    <a:pt x="1894" y="61"/>
                    <a:pt x="1802" y="29"/>
                  </a:cubicBezTo>
                  <a:cubicBezTo>
                    <a:pt x="1750" y="11"/>
                    <a:pt x="1695" y="1"/>
                    <a:pt x="1639" y="1"/>
                  </a:cubicBezTo>
                  <a:close/>
                </a:path>
              </a:pathLst>
            </a:custGeom>
            <a:solidFill>
              <a:srgbClr val="0116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43"/>
            <p:cNvSpPr/>
            <p:nvPr/>
          </p:nvSpPr>
          <p:spPr>
            <a:xfrm>
              <a:off x="1111184" y="3095829"/>
              <a:ext cx="128498" cy="125832"/>
            </a:xfrm>
            <a:custGeom>
              <a:avLst/>
              <a:gdLst/>
              <a:ahLst/>
              <a:cxnLst/>
              <a:rect l="l" t="t" r="r" b="b"/>
              <a:pathLst>
                <a:path w="2458" h="2407" extrusionOk="0">
                  <a:moveTo>
                    <a:pt x="1661" y="1"/>
                  </a:moveTo>
                  <a:cubicBezTo>
                    <a:pt x="1599" y="1"/>
                    <a:pt x="1536" y="14"/>
                    <a:pt x="1495" y="31"/>
                  </a:cubicBezTo>
                  <a:cubicBezTo>
                    <a:pt x="1398" y="66"/>
                    <a:pt x="1316" y="151"/>
                    <a:pt x="1297" y="252"/>
                  </a:cubicBezTo>
                  <a:cubicBezTo>
                    <a:pt x="1287" y="283"/>
                    <a:pt x="1287" y="315"/>
                    <a:pt x="1275" y="340"/>
                  </a:cubicBezTo>
                  <a:cubicBezTo>
                    <a:pt x="1262" y="364"/>
                    <a:pt x="1238" y="385"/>
                    <a:pt x="1215" y="385"/>
                  </a:cubicBezTo>
                  <a:cubicBezTo>
                    <a:pt x="1209" y="385"/>
                    <a:pt x="1204" y="384"/>
                    <a:pt x="1199" y="381"/>
                  </a:cubicBezTo>
                  <a:cubicBezTo>
                    <a:pt x="1167" y="369"/>
                    <a:pt x="1164" y="324"/>
                    <a:pt x="1167" y="290"/>
                  </a:cubicBezTo>
                  <a:cubicBezTo>
                    <a:pt x="1174" y="255"/>
                    <a:pt x="1186" y="220"/>
                    <a:pt x="1167" y="192"/>
                  </a:cubicBezTo>
                  <a:cubicBezTo>
                    <a:pt x="1114" y="208"/>
                    <a:pt x="1070" y="261"/>
                    <a:pt x="1063" y="318"/>
                  </a:cubicBezTo>
                  <a:cubicBezTo>
                    <a:pt x="1060" y="337"/>
                    <a:pt x="1063" y="362"/>
                    <a:pt x="1048" y="372"/>
                  </a:cubicBezTo>
                  <a:cubicBezTo>
                    <a:pt x="1041" y="377"/>
                    <a:pt x="1035" y="379"/>
                    <a:pt x="1028" y="379"/>
                  </a:cubicBezTo>
                  <a:cubicBezTo>
                    <a:pt x="1002" y="379"/>
                    <a:pt x="974" y="343"/>
                    <a:pt x="956" y="318"/>
                  </a:cubicBezTo>
                  <a:cubicBezTo>
                    <a:pt x="922" y="272"/>
                    <a:pt x="869" y="255"/>
                    <a:pt x="810" y="255"/>
                  </a:cubicBezTo>
                  <a:cubicBezTo>
                    <a:pt x="691" y="255"/>
                    <a:pt x="547" y="327"/>
                    <a:pt x="486" y="384"/>
                  </a:cubicBezTo>
                  <a:cubicBezTo>
                    <a:pt x="341" y="523"/>
                    <a:pt x="294" y="760"/>
                    <a:pt x="379" y="940"/>
                  </a:cubicBezTo>
                  <a:cubicBezTo>
                    <a:pt x="183" y="993"/>
                    <a:pt x="47" y="1214"/>
                    <a:pt x="95" y="1410"/>
                  </a:cubicBezTo>
                  <a:cubicBezTo>
                    <a:pt x="120" y="1504"/>
                    <a:pt x="180" y="1608"/>
                    <a:pt x="126" y="1690"/>
                  </a:cubicBezTo>
                  <a:cubicBezTo>
                    <a:pt x="104" y="1735"/>
                    <a:pt x="54" y="1766"/>
                    <a:pt x="38" y="1814"/>
                  </a:cubicBezTo>
                  <a:cubicBezTo>
                    <a:pt x="0" y="1924"/>
                    <a:pt x="164" y="1993"/>
                    <a:pt x="199" y="2085"/>
                  </a:cubicBezTo>
                  <a:cubicBezTo>
                    <a:pt x="243" y="2195"/>
                    <a:pt x="158" y="2325"/>
                    <a:pt x="275" y="2407"/>
                  </a:cubicBezTo>
                  <a:cubicBezTo>
                    <a:pt x="357" y="2293"/>
                    <a:pt x="347" y="2167"/>
                    <a:pt x="347" y="2034"/>
                  </a:cubicBezTo>
                  <a:cubicBezTo>
                    <a:pt x="347" y="1974"/>
                    <a:pt x="347" y="1914"/>
                    <a:pt x="363" y="1861"/>
                  </a:cubicBezTo>
                  <a:cubicBezTo>
                    <a:pt x="372" y="1836"/>
                    <a:pt x="426" y="1750"/>
                    <a:pt x="423" y="1735"/>
                  </a:cubicBezTo>
                  <a:cubicBezTo>
                    <a:pt x="420" y="1725"/>
                    <a:pt x="417" y="1722"/>
                    <a:pt x="410" y="1719"/>
                  </a:cubicBezTo>
                  <a:cubicBezTo>
                    <a:pt x="407" y="1709"/>
                    <a:pt x="410" y="1703"/>
                    <a:pt x="417" y="1694"/>
                  </a:cubicBezTo>
                  <a:cubicBezTo>
                    <a:pt x="432" y="1656"/>
                    <a:pt x="467" y="1627"/>
                    <a:pt x="502" y="1602"/>
                  </a:cubicBezTo>
                  <a:cubicBezTo>
                    <a:pt x="527" y="1586"/>
                    <a:pt x="549" y="1567"/>
                    <a:pt x="574" y="1552"/>
                  </a:cubicBezTo>
                  <a:cubicBezTo>
                    <a:pt x="656" y="1476"/>
                    <a:pt x="694" y="1356"/>
                    <a:pt x="675" y="1246"/>
                  </a:cubicBezTo>
                  <a:lnTo>
                    <a:pt x="675" y="1246"/>
                  </a:lnTo>
                  <a:cubicBezTo>
                    <a:pt x="706" y="1262"/>
                    <a:pt x="740" y="1271"/>
                    <a:pt x="775" y="1271"/>
                  </a:cubicBezTo>
                  <a:cubicBezTo>
                    <a:pt x="825" y="1271"/>
                    <a:pt x="874" y="1253"/>
                    <a:pt x="912" y="1217"/>
                  </a:cubicBezTo>
                  <a:cubicBezTo>
                    <a:pt x="940" y="1189"/>
                    <a:pt x="962" y="1157"/>
                    <a:pt x="988" y="1126"/>
                  </a:cubicBezTo>
                  <a:cubicBezTo>
                    <a:pt x="1074" y="1017"/>
                    <a:pt x="1211" y="952"/>
                    <a:pt x="1350" y="952"/>
                  </a:cubicBezTo>
                  <a:cubicBezTo>
                    <a:pt x="1368" y="952"/>
                    <a:pt x="1386" y="953"/>
                    <a:pt x="1404" y="955"/>
                  </a:cubicBezTo>
                  <a:cubicBezTo>
                    <a:pt x="1417" y="955"/>
                    <a:pt x="1432" y="962"/>
                    <a:pt x="1442" y="971"/>
                  </a:cubicBezTo>
                  <a:cubicBezTo>
                    <a:pt x="1448" y="984"/>
                    <a:pt x="1448" y="996"/>
                    <a:pt x="1448" y="1012"/>
                  </a:cubicBezTo>
                  <a:cubicBezTo>
                    <a:pt x="1448" y="1060"/>
                    <a:pt x="1445" y="1107"/>
                    <a:pt x="1445" y="1151"/>
                  </a:cubicBezTo>
                  <a:cubicBezTo>
                    <a:pt x="1483" y="1167"/>
                    <a:pt x="1523" y="1172"/>
                    <a:pt x="1564" y="1172"/>
                  </a:cubicBezTo>
                  <a:cubicBezTo>
                    <a:pt x="1604" y="1172"/>
                    <a:pt x="1645" y="1167"/>
                    <a:pt x="1685" y="1161"/>
                  </a:cubicBezTo>
                  <a:cubicBezTo>
                    <a:pt x="1764" y="1145"/>
                    <a:pt x="1843" y="1123"/>
                    <a:pt x="1921" y="1110"/>
                  </a:cubicBezTo>
                  <a:cubicBezTo>
                    <a:pt x="1942" y="1107"/>
                    <a:pt x="1964" y="1105"/>
                    <a:pt x="1986" y="1105"/>
                  </a:cubicBezTo>
                  <a:cubicBezTo>
                    <a:pt x="2046" y="1105"/>
                    <a:pt x="2107" y="1119"/>
                    <a:pt x="2158" y="1151"/>
                  </a:cubicBezTo>
                  <a:cubicBezTo>
                    <a:pt x="2202" y="1176"/>
                    <a:pt x="2237" y="1224"/>
                    <a:pt x="2249" y="1277"/>
                  </a:cubicBezTo>
                  <a:cubicBezTo>
                    <a:pt x="2259" y="1315"/>
                    <a:pt x="2237" y="1350"/>
                    <a:pt x="2243" y="1388"/>
                  </a:cubicBezTo>
                  <a:cubicBezTo>
                    <a:pt x="2249" y="1435"/>
                    <a:pt x="2294" y="1454"/>
                    <a:pt x="2325" y="1482"/>
                  </a:cubicBezTo>
                  <a:cubicBezTo>
                    <a:pt x="2350" y="1508"/>
                    <a:pt x="2376" y="1555"/>
                    <a:pt x="2420" y="1567"/>
                  </a:cubicBezTo>
                  <a:cubicBezTo>
                    <a:pt x="2410" y="1517"/>
                    <a:pt x="2376" y="1470"/>
                    <a:pt x="2328" y="1441"/>
                  </a:cubicBezTo>
                  <a:cubicBezTo>
                    <a:pt x="2341" y="1441"/>
                    <a:pt x="2350" y="1438"/>
                    <a:pt x="2363" y="1438"/>
                  </a:cubicBezTo>
                  <a:cubicBezTo>
                    <a:pt x="2379" y="1347"/>
                    <a:pt x="2344" y="1249"/>
                    <a:pt x="2275" y="1189"/>
                  </a:cubicBezTo>
                  <a:cubicBezTo>
                    <a:pt x="2265" y="1186"/>
                    <a:pt x="2262" y="1176"/>
                    <a:pt x="2259" y="1170"/>
                  </a:cubicBezTo>
                  <a:cubicBezTo>
                    <a:pt x="2253" y="1157"/>
                    <a:pt x="2265" y="1145"/>
                    <a:pt x="2268" y="1138"/>
                  </a:cubicBezTo>
                  <a:cubicBezTo>
                    <a:pt x="2294" y="1097"/>
                    <a:pt x="2265" y="1047"/>
                    <a:pt x="2231" y="1025"/>
                  </a:cubicBezTo>
                  <a:cubicBezTo>
                    <a:pt x="2200" y="1006"/>
                    <a:pt x="2166" y="1001"/>
                    <a:pt x="2134" y="1001"/>
                  </a:cubicBezTo>
                  <a:cubicBezTo>
                    <a:pt x="2123" y="1001"/>
                    <a:pt x="2112" y="1002"/>
                    <a:pt x="2101" y="1003"/>
                  </a:cubicBezTo>
                  <a:cubicBezTo>
                    <a:pt x="2123" y="949"/>
                    <a:pt x="2180" y="918"/>
                    <a:pt x="2231" y="892"/>
                  </a:cubicBezTo>
                  <a:cubicBezTo>
                    <a:pt x="2284" y="870"/>
                    <a:pt x="2341" y="854"/>
                    <a:pt x="2388" y="813"/>
                  </a:cubicBezTo>
                  <a:cubicBezTo>
                    <a:pt x="2429" y="776"/>
                    <a:pt x="2458" y="709"/>
                    <a:pt x="2429" y="656"/>
                  </a:cubicBezTo>
                  <a:cubicBezTo>
                    <a:pt x="2426" y="649"/>
                    <a:pt x="2423" y="646"/>
                    <a:pt x="2414" y="640"/>
                  </a:cubicBezTo>
                  <a:cubicBezTo>
                    <a:pt x="2411" y="639"/>
                    <a:pt x="2409" y="639"/>
                    <a:pt x="2406" y="639"/>
                  </a:cubicBezTo>
                  <a:cubicBezTo>
                    <a:pt x="2402" y="639"/>
                    <a:pt x="2397" y="640"/>
                    <a:pt x="2395" y="640"/>
                  </a:cubicBezTo>
                  <a:cubicBezTo>
                    <a:pt x="2341" y="656"/>
                    <a:pt x="2294" y="700"/>
                    <a:pt x="2237" y="700"/>
                  </a:cubicBezTo>
                  <a:cubicBezTo>
                    <a:pt x="2218" y="700"/>
                    <a:pt x="2193" y="694"/>
                    <a:pt x="2174" y="684"/>
                  </a:cubicBezTo>
                  <a:cubicBezTo>
                    <a:pt x="2152" y="678"/>
                    <a:pt x="2130" y="676"/>
                    <a:pt x="2108" y="676"/>
                  </a:cubicBezTo>
                  <a:cubicBezTo>
                    <a:pt x="1999" y="676"/>
                    <a:pt x="1892" y="742"/>
                    <a:pt x="1824" y="826"/>
                  </a:cubicBezTo>
                  <a:cubicBezTo>
                    <a:pt x="1807" y="848"/>
                    <a:pt x="1787" y="869"/>
                    <a:pt x="1761" y="869"/>
                  </a:cubicBezTo>
                  <a:cubicBezTo>
                    <a:pt x="1757" y="869"/>
                    <a:pt x="1753" y="869"/>
                    <a:pt x="1748" y="867"/>
                  </a:cubicBezTo>
                  <a:cubicBezTo>
                    <a:pt x="1735" y="861"/>
                    <a:pt x="1729" y="854"/>
                    <a:pt x="1726" y="845"/>
                  </a:cubicBezTo>
                  <a:cubicBezTo>
                    <a:pt x="1704" y="810"/>
                    <a:pt x="1735" y="766"/>
                    <a:pt x="1764" y="735"/>
                  </a:cubicBezTo>
                  <a:cubicBezTo>
                    <a:pt x="1792" y="703"/>
                    <a:pt x="1827" y="672"/>
                    <a:pt x="1824" y="631"/>
                  </a:cubicBezTo>
                  <a:cubicBezTo>
                    <a:pt x="1814" y="586"/>
                    <a:pt x="1773" y="561"/>
                    <a:pt x="1729" y="545"/>
                  </a:cubicBezTo>
                  <a:cubicBezTo>
                    <a:pt x="1682" y="526"/>
                    <a:pt x="1634" y="507"/>
                    <a:pt x="1587" y="492"/>
                  </a:cubicBezTo>
                  <a:cubicBezTo>
                    <a:pt x="1571" y="482"/>
                    <a:pt x="1555" y="479"/>
                    <a:pt x="1546" y="466"/>
                  </a:cubicBezTo>
                  <a:cubicBezTo>
                    <a:pt x="1524" y="441"/>
                    <a:pt x="1540" y="397"/>
                    <a:pt x="1559" y="366"/>
                  </a:cubicBezTo>
                  <a:cubicBezTo>
                    <a:pt x="1590" y="321"/>
                    <a:pt x="1637" y="287"/>
                    <a:pt x="1688" y="268"/>
                  </a:cubicBezTo>
                  <a:cubicBezTo>
                    <a:pt x="1719" y="255"/>
                    <a:pt x="1757" y="246"/>
                    <a:pt x="1783" y="227"/>
                  </a:cubicBezTo>
                  <a:cubicBezTo>
                    <a:pt x="1820" y="205"/>
                    <a:pt x="1839" y="160"/>
                    <a:pt x="1839" y="116"/>
                  </a:cubicBezTo>
                  <a:cubicBezTo>
                    <a:pt x="1834" y="29"/>
                    <a:pt x="1749" y="1"/>
                    <a:pt x="1661" y="1"/>
                  </a:cubicBezTo>
                  <a:close/>
                </a:path>
              </a:pathLst>
            </a:custGeom>
            <a:solidFill>
              <a:srgbClr val="0116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43"/>
            <p:cNvSpPr/>
            <p:nvPr/>
          </p:nvSpPr>
          <p:spPr>
            <a:xfrm>
              <a:off x="1116621" y="3215858"/>
              <a:ext cx="178998" cy="157146"/>
            </a:xfrm>
            <a:custGeom>
              <a:avLst/>
              <a:gdLst/>
              <a:ahLst/>
              <a:cxnLst/>
              <a:rect l="l" t="t" r="r" b="b"/>
              <a:pathLst>
                <a:path w="3424" h="3006" extrusionOk="0">
                  <a:moveTo>
                    <a:pt x="227" y="0"/>
                  </a:moveTo>
                  <a:lnTo>
                    <a:pt x="227" y="0"/>
                  </a:lnTo>
                  <a:cubicBezTo>
                    <a:pt x="164" y="117"/>
                    <a:pt x="101" y="234"/>
                    <a:pt x="79" y="363"/>
                  </a:cubicBezTo>
                  <a:cubicBezTo>
                    <a:pt x="70" y="410"/>
                    <a:pt x="67" y="454"/>
                    <a:pt x="67" y="502"/>
                  </a:cubicBezTo>
                  <a:cubicBezTo>
                    <a:pt x="76" y="865"/>
                    <a:pt x="272" y="1227"/>
                    <a:pt x="67" y="1571"/>
                  </a:cubicBezTo>
                  <a:cubicBezTo>
                    <a:pt x="38" y="1619"/>
                    <a:pt x="0" y="1669"/>
                    <a:pt x="7" y="1729"/>
                  </a:cubicBezTo>
                  <a:cubicBezTo>
                    <a:pt x="13" y="1795"/>
                    <a:pt x="85" y="1843"/>
                    <a:pt x="155" y="1846"/>
                  </a:cubicBezTo>
                  <a:cubicBezTo>
                    <a:pt x="161" y="1846"/>
                    <a:pt x="167" y="1847"/>
                    <a:pt x="174" y="1847"/>
                  </a:cubicBezTo>
                  <a:cubicBezTo>
                    <a:pt x="234" y="1847"/>
                    <a:pt x="293" y="1821"/>
                    <a:pt x="350" y="1795"/>
                  </a:cubicBezTo>
                  <a:lnTo>
                    <a:pt x="350" y="1795"/>
                  </a:lnTo>
                  <a:cubicBezTo>
                    <a:pt x="297" y="1890"/>
                    <a:pt x="240" y="2000"/>
                    <a:pt x="268" y="2108"/>
                  </a:cubicBezTo>
                  <a:cubicBezTo>
                    <a:pt x="286" y="2175"/>
                    <a:pt x="361" y="2220"/>
                    <a:pt x="426" y="2220"/>
                  </a:cubicBezTo>
                  <a:cubicBezTo>
                    <a:pt x="465" y="2220"/>
                    <a:pt x="500" y="2204"/>
                    <a:pt x="518" y="2168"/>
                  </a:cubicBezTo>
                  <a:lnTo>
                    <a:pt x="518" y="2168"/>
                  </a:lnTo>
                  <a:cubicBezTo>
                    <a:pt x="508" y="2341"/>
                    <a:pt x="562" y="2521"/>
                    <a:pt x="691" y="2634"/>
                  </a:cubicBezTo>
                  <a:cubicBezTo>
                    <a:pt x="761" y="2694"/>
                    <a:pt x="855" y="2728"/>
                    <a:pt x="947" y="2728"/>
                  </a:cubicBezTo>
                  <a:cubicBezTo>
                    <a:pt x="1026" y="2728"/>
                    <a:pt x="1103" y="2702"/>
                    <a:pt x="1161" y="2647"/>
                  </a:cubicBezTo>
                  <a:cubicBezTo>
                    <a:pt x="1240" y="2904"/>
                    <a:pt x="1536" y="3005"/>
                    <a:pt x="1815" y="3005"/>
                  </a:cubicBezTo>
                  <a:cubicBezTo>
                    <a:pt x="1862" y="3005"/>
                    <a:pt x="1908" y="3003"/>
                    <a:pt x="1953" y="2997"/>
                  </a:cubicBezTo>
                  <a:cubicBezTo>
                    <a:pt x="2145" y="2975"/>
                    <a:pt x="2376" y="2877"/>
                    <a:pt x="2382" y="2682"/>
                  </a:cubicBezTo>
                  <a:cubicBezTo>
                    <a:pt x="2466" y="2713"/>
                    <a:pt x="2556" y="2729"/>
                    <a:pt x="2646" y="2729"/>
                  </a:cubicBezTo>
                  <a:cubicBezTo>
                    <a:pt x="2825" y="2729"/>
                    <a:pt x="3006" y="2667"/>
                    <a:pt x="3142" y="2549"/>
                  </a:cubicBezTo>
                  <a:cubicBezTo>
                    <a:pt x="3183" y="2515"/>
                    <a:pt x="3221" y="2461"/>
                    <a:pt x="3205" y="2410"/>
                  </a:cubicBezTo>
                  <a:cubicBezTo>
                    <a:pt x="3193" y="2366"/>
                    <a:pt x="3152" y="2347"/>
                    <a:pt x="3130" y="2309"/>
                  </a:cubicBezTo>
                  <a:cubicBezTo>
                    <a:pt x="3098" y="2250"/>
                    <a:pt x="3139" y="2171"/>
                    <a:pt x="3193" y="2126"/>
                  </a:cubicBezTo>
                  <a:cubicBezTo>
                    <a:pt x="3246" y="2082"/>
                    <a:pt x="3313" y="2051"/>
                    <a:pt x="3351" y="1994"/>
                  </a:cubicBezTo>
                  <a:cubicBezTo>
                    <a:pt x="3423" y="1890"/>
                    <a:pt x="3376" y="1742"/>
                    <a:pt x="3287" y="1647"/>
                  </a:cubicBezTo>
                  <a:cubicBezTo>
                    <a:pt x="3202" y="1555"/>
                    <a:pt x="3082" y="1496"/>
                    <a:pt x="2981" y="1420"/>
                  </a:cubicBezTo>
                  <a:cubicBezTo>
                    <a:pt x="2767" y="1259"/>
                    <a:pt x="2603" y="1016"/>
                    <a:pt x="2521" y="757"/>
                  </a:cubicBezTo>
                  <a:cubicBezTo>
                    <a:pt x="2461" y="574"/>
                    <a:pt x="2433" y="379"/>
                    <a:pt x="2410" y="189"/>
                  </a:cubicBezTo>
                  <a:cubicBezTo>
                    <a:pt x="2385" y="417"/>
                    <a:pt x="2382" y="641"/>
                    <a:pt x="2398" y="861"/>
                  </a:cubicBezTo>
                  <a:lnTo>
                    <a:pt x="2351" y="836"/>
                  </a:lnTo>
                  <a:lnTo>
                    <a:pt x="2351" y="836"/>
                  </a:lnTo>
                  <a:cubicBezTo>
                    <a:pt x="2351" y="962"/>
                    <a:pt x="2325" y="1098"/>
                    <a:pt x="2363" y="1215"/>
                  </a:cubicBezTo>
                  <a:cubicBezTo>
                    <a:pt x="2284" y="1177"/>
                    <a:pt x="2243" y="1085"/>
                    <a:pt x="2205" y="1003"/>
                  </a:cubicBezTo>
                  <a:cubicBezTo>
                    <a:pt x="2137" y="861"/>
                    <a:pt x="2060" y="818"/>
                    <a:pt x="1971" y="818"/>
                  </a:cubicBezTo>
                  <a:cubicBezTo>
                    <a:pt x="1882" y="818"/>
                    <a:pt x="1781" y="860"/>
                    <a:pt x="1663" y="890"/>
                  </a:cubicBezTo>
                  <a:cubicBezTo>
                    <a:pt x="1629" y="897"/>
                    <a:pt x="1595" y="900"/>
                    <a:pt x="1560" y="900"/>
                  </a:cubicBezTo>
                  <a:cubicBezTo>
                    <a:pt x="1506" y="900"/>
                    <a:pt x="1450" y="894"/>
                    <a:pt x="1395" y="890"/>
                  </a:cubicBezTo>
                  <a:cubicBezTo>
                    <a:pt x="1361" y="886"/>
                    <a:pt x="1326" y="884"/>
                    <a:pt x="1292" y="884"/>
                  </a:cubicBezTo>
                  <a:cubicBezTo>
                    <a:pt x="1238" y="884"/>
                    <a:pt x="1183" y="891"/>
                    <a:pt x="1133" y="912"/>
                  </a:cubicBezTo>
                  <a:cubicBezTo>
                    <a:pt x="1048" y="947"/>
                    <a:pt x="981" y="1035"/>
                    <a:pt x="994" y="1120"/>
                  </a:cubicBezTo>
                  <a:cubicBezTo>
                    <a:pt x="946" y="1076"/>
                    <a:pt x="879" y="1053"/>
                    <a:pt x="812" y="1053"/>
                  </a:cubicBezTo>
                  <a:cubicBezTo>
                    <a:pt x="768" y="1053"/>
                    <a:pt x="724" y="1062"/>
                    <a:pt x="685" y="1082"/>
                  </a:cubicBezTo>
                  <a:cubicBezTo>
                    <a:pt x="587" y="1133"/>
                    <a:pt x="533" y="1256"/>
                    <a:pt x="555" y="1363"/>
                  </a:cubicBezTo>
                  <a:cubicBezTo>
                    <a:pt x="426" y="1199"/>
                    <a:pt x="508" y="953"/>
                    <a:pt x="414" y="770"/>
                  </a:cubicBezTo>
                  <a:cubicBezTo>
                    <a:pt x="382" y="846"/>
                    <a:pt x="354" y="921"/>
                    <a:pt x="325" y="994"/>
                  </a:cubicBezTo>
                  <a:cubicBezTo>
                    <a:pt x="309" y="880"/>
                    <a:pt x="316" y="764"/>
                    <a:pt x="319" y="644"/>
                  </a:cubicBezTo>
                  <a:cubicBezTo>
                    <a:pt x="325" y="505"/>
                    <a:pt x="313" y="388"/>
                    <a:pt x="265" y="259"/>
                  </a:cubicBezTo>
                  <a:cubicBezTo>
                    <a:pt x="224" y="180"/>
                    <a:pt x="212" y="89"/>
                    <a:pt x="227" y="0"/>
                  </a:cubicBezTo>
                  <a:close/>
                </a:path>
              </a:pathLst>
            </a:custGeom>
            <a:solidFill>
              <a:srgbClr val="0116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43"/>
            <p:cNvSpPr/>
            <p:nvPr/>
          </p:nvSpPr>
          <p:spPr>
            <a:xfrm>
              <a:off x="1115784" y="3215858"/>
              <a:ext cx="147161" cy="151448"/>
            </a:xfrm>
            <a:custGeom>
              <a:avLst/>
              <a:gdLst/>
              <a:ahLst/>
              <a:cxnLst/>
              <a:rect l="l" t="t" r="r" b="b"/>
              <a:pathLst>
                <a:path w="2815" h="2897" extrusionOk="0">
                  <a:moveTo>
                    <a:pt x="231" y="0"/>
                  </a:moveTo>
                  <a:cubicBezTo>
                    <a:pt x="168" y="117"/>
                    <a:pt x="105" y="234"/>
                    <a:pt x="79" y="363"/>
                  </a:cubicBezTo>
                  <a:cubicBezTo>
                    <a:pt x="73" y="410"/>
                    <a:pt x="67" y="454"/>
                    <a:pt x="67" y="502"/>
                  </a:cubicBezTo>
                  <a:cubicBezTo>
                    <a:pt x="76" y="865"/>
                    <a:pt x="272" y="1227"/>
                    <a:pt x="67" y="1571"/>
                  </a:cubicBezTo>
                  <a:cubicBezTo>
                    <a:pt x="41" y="1619"/>
                    <a:pt x="0" y="1669"/>
                    <a:pt x="10" y="1729"/>
                  </a:cubicBezTo>
                  <a:cubicBezTo>
                    <a:pt x="13" y="1795"/>
                    <a:pt x="89" y="1843"/>
                    <a:pt x="155" y="1846"/>
                  </a:cubicBezTo>
                  <a:cubicBezTo>
                    <a:pt x="161" y="1846"/>
                    <a:pt x="168" y="1847"/>
                    <a:pt x="174" y="1847"/>
                  </a:cubicBezTo>
                  <a:cubicBezTo>
                    <a:pt x="234" y="1847"/>
                    <a:pt x="294" y="1821"/>
                    <a:pt x="351" y="1795"/>
                  </a:cubicBezTo>
                  <a:lnTo>
                    <a:pt x="351" y="1795"/>
                  </a:lnTo>
                  <a:cubicBezTo>
                    <a:pt x="297" y="1890"/>
                    <a:pt x="237" y="2000"/>
                    <a:pt x="269" y="2108"/>
                  </a:cubicBezTo>
                  <a:cubicBezTo>
                    <a:pt x="287" y="2169"/>
                    <a:pt x="362" y="2220"/>
                    <a:pt x="428" y="2220"/>
                  </a:cubicBezTo>
                  <a:cubicBezTo>
                    <a:pt x="464" y="2220"/>
                    <a:pt x="497" y="2206"/>
                    <a:pt x="518" y="2171"/>
                  </a:cubicBezTo>
                  <a:lnTo>
                    <a:pt x="518" y="2171"/>
                  </a:lnTo>
                  <a:cubicBezTo>
                    <a:pt x="505" y="2246"/>
                    <a:pt x="628" y="2300"/>
                    <a:pt x="628" y="2366"/>
                  </a:cubicBezTo>
                  <a:cubicBezTo>
                    <a:pt x="657" y="2410"/>
                    <a:pt x="682" y="2455"/>
                    <a:pt x="723" y="2486"/>
                  </a:cubicBezTo>
                  <a:cubicBezTo>
                    <a:pt x="792" y="2543"/>
                    <a:pt x="881" y="2550"/>
                    <a:pt x="973" y="2550"/>
                  </a:cubicBezTo>
                  <a:cubicBezTo>
                    <a:pt x="1000" y="2550"/>
                    <a:pt x="1027" y="2549"/>
                    <a:pt x="1055" y="2549"/>
                  </a:cubicBezTo>
                  <a:cubicBezTo>
                    <a:pt x="1082" y="2549"/>
                    <a:pt x="1110" y="2550"/>
                    <a:pt x="1136" y="2552"/>
                  </a:cubicBezTo>
                  <a:cubicBezTo>
                    <a:pt x="1165" y="2556"/>
                    <a:pt x="1196" y="2562"/>
                    <a:pt x="1218" y="2578"/>
                  </a:cubicBezTo>
                  <a:cubicBezTo>
                    <a:pt x="1259" y="2603"/>
                    <a:pt x="1278" y="2647"/>
                    <a:pt x="1303" y="2688"/>
                  </a:cubicBezTo>
                  <a:cubicBezTo>
                    <a:pt x="1360" y="2783"/>
                    <a:pt x="1464" y="2839"/>
                    <a:pt x="1572" y="2868"/>
                  </a:cubicBezTo>
                  <a:cubicBezTo>
                    <a:pt x="1638" y="2885"/>
                    <a:pt x="1717" y="2896"/>
                    <a:pt x="1796" y="2896"/>
                  </a:cubicBezTo>
                  <a:cubicBezTo>
                    <a:pt x="1946" y="2896"/>
                    <a:pt x="2101" y="2858"/>
                    <a:pt x="2196" y="2757"/>
                  </a:cubicBezTo>
                  <a:cubicBezTo>
                    <a:pt x="2272" y="2679"/>
                    <a:pt x="2313" y="2565"/>
                    <a:pt x="2300" y="2455"/>
                  </a:cubicBezTo>
                  <a:cubicBezTo>
                    <a:pt x="2300" y="2445"/>
                    <a:pt x="2300" y="2436"/>
                    <a:pt x="2303" y="2426"/>
                  </a:cubicBezTo>
                  <a:cubicBezTo>
                    <a:pt x="2310" y="2416"/>
                    <a:pt x="2319" y="2412"/>
                    <a:pt x="2330" y="2412"/>
                  </a:cubicBezTo>
                  <a:cubicBezTo>
                    <a:pt x="2339" y="2412"/>
                    <a:pt x="2350" y="2415"/>
                    <a:pt x="2360" y="2420"/>
                  </a:cubicBezTo>
                  <a:cubicBezTo>
                    <a:pt x="2411" y="2436"/>
                    <a:pt x="2461" y="2458"/>
                    <a:pt x="2508" y="2486"/>
                  </a:cubicBezTo>
                  <a:cubicBezTo>
                    <a:pt x="2540" y="2505"/>
                    <a:pt x="2575" y="2524"/>
                    <a:pt x="2609" y="2524"/>
                  </a:cubicBezTo>
                  <a:cubicBezTo>
                    <a:pt x="2688" y="2524"/>
                    <a:pt x="2745" y="2442"/>
                    <a:pt x="2748" y="2366"/>
                  </a:cubicBezTo>
                  <a:cubicBezTo>
                    <a:pt x="2748" y="2294"/>
                    <a:pt x="2717" y="2218"/>
                    <a:pt x="2688" y="2145"/>
                  </a:cubicBezTo>
                  <a:cubicBezTo>
                    <a:pt x="2679" y="2120"/>
                    <a:pt x="2669" y="2089"/>
                    <a:pt x="2673" y="2060"/>
                  </a:cubicBezTo>
                  <a:cubicBezTo>
                    <a:pt x="2679" y="2029"/>
                    <a:pt x="2698" y="2000"/>
                    <a:pt x="2726" y="1994"/>
                  </a:cubicBezTo>
                  <a:cubicBezTo>
                    <a:pt x="2732" y="1988"/>
                    <a:pt x="2748" y="1994"/>
                    <a:pt x="2758" y="1985"/>
                  </a:cubicBezTo>
                  <a:cubicBezTo>
                    <a:pt x="2767" y="1978"/>
                    <a:pt x="2773" y="1966"/>
                    <a:pt x="2777" y="1953"/>
                  </a:cubicBezTo>
                  <a:cubicBezTo>
                    <a:pt x="2814" y="1814"/>
                    <a:pt x="2780" y="1663"/>
                    <a:pt x="2688" y="1552"/>
                  </a:cubicBezTo>
                  <a:cubicBezTo>
                    <a:pt x="2663" y="1521"/>
                    <a:pt x="2635" y="1492"/>
                    <a:pt x="2606" y="1461"/>
                  </a:cubicBezTo>
                  <a:cubicBezTo>
                    <a:pt x="2490" y="1319"/>
                    <a:pt x="2480" y="1117"/>
                    <a:pt x="2477" y="931"/>
                  </a:cubicBezTo>
                  <a:cubicBezTo>
                    <a:pt x="2452" y="1010"/>
                    <a:pt x="2445" y="1098"/>
                    <a:pt x="2449" y="1180"/>
                  </a:cubicBezTo>
                  <a:cubicBezTo>
                    <a:pt x="2417" y="1161"/>
                    <a:pt x="2395" y="1126"/>
                    <a:pt x="2385" y="1085"/>
                  </a:cubicBezTo>
                  <a:lnTo>
                    <a:pt x="2385" y="1085"/>
                  </a:lnTo>
                  <a:cubicBezTo>
                    <a:pt x="2376" y="1132"/>
                    <a:pt x="2386" y="1200"/>
                    <a:pt x="2360" y="1200"/>
                  </a:cubicBezTo>
                  <a:cubicBezTo>
                    <a:pt x="2351" y="1200"/>
                    <a:pt x="2337" y="1190"/>
                    <a:pt x="2316" y="1167"/>
                  </a:cubicBezTo>
                  <a:cubicBezTo>
                    <a:pt x="2272" y="1120"/>
                    <a:pt x="2247" y="1057"/>
                    <a:pt x="2221" y="1003"/>
                  </a:cubicBezTo>
                  <a:cubicBezTo>
                    <a:pt x="2153" y="861"/>
                    <a:pt x="2076" y="818"/>
                    <a:pt x="1987" y="818"/>
                  </a:cubicBezTo>
                  <a:cubicBezTo>
                    <a:pt x="1898" y="818"/>
                    <a:pt x="1797" y="860"/>
                    <a:pt x="1679" y="890"/>
                  </a:cubicBezTo>
                  <a:cubicBezTo>
                    <a:pt x="1645" y="897"/>
                    <a:pt x="1611" y="900"/>
                    <a:pt x="1576" y="900"/>
                  </a:cubicBezTo>
                  <a:cubicBezTo>
                    <a:pt x="1522" y="900"/>
                    <a:pt x="1466" y="894"/>
                    <a:pt x="1411" y="890"/>
                  </a:cubicBezTo>
                  <a:cubicBezTo>
                    <a:pt x="1377" y="886"/>
                    <a:pt x="1342" y="884"/>
                    <a:pt x="1308" y="884"/>
                  </a:cubicBezTo>
                  <a:cubicBezTo>
                    <a:pt x="1254" y="884"/>
                    <a:pt x="1199" y="891"/>
                    <a:pt x="1149" y="912"/>
                  </a:cubicBezTo>
                  <a:cubicBezTo>
                    <a:pt x="1064" y="947"/>
                    <a:pt x="997" y="1035"/>
                    <a:pt x="1010" y="1120"/>
                  </a:cubicBezTo>
                  <a:cubicBezTo>
                    <a:pt x="962" y="1076"/>
                    <a:pt x="895" y="1053"/>
                    <a:pt x="828" y="1053"/>
                  </a:cubicBezTo>
                  <a:cubicBezTo>
                    <a:pt x="784" y="1053"/>
                    <a:pt x="740" y="1062"/>
                    <a:pt x="701" y="1082"/>
                  </a:cubicBezTo>
                  <a:cubicBezTo>
                    <a:pt x="603" y="1133"/>
                    <a:pt x="549" y="1256"/>
                    <a:pt x="571" y="1363"/>
                  </a:cubicBezTo>
                  <a:cubicBezTo>
                    <a:pt x="442" y="1199"/>
                    <a:pt x="524" y="953"/>
                    <a:pt x="430" y="770"/>
                  </a:cubicBezTo>
                  <a:cubicBezTo>
                    <a:pt x="398" y="846"/>
                    <a:pt x="370" y="921"/>
                    <a:pt x="341" y="994"/>
                  </a:cubicBezTo>
                  <a:cubicBezTo>
                    <a:pt x="325" y="880"/>
                    <a:pt x="332" y="764"/>
                    <a:pt x="335" y="644"/>
                  </a:cubicBezTo>
                  <a:cubicBezTo>
                    <a:pt x="341" y="505"/>
                    <a:pt x="329" y="388"/>
                    <a:pt x="265" y="259"/>
                  </a:cubicBezTo>
                  <a:cubicBezTo>
                    <a:pt x="224" y="180"/>
                    <a:pt x="212" y="89"/>
                    <a:pt x="231" y="0"/>
                  </a:cubicBezTo>
                  <a:close/>
                </a:path>
              </a:pathLst>
            </a:custGeom>
            <a:solidFill>
              <a:srgbClr val="0116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p44"/>
          <p:cNvSpPr txBox="1">
            <a:spLocks noGrp="1"/>
          </p:cNvSpPr>
          <p:nvPr>
            <p:ph type="title"/>
          </p:nvPr>
        </p:nvSpPr>
        <p:spPr>
          <a:xfrm>
            <a:off x="4534425" y="1943550"/>
            <a:ext cx="4551600" cy="11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Authentication &amp; Validation</a:t>
            </a:r>
            <a:endParaRPr sz="4200"/>
          </a:p>
        </p:txBody>
      </p:sp>
      <p:sp>
        <p:nvSpPr>
          <p:cNvPr id="1509" name="Google Shape;1509;p44"/>
          <p:cNvSpPr txBox="1">
            <a:spLocks noGrp="1"/>
          </p:cNvSpPr>
          <p:nvPr>
            <p:ph type="title" idx="2"/>
          </p:nvPr>
        </p:nvSpPr>
        <p:spPr>
          <a:xfrm>
            <a:off x="4651737" y="1024888"/>
            <a:ext cx="1324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grpSp>
        <p:nvGrpSpPr>
          <p:cNvPr id="1510" name="Google Shape;1510;p44"/>
          <p:cNvGrpSpPr/>
          <p:nvPr/>
        </p:nvGrpSpPr>
        <p:grpSpPr>
          <a:xfrm>
            <a:off x="766638" y="1190625"/>
            <a:ext cx="3981707" cy="2762251"/>
            <a:chOff x="503475" y="1080254"/>
            <a:chExt cx="4299900" cy="2982992"/>
          </a:xfrm>
        </p:grpSpPr>
        <p:sp>
          <p:nvSpPr>
            <p:cNvPr id="1511" name="Google Shape;1511;p44"/>
            <p:cNvSpPr/>
            <p:nvPr/>
          </p:nvSpPr>
          <p:spPr>
            <a:xfrm>
              <a:off x="503475" y="3849046"/>
              <a:ext cx="4299900" cy="214200"/>
            </a:xfrm>
            <a:prstGeom prst="ellipse">
              <a:avLst/>
            </a:prstGeom>
            <a:solidFill>
              <a:srgbClr val="011627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44"/>
            <p:cNvSpPr/>
            <p:nvPr/>
          </p:nvSpPr>
          <p:spPr>
            <a:xfrm>
              <a:off x="1313025" y="3897646"/>
              <a:ext cx="1122600" cy="117000"/>
            </a:xfrm>
            <a:prstGeom prst="ellipse">
              <a:avLst/>
            </a:prstGeom>
            <a:solidFill>
              <a:srgbClr val="011627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44"/>
            <p:cNvSpPr/>
            <p:nvPr/>
          </p:nvSpPr>
          <p:spPr>
            <a:xfrm>
              <a:off x="2496850" y="3897646"/>
              <a:ext cx="1122600" cy="117000"/>
            </a:xfrm>
            <a:prstGeom prst="ellipse">
              <a:avLst/>
            </a:prstGeom>
            <a:solidFill>
              <a:srgbClr val="011627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14" name="Google Shape;1514;p44"/>
            <p:cNvGrpSpPr/>
            <p:nvPr/>
          </p:nvGrpSpPr>
          <p:grpSpPr>
            <a:xfrm>
              <a:off x="849571" y="1253771"/>
              <a:ext cx="3520454" cy="2519075"/>
              <a:chOff x="672671" y="1476375"/>
              <a:chExt cx="3520454" cy="2519075"/>
            </a:xfrm>
          </p:grpSpPr>
          <p:sp>
            <p:nvSpPr>
              <p:cNvPr id="1515" name="Google Shape;1515;p44"/>
              <p:cNvSpPr/>
              <p:nvPr/>
            </p:nvSpPr>
            <p:spPr>
              <a:xfrm>
                <a:off x="672671" y="2204450"/>
                <a:ext cx="626700" cy="17910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44"/>
              <p:cNvSpPr/>
              <p:nvPr/>
            </p:nvSpPr>
            <p:spPr>
              <a:xfrm>
                <a:off x="1299375" y="1532125"/>
                <a:ext cx="488100" cy="24633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44"/>
              <p:cNvSpPr/>
              <p:nvPr/>
            </p:nvSpPr>
            <p:spPr>
              <a:xfrm>
                <a:off x="2571347" y="3034400"/>
                <a:ext cx="749700" cy="9609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44"/>
              <p:cNvSpPr/>
              <p:nvPr/>
            </p:nvSpPr>
            <p:spPr>
              <a:xfrm>
                <a:off x="3321025" y="1476375"/>
                <a:ext cx="384000" cy="25188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44"/>
              <p:cNvSpPr/>
              <p:nvPr/>
            </p:nvSpPr>
            <p:spPr>
              <a:xfrm>
                <a:off x="3705025" y="2037775"/>
                <a:ext cx="488100" cy="19575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0" name="Google Shape;1520;p44"/>
            <p:cNvGrpSpPr/>
            <p:nvPr/>
          </p:nvGrpSpPr>
          <p:grpSpPr>
            <a:xfrm>
              <a:off x="2435619" y="1385714"/>
              <a:ext cx="1367492" cy="2608772"/>
              <a:chOff x="3167000" y="1252375"/>
              <a:chExt cx="315025" cy="600975"/>
            </a:xfrm>
          </p:grpSpPr>
          <p:sp>
            <p:nvSpPr>
              <p:cNvPr id="1521" name="Google Shape;1521;p44"/>
              <p:cNvSpPr/>
              <p:nvPr/>
            </p:nvSpPr>
            <p:spPr>
              <a:xfrm>
                <a:off x="3312200" y="1261750"/>
                <a:ext cx="46150" cy="120450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4818" extrusionOk="0">
                    <a:moveTo>
                      <a:pt x="971" y="0"/>
                    </a:moveTo>
                    <a:cubicBezTo>
                      <a:pt x="968" y="0"/>
                      <a:pt x="966" y="0"/>
                      <a:pt x="966" y="0"/>
                    </a:cubicBezTo>
                    <a:lnTo>
                      <a:pt x="464" y="571"/>
                    </a:lnTo>
                    <a:cubicBezTo>
                      <a:pt x="464" y="571"/>
                      <a:pt x="0" y="4133"/>
                      <a:pt x="256" y="4543"/>
                    </a:cubicBezTo>
                    <a:cubicBezTo>
                      <a:pt x="398" y="4768"/>
                      <a:pt x="848" y="4818"/>
                      <a:pt x="1219" y="4818"/>
                    </a:cubicBezTo>
                    <a:cubicBezTo>
                      <a:pt x="1515" y="4818"/>
                      <a:pt x="1761" y="4786"/>
                      <a:pt x="1761" y="4786"/>
                    </a:cubicBezTo>
                    <a:cubicBezTo>
                      <a:pt x="1761" y="4786"/>
                      <a:pt x="912" y="3622"/>
                      <a:pt x="1379" y="2650"/>
                    </a:cubicBezTo>
                    <a:cubicBezTo>
                      <a:pt x="1846" y="1675"/>
                      <a:pt x="1603" y="568"/>
                      <a:pt x="1508" y="278"/>
                    </a:cubicBezTo>
                    <a:cubicBezTo>
                      <a:pt x="1417" y="9"/>
                      <a:pt x="1020" y="0"/>
                      <a:pt x="971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44"/>
              <p:cNvSpPr/>
              <p:nvPr/>
            </p:nvSpPr>
            <p:spPr>
              <a:xfrm>
                <a:off x="3326875" y="1386075"/>
                <a:ext cx="136375" cy="159625"/>
              </a:xfrm>
              <a:custGeom>
                <a:avLst/>
                <a:gdLst/>
                <a:ahLst/>
                <a:cxnLst/>
                <a:rect l="l" t="t" r="r" b="b"/>
                <a:pathLst>
                  <a:path w="5455" h="6385" extrusionOk="0">
                    <a:moveTo>
                      <a:pt x="1300" y="1"/>
                    </a:moveTo>
                    <a:cubicBezTo>
                      <a:pt x="1019" y="1"/>
                      <a:pt x="699" y="56"/>
                      <a:pt x="697" y="56"/>
                    </a:cubicBezTo>
                    <a:lnTo>
                      <a:pt x="0" y="1021"/>
                    </a:lnTo>
                    <a:cubicBezTo>
                      <a:pt x="0" y="1021"/>
                      <a:pt x="1155" y="3927"/>
                      <a:pt x="1347" y="4173"/>
                    </a:cubicBezTo>
                    <a:cubicBezTo>
                      <a:pt x="1540" y="4416"/>
                      <a:pt x="5048" y="6384"/>
                      <a:pt x="5048" y="6384"/>
                    </a:cubicBezTo>
                    <a:lnTo>
                      <a:pt x="5455" y="5898"/>
                    </a:lnTo>
                    <a:cubicBezTo>
                      <a:pt x="5455" y="5898"/>
                      <a:pt x="2780" y="3797"/>
                      <a:pt x="2429" y="3315"/>
                    </a:cubicBezTo>
                    <a:cubicBezTo>
                      <a:pt x="2136" y="2107"/>
                      <a:pt x="1827" y="192"/>
                      <a:pt x="1675" y="75"/>
                    </a:cubicBezTo>
                    <a:cubicBezTo>
                      <a:pt x="1607" y="19"/>
                      <a:pt x="1459" y="1"/>
                      <a:pt x="1300" y="1"/>
                    </a:cubicBez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44"/>
              <p:cNvSpPr/>
              <p:nvPr/>
            </p:nvSpPr>
            <p:spPr>
              <a:xfrm>
                <a:off x="3326950" y="1607275"/>
                <a:ext cx="25" cy="100"/>
              </a:xfrm>
              <a:custGeom>
                <a:avLst/>
                <a:gdLst/>
                <a:ahLst/>
                <a:cxnLst/>
                <a:rect l="l" t="t" r="r" b="b"/>
                <a:pathLst>
                  <a:path w="1" h="4" extrusionOk="0">
                    <a:moveTo>
                      <a:pt x="0" y="0"/>
                    </a:moveTo>
                    <a:lnTo>
                      <a:pt x="0" y="3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44"/>
              <p:cNvSpPr/>
              <p:nvPr/>
            </p:nvSpPr>
            <p:spPr>
              <a:xfrm>
                <a:off x="3171250" y="1361825"/>
                <a:ext cx="250375" cy="484075"/>
              </a:xfrm>
              <a:custGeom>
                <a:avLst/>
                <a:gdLst/>
                <a:ahLst/>
                <a:cxnLst/>
                <a:rect l="l" t="t" r="r" b="b"/>
                <a:pathLst>
                  <a:path w="10015" h="19363" extrusionOk="0">
                    <a:moveTo>
                      <a:pt x="5623" y="1"/>
                    </a:moveTo>
                    <a:cubicBezTo>
                      <a:pt x="4112" y="310"/>
                      <a:pt x="2995" y="1587"/>
                      <a:pt x="2995" y="1587"/>
                    </a:cubicBezTo>
                    <a:cubicBezTo>
                      <a:pt x="2995" y="1587"/>
                      <a:pt x="4162" y="4771"/>
                      <a:pt x="4396" y="5398"/>
                    </a:cubicBezTo>
                    <a:cubicBezTo>
                      <a:pt x="4304" y="5903"/>
                      <a:pt x="3626" y="8250"/>
                      <a:pt x="3784" y="8922"/>
                    </a:cubicBezTo>
                    <a:lnTo>
                      <a:pt x="4364" y="12250"/>
                    </a:lnTo>
                    <a:lnTo>
                      <a:pt x="4597" y="13604"/>
                    </a:lnTo>
                    <a:cubicBezTo>
                      <a:pt x="4241" y="13881"/>
                      <a:pt x="3787" y="14238"/>
                      <a:pt x="3329" y="14598"/>
                    </a:cubicBezTo>
                    <a:cubicBezTo>
                      <a:pt x="3231" y="14673"/>
                      <a:pt x="3134" y="14752"/>
                      <a:pt x="3039" y="14828"/>
                    </a:cubicBezTo>
                    <a:cubicBezTo>
                      <a:pt x="2146" y="15528"/>
                      <a:pt x="1317" y="16188"/>
                      <a:pt x="1263" y="16232"/>
                    </a:cubicBezTo>
                    <a:cubicBezTo>
                      <a:pt x="1228" y="16254"/>
                      <a:pt x="1190" y="16282"/>
                      <a:pt x="1143" y="16314"/>
                    </a:cubicBezTo>
                    <a:lnTo>
                      <a:pt x="1130" y="16320"/>
                    </a:lnTo>
                    <a:cubicBezTo>
                      <a:pt x="932" y="16459"/>
                      <a:pt x="654" y="16645"/>
                      <a:pt x="496" y="16711"/>
                    </a:cubicBezTo>
                    <a:cubicBezTo>
                      <a:pt x="291" y="16803"/>
                      <a:pt x="1" y="16964"/>
                      <a:pt x="64" y="17260"/>
                    </a:cubicBezTo>
                    <a:cubicBezTo>
                      <a:pt x="64" y="17260"/>
                      <a:pt x="1402" y="19093"/>
                      <a:pt x="1512" y="19260"/>
                    </a:cubicBezTo>
                    <a:cubicBezTo>
                      <a:pt x="1556" y="19328"/>
                      <a:pt x="1607" y="19352"/>
                      <a:pt x="1656" y="19352"/>
                    </a:cubicBezTo>
                    <a:cubicBezTo>
                      <a:pt x="1768" y="19352"/>
                      <a:pt x="1871" y="19228"/>
                      <a:pt x="1869" y="19213"/>
                    </a:cubicBezTo>
                    <a:cubicBezTo>
                      <a:pt x="1869" y="19213"/>
                      <a:pt x="1796" y="18838"/>
                      <a:pt x="1730" y="18557"/>
                    </a:cubicBezTo>
                    <a:lnTo>
                      <a:pt x="1730" y="18550"/>
                    </a:lnTo>
                    <a:cubicBezTo>
                      <a:pt x="1585" y="17945"/>
                      <a:pt x="1405" y="17311"/>
                      <a:pt x="1433" y="17266"/>
                    </a:cubicBezTo>
                    <a:cubicBezTo>
                      <a:pt x="1436" y="17260"/>
                      <a:pt x="3560" y="15695"/>
                      <a:pt x="4367" y="15150"/>
                    </a:cubicBezTo>
                    <a:cubicBezTo>
                      <a:pt x="5254" y="14550"/>
                      <a:pt x="5894" y="14317"/>
                      <a:pt x="5989" y="13837"/>
                    </a:cubicBezTo>
                    <a:lnTo>
                      <a:pt x="6064" y="12607"/>
                    </a:lnTo>
                    <a:lnTo>
                      <a:pt x="6228" y="9834"/>
                    </a:lnTo>
                    <a:lnTo>
                      <a:pt x="6228" y="9834"/>
                    </a:lnTo>
                    <a:cubicBezTo>
                      <a:pt x="6220" y="9836"/>
                      <a:pt x="6212" y="9838"/>
                      <a:pt x="6212" y="9838"/>
                    </a:cubicBezTo>
                    <a:cubicBezTo>
                      <a:pt x="6211" y="9838"/>
                      <a:pt x="6216" y="9837"/>
                      <a:pt x="6228" y="9831"/>
                    </a:cubicBezTo>
                    <a:cubicBezTo>
                      <a:pt x="6241" y="9828"/>
                      <a:pt x="6244" y="9828"/>
                      <a:pt x="6247" y="9828"/>
                    </a:cubicBezTo>
                    <a:lnTo>
                      <a:pt x="6232" y="9834"/>
                    </a:lnTo>
                    <a:lnTo>
                      <a:pt x="7064" y="11730"/>
                    </a:lnTo>
                    <a:lnTo>
                      <a:pt x="7516" y="12755"/>
                    </a:lnTo>
                    <a:lnTo>
                      <a:pt x="7610" y="12973"/>
                    </a:lnTo>
                    <a:lnTo>
                      <a:pt x="7714" y="13219"/>
                    </a:lnTo>
                    <a:cubicBezTo>
                      <a:pt x="7711" y="13228"/>
                      <a:pt x="7711" y="13238"/>
                      <a:pt x="7711" y="13251"/>
                    </a:cubicBezTo>
                    <a:cubicBezTo>
                      <a:pt x="7705" y="13345"/>
                      <a:pt x="7692" y="13446"/>
                      <a:pt x="7680" y="13560"/>
                    </a:cubicBezTo>
                    <a:cubicBezTo>
                      <a:pt x="7635" y="14008"/>
                      <a:pt x="7582" y="14582"/>
                      <a:pt x="7522" y="15162"/>
                    </a:cubicBezTo>
                    <a:lnTo>
                      <a:pt x="7487" y="15528"/>
                    </a:lnTo>
                    <a:cubicBezTo>
                      <a:pt x="7377" y="16658"/>
                      <a:pt x="7273" y="17714"/>
                      <a:pt x="7269" y="17781"/>
                    </a:cubicBezTo>
                    <a:cubicBezTo>
                      <a:pt x="7266" y="17809"/>
                      <a:pt x="7257" y="17834"/>
                      <a:pt x="7254" y="17872"/>
                    </a:cubicBezTo>
                    <a:lnTo>
                      <a:pt x="7254" y="17879"/>
                    </a:lnTo>
                    <a:cubicBezTo>
                      <a:pt x="7216" y="18115"/>
                      <a:pt x="7146" y="18491"/>
                      <a:pt x="7083" y="18664"/>
                    </a:cubicBezTo>
                    <a:cubicBezTo>
                      <a:pt x="7004" y="18875"/>
                      <a:pt x="6922" y="19191"/>
                      <a:pt x="7181" y="19355"/>
                    </a:cubicBezTo>
                    <a:cubicBezTo>
                      <a:pt x="7181" y="19355"/>
                      <a:pt x="8197" y="19342"/>
                      <a:pt x="8971" y="19342"/>
                    </a:cubicBezTo>
                    <a:cubicBezTo>
                      <a:pt x="9397" y="19342"/>
                      <a:pt x="9749" y="19346"/>
                      <a:pt x="9818" y="19358"/>
                    </a:cubicBezTo>
                    <a:cubicBezTo>
                      <a:pt x="9837" y="19361"/>
                      <a:pt x="9851" y="19363"/>
                      <a:pt x="9863" y="19363"/>
                    </a:cubicBezTo>
                    <a:cubicBezTo>
                      <a:pt x="10014" y="19363"/>
                      <a:pt x="9603" y="19087"/>
                      <a:pt x="9377" y="18964"/>
                    </a:cubicBezTo>
                    <a:cubicBezTo>
                      <a:pt x="9377" y="18964"/>
                      <a:pt x="9423" y="18917"/>
                      <a:pt x="9420" y="18917"/>
                    </a:cubicBezTo>
                    <a:lnTo>
                      <a:pt x="9420" y="18917"/>
                    </a:lnTo>
                    <a:cubicBezTo>
                      <a:pt x="9418" y="18917"/>
                      <a:pt x="9406" y="18928"/>
                      <a:pt x="9371" y="18961"/>
                    </a:cubicBezTo>
                    <a:cubicBezTo>
                      <a:pt x="8841" y="18645"/>
                      <a:pt x="8061" y="18361"/>
                      <a:pt x="8052" y="18308"/>
                    </a:cubicBezTo>
                    <a:cubicBezTo>
                      <a:pt x="8052" y="18289"/>
                      <a:pt x="8121" y="17920"/>
                      <a:pt x="8229" y="17374"/>
                    </a:cubicBezTo>
                    <a:lnTo>
                      <a:pt x="8229" y="17371"/>
                    </a:lnTo>
                    <a:cubicBezTo>
                      <a:pt x="8361" y="16680"/>
                      <a:pt x="8547" y="15714"/>
                      <a:pt x="8699" y="14850"/>
                    </a:cubicBezTo>
                    <a:cubicBezTo>
                      <a:pt x="8875" y="13828"/>
                      <a:pt x="9008" y="13446"/>
                      <a:pt x="9024" y="12986"/>
                    </a:cubicBezTo>
                    <a:cubicBezTo>
                      <a:pt x="9024" y="12733"/>
                      <a:pt x="8973" y="12282"/>
                      <a:pt x="8891" y="11727"/>
                    </a:cubicBezTo>
                    <a:cubicBezTo>
                      <a:pt x="8541" y="9389"/>
                      <a:pt x="7610" y="5099"/>
                      <a:pt x="7610" y="5099"/>
                    </a:cubicBezTo>
                    <a:lnTo>
                      <a:pt x="7878" y="1042"/>
                    </a:lnTo>
                    <a:cubicBezTo>
                      <a:pt x="7878" y="1042"/>
                      <a:pt x="6982" y="130"/>
                      <a:pt x="5623" y="1"/>
                    </a:cubicBez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44"/>
              <p:cNvSpPr/>
              <p:nvPr/>
            </p:nvSpPr>
            <p:spPr>
              <a:xfrm>
                <a:off x="3238300" y="1503400"/>
                <a:ext cx="167925" cy="261225"/>
              </a:xfrm>
              <a:custGeom>
                <a:avLst/>
                <a:gdLst/>
                <a:ahLst/>
                <a:cxnLst/>
                <a:rect l="l" t="t" r="r" b="b"/>
                <a:pathLst>
                  <a:path w="6717" h="10449" extrusionOk="0">
                    <a:moveTo>
                      <a:pt x="5206" y="0"/>
                    </a:moveTo>
                    <a:lnTo>
                      <a:pt x="5206" y="0"/>
                    </a:lnTo>
                    <a:lnTo>
                      <a:pt x="5206" y="0"/>
                    </a:lnTo>
                    <a:cubicBezTo>
                      <a:pt x="5206" y="0"/>
                      <a:pt x="5206" y="0"/>
                      <a:pt x="5206" y="0"/>
                    </a:cubicBezTo>
                    <a:close/>
                    <a:moveTo>
                      <a:pt x="5206" y="0"/>
                    </a:moveTo>
                    <a:cubicBezTo>
                      <a:pt x="5205" y="4"/>
                      <a:pt x="4493" y="342"/>
                      <a:pt x="3379" y="342"/>
                    </a:cubicBezTo>
                    <a:cubicBezTo>
                      <a:pt x="2875" y="342"/>
                      <a:pt x="2290" y="273"/>
                      <a:pt x="1650" y="73"/>
                    </a:cubicBezTo>
                    <a:cubicBezTo>
                      <a:pt x="1650" y="73"/>
                      <a:pt x="874" y="2366"/>
                      <a:pt x="937" y="3108"/>
                    </a:cubicBezTo>
                    <a:cubicBezTo>
                      <a:pt x="1001" y="3849"/>
                      <a:pt x="1698" y="7777"/>
                      <a:pt x="1698" y="7777"/>
                    </a:cubicBezTo>
                    <a:lnTo>
                      <a:pt x="1" y="8701"/>
                    </a:lnTo>
                    <a:lnTo>
                      <a:pt x="174" y="8906"/>
                    </a:lnTo>
                    <a:lnTo>
                      <a:pt x="1083" y="8906"/>
                    </a:lnTo>
                    <a:lnTo>
                      <a:pt x="505" y="9379"/>
                    </a:lnTo>
                    <a:lnTo>
                      <a:pt x="1351" y="10449"/>
                    </a:lnTo>
                    <a:lnTo>
                      <a:pt x="3408" y="8288"/>
                    </a:lnTo>
                    <a:lnTo>
                      <a:pt x="3546" y="4155"/>
                    </a:lnTo>
                    <a:lnTo>
                      <a:pt x="4953" y="7572"/>
                    </a:lnTo>
                    <a:lnTo>
                      <a:pt x="4297" y="9938"/>
                    </a:lnTo>
                    <a:lnTo>
                      <a:pt x="4837" y="9957"/>
                    </a:lnTo>
                    <a:lnTo>
                      <a:pt x="5259" y="9133"/>
                    </a:lnTo>
                    <a:lnTo>
                      <a:pt x="5408" y="10039"/>
                    </a:lnTo>
                    <a:lnTo>
                      <a:pt x="6717" y="10143"/>
                    </a:lnTo>
                    <a:lnTo>
                      <a:pt x="6575" y="7357"/>
                    </a:lnTo>
                    <a:lnTo>
                      <a:pt x="5206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44"/>
              <p:cNvSpPr/>
              <p:nvPr/>
            </p:nvSpPr>
            <p:spPr>
              <a:xfrm>
                <a:off x="3282475" y="1323975"/>
                <a:ext cx="49625" cy="64025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2561" extrusionOk="0">
                    <a:moveTo>
                      <a:pt x="208" y="0"/>
                    </a:moveTo>
                    <a:lnTo>
                      <a:pt x="130" y="852"/>
                    </a:lnTo>
                    <a:lnTo>
                      <a:pt x="70" y="1552"/>
                    </a:lnTo>
                    <a:lnTo>
                      <a:pt x="0" y="1988"/>
                    </a:lnTo>
                    <a:cubicBezTo>
                      <a:pt x="0" y="1988"/>
                      <a:pt x="256" y="2561"/>
                      <a:pt x="990" y="2561"/>
                    </a:cubicBezTo>
                    <a:cubicBezTo>
                      <a:pt x="1030" y="2561"/>
                      <a:pt x="1071" y="2559"/>
                      <a:pt x="1114" y="2556"/>
                    </a:cubicBezTo>
                    <a:cubicBezTo>
                      <a:pt x="1940" y="2483"/>
                      <a:pt x="1984" y="1944"/>
                      <a:pt x="1984" y="1944"/>
                    </a:cubicBezTo>
                    <a:lnTo>
                      <a:pt x="1385" y="578"/>
                    </a:lnTo>
                    <a:lnTo>
                      <a:pt x="1007" y="546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44"/>
              <p:cNvSpPr/>
              <p:nvPr/>
            </p:nvSpPr>
            <p:spPr>
              <a:xfrm>
                <a:off x="3250675" y="1368050"/>
                <a:ext cx="129700" cy="70375"/>
              </a:xfrm>
              <a:custGeom>
                <a:avLst/>
                <a:gdLst/>
                <a:ahLst/>
                <a:cxnLst/>
                <a:rect l="l" t="t" r="r" b="b"/>
                <a:pathLst>
                  <a:path w="5188" h="2815" extrusionOk="0">
                    <a:moveTo>
                      <a:pt x="3477" y="1"/>
                    </a:moveTo>
                    <a:cubicBezTo>
                      <a:pt x="3477" y="1"/>
                      <a:pt x="3433" y="600"/>
                      <a:pt x="2919" y="796"/>
                    </a:cubicBezTo>
                    <a:cubicBezTo>
                      <a:pt x="2871" y="814"/>
                      <a:pt x="2821" y="822"/>
                      <a:pt x="2769" y="822"/>
                    </a:cubicBezTo>
                    <a:cubicBezTo>
                      <a:pt x="2255" y="822"/>
                      <a:pt x="1569" y="39"/>
                      <a:pt x="1569" y="39"/>
                    </a:cubicBezTo>
                    <a:cubicBezTo>
                      <a:pt x="1569" y="39"/>
                      <a:pt x="916" y="405"/>
                      <a:pt x="420" y="720"/>
                    </a:cubicBezTo>
                    <a:cubicBezTo>
                      <a:pt x="1" y="991"/>
                      <a:pt x="1130" y="2815"/>
                      <a:pt x="1130" y="2815"/>
                    </a:cubicBezTo>
                    <a:lnTo>
                      <a:pt x="4670" y="2326"/>
                    </a:lnTo>
                    <a:lnTo>
                      <a:pt x="5187" y="1998"/>
                    </a:lnTo>
                    <a:cubicBezTo>
                      <a:pt x="5187" y="1998"/>
                      <a:pt x="4862" y="973"/>
                      <a:pt x="4771" y="796"/>
                    </a:cubicBezTo>
                    <a:cubicBezTo>
                      <a:pt x="4771" y="796"/>
                      <a:pt x="4212" y="291"/>
                      <a:pt x="3477" y="1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44"/>
              <p:cNvSpPr/>
              <p:nvPr/>
            </p:nvSpPr>
            <p:spPr>
              <a:xfrm>
                <a:off x="3285850" y="1323825"/>
                <a:ext cx="45075" cy="35025"/>
              </a:xfrm>
              <a:custGeom>
                <a:avLst/>
                <a:gdLst/>
                <a:ahLst/>
                <a:cxnLst/>
                <a:rect l="l" t="t" r="r" b="b"/>
                <a:pathLst>
                  <a:path w="1803" h="1401" extrusionOk="0">
                    <a:moveTo>
                      <a:pt x="80" y="0"/>
                    </a:moveTo>
                    <a:lnTo>
                      <a:pt x="1" y="852"/>
                    </a:lnTo>
                    <a:cubicBezTo>
                      <a:pt x="726" y="1290"/>
                      <a:pt x="1073" y="1341"/>
                      <a:pt x="1594" y="1401"/>
                    </a:cubicBezTo>
                    <a:lnTo>
                      <a:pt x="1802" y="877"/>
                    </a:lnTo>
                    <a:lnTo>
                      <a:pt x="1730" y="659"/>
                    </a:lnTo>
                    <a:lnTo>
                      <a:pt x="903" y="864"/>
                    </a:lnTo>
                    <a:lnTo>
                      <a:pt x="80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44"/>
              <p:cNvSpPr/>
              <p:nvPr/>
            </p:nvSpPr>
            <p:spPr>
              <a:xfrm>
                <a:off x="3269300" y="1258650"/>
                <a:ext cx="80350" cy="98025"/>
              </a:xfrm>
              <a:custGeom>
                <a:avLst/>
                <a:gdLst/>
                <a:ahLst/>
                <a:cxnLst/>
                <a:rect l="l" t="t" r="r" b="b"/>
                <a:pathLst>
                  <a:path w="3214" h="3921" extrusionOk="0">
                    <a:moveTo>
                      <a:pt x="1639" y="0"/>
                    </a:moveTo>
                    <a:cubicBezTo>
                      <a:pt x="1624" y="0"/>
                      <a:pt x="1609" y="0"/>
                      <a:pt x="1593" y="1"/>
                    </a:cubicBezTo>
                    <a:cubicBezTo>
                      <a:pt x="1593" y="1"/>
                      <a:pt x="1582" y="0"/>
                      <a:pt x="1562" y="0"/>
                    </a:cubicBezTo>
                    <a:cubicBezTo>
                      <a:pt x="1382" y="0"/>
                      <a:pt x="475" y="62"/>
                      <a:pt x="180" y="1276"/>
                    </a:cubicBezTo>
                    <a:cubicBezTo>
                      <a:pt x="180" y="1276"/>
                      <a:pt x="0" y="2143"/>
                      <a:pt x="477" y="2869"/>
                    </a:cubicBezTo>
                    <a:cubicBezTo>
                      <a:pt x="477" y="2869"/>
                      <a:pt x="1392" y="3781"/>
                      <a:pt x="2294" y="3916"/>
                    </a:cubicBezTo>
                    <a:cubicBezTo>
                      <a:pt x="2314" y="3919"/>
                      <a:pt x="2334" y="3920"/>
                      <a:pt x="2354" y="3920"/>
                    </a:cubicBezTo>
                    <a:cubicBezTo>
                      <a:pt x="2943" y="3920"/>
                      <a:pt x="3213" y="2799"/>
                      <a:pt x="3158" y="1736"/>
                    </a:cubicBezTo>
                    <a:cubicBezTo>
                      <a:pt x="3066" y="758"/>
                      <a:pt x="2324" y="0"/>
                      <a:pt x="1639" y="0"/>
                    </a:cubicBez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44"/>
              <p:cNvSpPr/>
              <p:nvPr/>
            </p:nvSpPr>
            <p:spPr>
              <a:xfrm>
                <a:off x="3322225" y="1308400"/>
                <a:ext cx="9875" cy="2102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841" extrusionOk="0">
                    <a:moveTo>
                      <a:pt x="198" y="1"/>
                    </a:moveTo>
                    <a:cubicBezTo>
                      <a:pt x="195" y="1"/>
                      <a:pt x="192" y="1"/>
                      <a:pt x="189" y="2"/>
                    </a:cubicBezTo>
                    <a:cubicBezTo>
                      <a:pt x="177" y="11"/>
                      <a:pt x="174" y="24"/>
                      <a:pt x="177" y="33"/>
                    </a:cubicBezTo>
                    <a:cubicBezTo>
                      <a:pt x="177" y="33"/>
                      <a:pt x="271" y="220"/>
                      <a:pt x="319" y="570"/>
                    </a:cubicBezTo>
                    <a:cubicBezTo>
                      <a:pt x="338" y="718"/>
                      <a:pt x="306" y="778"/>
                      <a:pt x="268" y="791"/>
                    </a:cubicBezTo>
                    <a:cubicBezTo>
                      <a:pt x="264" y="792"/>
                      <a:pt x="258" y="793"/>
                      <a:pt x="253" y="793"/>
                    </a:cubicBezTo>
                    <a:cubicBezTo>
                      <a:pt x="195" y="793"/>
                      <a:pt x="108" y="714"/>
                      <a:pt x="51" y="573"/>
                    </a:cubicBezTo>
                    <a:cubicBezTo>
                      <a:pt x="48" y="566"/>
                      <a:pt x="40" y="560"/>
                      <a:pt x="31" y="560"/>
                    </a:cubicBezTo>
                    <a:cubicBezTo>
                      <a:pt x="27" y="560"/>
                      <a:pt x="23" y="561"/>
                      <a:pt x="19" y="563"/>
                    </a:cubicBezTo>
                    <a:cubicBezTo>
                      <a:pt x="6" y="567"/>
                      <a:pt x="0" y="582"/>
                      <a:pt x="6" y="595"/>
                    </a:cubicBezTo>
                    <a:cubicBezTo>
                      <a:pt x="67" y="741"/>
                      <a:pt x="164" y="841"/>
                      <a:pt x="247" y="841"/>
                    </a:cubicBezTo>
                    <a:cubicBezTo>
                      <a:pt x="255" y="841"/>
                      <a:pt x="264" y="840"/>
                      <a:pt x="271" y="838"/>
                    </a:cubicBezTo>
                    <a:lnTo>
                      <a:pt x="281" y="838"/>
                    </a:lnTo>
                    <a:cubicBezTo>
                      <a:pt x="316" y="832"/>
                      <a:pt x="394" y="784"/>
                      <a:pt x="366" y="567"/>
                    </a:cubicBezTo>
                    <a:cubicBezTo>
                      <a:pt x="319" y="213"/>
                      <a:pt x="224" y="24"/>
                      <a:pt x="221" y="15"/>
                    </a:cubicBezTo>
                    <a:cubicBezTo>
                      <a:pt x="216" y="5"/>
                      <a:pt x="208" y="1"/>
                      <a:pt x="198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44"/>
              <p:cNvSpPr/>
              <p:nvPr/>
            </p:nvSpPr>
            <p:spPr>
              <a:xfrm>
                <a:off x="3332150" y="1304050"/>
                <a:ext cx="14700" cy="6775"/>
              </a:xfrm>
              <a:custGeom>
                <a:avLst/>
                <a:gdLst/>
                <a:ahLst/>
                <a:cxnLst/>
                <a:rect l="l" t="t" r="r" b="b"/>
                <a:pathLst>
                  <a:path w="588" h="271" extrusionOk="0">
                    <a:moveTo>
                      <a:pt x="256" y="0"/>
                    </a:moveTo>
                    <a:cubicBezTo>
                      <a:pt x="238" y="0"/>
                      <a:pt x="221" y="2"/>
                      <a:pt x="203" y="6"/>
                    </a:cubicBezTo>
                    <a:cubicBezTo>
                      <a:pt x="143" y="28"/>
                      <a:pt x="98" y="65"/>
                      <a:pt x="64" y="113"/>
                    </a:cubicBezTo>
                    <a:cubicBezTo>
                      <a:pt x="32" y="160"/>
                      <a:pt x="10" y="217"/>
                      <a:pt x="1" y="271"/>
                    </a:cubicBezTo>
                    <a:cubicBezTo>
                      <a:pt x="42" y="233"/>
                      <a:pt x="76" y="195"/>
                      <a:pt x="111" y="163"/>
                    </a:cubicBezTo>
                    <a:cubicBezTo>
                      <a:pt x="149" y="132"/>
                      <a:pt x="187" y="110"/>
                      <a:pt x="228" y="97"/>
                    </a:cubicBezTo>
                    <a:cubicBezTo>
                      <a:pt x="243" y="91"/>
                      <a:pt x="260" y="88"/>
                      <a:pt x="276" y="88"/>
                    </a:cubicBezTo>
                    <a:cubicBezTo>
                      <a:pt x="337" y="88"/>
                      <a:pt x="404" y="126"/>
                      <a:pt x="471" y="185"/>
                    </a:cubicBezTo>
                    <a:lnTo>
                      <a:pt x="587" y="47"/>
                    </a:lnTo>
                    <a:lnTo>
                      <a:pt x="449" y="122"/>
                    </a:lnTo>
                    <a:cubicBezTo>
                      <a:pt x="430" y="91"/>
                      <a:pt x="408" y="59"/>
                      <a:pt x="376" y="40"/>
                    </a:cubicBezTo>
                    <a:cubicBezTo>
                      <a:pt x="351" y="18"/>
                      <a:pt x="326" y="9"/>
                      <a:pt x="294" y="2"/>
                    </a:cubicBezTo>
                    <a:cubicBezTo>
                      <a:pt x="281" y="1"/>
                      <a:pt x="268" y="0"/>
                      <a:pt x="256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Google Shape;1532;p44"/>
              <p:cNvSpPr/>
              <p:nvPr/>
            </p:nvSpPr>
            <p:spPr>
              <a:xfrm>
                <a:off x="3301800" y="1307250"/>
                <a:ext cx="16650" cy="5950"/>
              </a:xfrm>
              <a:custGeom>
                <a:avLst/>
                <a:gdLst/>
                <a:ahLst/>
                <a:cxnLst/>
                <a:rect l="l" t="t" r="r" b="b"/>
                <a:pathLst>
                  <a:path w="666" h="238" extrusionOk="0">
                    <a:moveTo>
                      <a:pt x="401" y="1"/>
                    </a:moveTo>
                    <a:cubicBezTo>
                      <a:pt x="366" y="1"/>
                      <a:pt x="338" y="4"/>
                      <a:pt x="303" y="16"/>
                    </a:cubicBezTo>
                    <a:cubicBezTo>
                      <a:pt x="271" y="32"/>
                      <a:pt x="249" y="48"/>
                      <a:pt x="224" y="73"/>
                    </a:cubicBezTo>
                    <a:cubicBezTo>
                      <a:pt x="199" y="102"/>
                      <a:pt x="183" y="136"/>
                      <a:pt x="170" y="171"/>
                    </a:cubicBezTo>
                    <a:lnTo>
                      <a:pt x="0" y="133"/>
                    </a:lnTo>
                    <a:lnTo>
                      <a:pt x="158" y="237"/>
                    </a:lnTo>
                    <a:cubicBezTo>
                      <a:pt x="225" y="155"/>
                      <a:pt x="298" y="100"/>
                      <a:pt x="373" y="100"/>
                    </a:cubicBezTo>
                    <a:cubicBezTo>
                      <a:pt x="379" y="100"/>
                      <a:pt x="385" y="101"/>
                      <a:pt x="391" y="102"/>
                    </a:cubicBezTo>
                    <a:cubicBezTo>
                      <a:pt x="435" y="102"/>
                      <a:pt x="476" y="117"/>
                      <a:pt x="524" y="136"/>
                    </a:cubicBezTo>
                    <a:cubicBezTo>
                      <a:pt x="571" y="155"/>
                      <a:pt x="615" y="184"/>
                      <a:pt x="666" y="212"/>
                    </a:cubicBezTo>
                    <a:cubicBezTo>
                      <a:pt x="653" y="155"/>
                      <a:pt x="612" y="108"/>
                      <a:pt x="568" y="73"/>
                    </a:cubicBezTo>
                    <a:cubicBezTo>
                      <a:pt x="527" y="32"/>
                      <a:pt x="467" y="4"/>
                      <a:pt x="401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Google Shape;1533;p44"/>
              <p:cNvSpPr/>
              <p:nvPr/>
            </p:nvSpPr>
            <p:spPr>
              <a:xfrm>
                <a:off x="3257850" y="1408975"/>
                <a:ext cx="115975" cy="136400"/>
              </a:xfrm>
              <a:custGeom>
                <a:avLst/>
                <a:gdLst/>
                <a:ahLst/>
                <a:cxnLst/>
                <a:rect l="l" t="t" r="r" b="b"/>
                <a:pathLst>
                  <a:path w="4639" h="5456" extrusionOk="0">
                    <a:moveTo>
                      <a:pt x="2857" y="0"/>
                    </a:moveTo>
                    <a:cubicBezTo>
                      <a:pt x="2815" y="0"/>
                      <a:pt x="2776" y="3"/>
                      <a:pt x="2739" y="7"/>
                    </a:cubicBezTo>
                    <a:cubicBezTo>
                      <a:pt x="2212" y="74"/>
                      <a:pt x="559" y="695"/>
                      <a:pt x="559" y="695"/>
                    </a:cubicBezTo>
                    <a:lnTo>
                      <a:pt x="402" y="780"/>
                    </a:lnTo>
                    <a:lnTo>
                      <a:pt x="1" y="989"/>
                    </a:lnTo>
                    <a:cubicBezTo>
                      <a:pt x="1" y="989"/>
                      <a:pt x="635" y="2863"/>
                      <a:pt x="591" y="3500"/>
                    </a:cubicBezTo>
                    <a:cubicBezTo>
                      <a:pt x="562" y="3935"/>
                      <a:pt x="247" y="5263"/>
                      <a:pt x="247" y="5263"/>
                    </a:cubicBezTo>
                    <a:cubicBezTo>
                      <a:pt x="247" y="5263"/>
                      <a:pt x="1015" y="5456"/>
                      <a:pt x="1861" y="5456"/>
                    </a:cubicBezTo>
                    <a:cubicBezTo>
                      <a:pt x="2098" y="5456"/>
                      <a:pt x="2341" y="5441"/>
                      <a:pt x="2575" y="5402"/>
                    </a:cubicBezTo>
                    <a:cubicBezTo>
                      <a:pt x="3897" y="5330"/>
                      <a:pt x="4638" y="4872"/>
                      <a:pt x="4638" y="4872"/>
                    </a:cubicBezTo>
                    <a:lnTo>
                      <a:pt x="4219" y="3582"/>
                    </a:lnTo>
                    <a:lnTo>
                      <a:pt x="4137" y="3197"/>
                    </a:lnTo>
                    <a:lnTo>
                      <a:pt x="4405" y="408"/>
                    </a:lnTo>
                    <a:cubicBezTo>
                      <a:pt x="4405" y="408"/>
                      <a:pt x="3420" y="0"/>
                      <a:pt x="2857" y="0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Google Shape;1534;p44"/>
              <p:cNvSpPr/>
              <p:nvPr/>
            </p:nvSpPr>
            <p:spPr>
              <a:xfrm>
                <a:off x="3354475" y="1401825"/>
                <a:ext cx="13825" cy="40075"/>
              </a:xfrm>
              <a:custGeom>
                <a:avLst/>
                <a:gdLst/>
                <a:ahLst/>
                <a:cxnLst/>
                <a:rect l="l" t="t" r="r" b="b"/>
                <a:pathLst>
                  <a:path w="553" h="1603" extrusionOk="0">
                    <a:moveTo>
                      <a:pt x="0" y="0"/>
                    </a:moveTo>
                    <a:cubicBezTo>
                      <a:pt x="0" y="0"/>
                      <a:pt x="303" y="644"/>
                      <a:pt x="376" y="801"/>
                    </a:cubicBezTo>
                    <a:cubicBezTo>
                      <a:pt x="445" y="959"/>
                      <a:pt x="458" y="1603"/>
                      <a:pt x="458" y="1603"/>
                    </a:cubicBezTo>
                    <a:cubicBezTo>
                      <a:pt x="458" y="1603"/>
                      <a:pt x="480" y="1312"/>
                      <a:pt x="518" y="975"/>
                    </a:cubicBezTo>
                    <a:cubicBezTo>
                      <a:pt x="552" y="634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Google Shape;1535;p44"/>
              <p:cNvSpPr/>
              <p:nvPr/>
            </p:nvSpPr>
            <p:spPr>
              <a:xfrm>
                <a:off x="3276075" y="1275925"/>
                <a:ext cx="75175" cy="28800"/>
              </a:xfrm>
              <a:custGeom>
                <a:avLst/>
                <a:gdLst/>
                <a:ahLst/>
                <a:cxnLst/>
                <a:rect l="l" t="t" r="r" b="b"/>
                <a:pathLst>
                  <a:path w="3007" h="1152" extrusionOk="0">
                    <a:moveTo>
                      <a:pt x="1999" y="0"/>
                    </a:moveTo>
                    <a:cubicBezTo>
                      <a:pt x="1598" y="0"/>
                      <a:pt x="1194" y="153"/>
                      <a:pt x="975" y="414"/>
                    </a:cubicBezTo>
                    <a:cubicBezTo>
                      <a:pt x="598" y="860"/>
                      <a:pt x="32" y="866"/>
                      <a:pt x="2" y="866"/>
                    </a:cubicBezTo>
                    <a:cubicBezTo>
                      <a:pt x="1" y="866"/>
                      <a:pt x="1" y="866"/>
                      <a:pt x="1" y="866"/>
                    </a:cubicBezTo>
                    <a:lnTo>
                      <a:pt x="1" y="866"/>
                    </a:lnTo>
                    <a:cubicBezTo>
                      <a:pt x="306" y="1077"/>
                      <a:pt x="605" y="1152"/>
                      <a:pt x="876" y="1152"/>
                    </a:cubicBezTo>
                    <a:cubicBezTo>
                      <a:pt x="1539" y="1152"/>
                      <a:pt x="2032" y="702"/>
                      <a:pt x="2032" y="701"/>
                    </a:cubicBezTo>
                    <a:lnTo>
                      <a:pt x="2032" y="701"/>
                    </a:lnTo>
                    <a:lnTo>
                      <a:pt x="1818" y="1071"/>
                    </a:lnTo>
                    <a:cubicBezTo>
                      <a:pt x="1834" y="1071"/>
                      <a:pt x="1850" y="1072"/>
                      <a:pt x="1865" y="1072"/>
                    </a:cubicBezTo>
                    <a:cubicBezTo>
                      <a:pt x="2529" y="1072"/>
                      <a:pt x="3006" y="436"/>
                      <a:pt x="2830" y="285"/>
                    </a:cubicBezTo>
                    <a:cubicBezTo>
                      <a:pt x="2610" y="89"/>
                      <a:pt x="2305" y="0"/>
                      <a:pt x="1999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44"/>
              <p:cNvSpPr/>
              <p:nvPr/>
            </p:nvSpPr>
            <p:spPr>
              <a:xfrm>
                <a:off x="3315500" y="1330925"/>
                <a:ext cx="22825" cy="6475"/>
              </a:xfrm>
              <a:custGeom>
                <a:avLst/>
                <a:gdLst/>
                <a:ahLst/>
                <a:cxnLst/>
                <a:rect l="l" t="t" r="r" b="b"/>
                <a:pathLst>
                  <a:path w="913" h="259" extrusionOk="0">
                    <a:moveTo>
                      <a:pt x="890" y="1"/>
                    </a:moveTo>
                    <a:cubicBezTo>
                      <a:pt x="884" y="1"/>
                      <a:pt x="877" y="4"/>
                      <a:pt x="872" y="9"/>
                    </a:cubicBezTo>
                    <a:cubicBezTo>
                      <a:pt x="755" y="169"/>
                      <a:pt x="596" y="216"/>
                      <a:pt x="448" y="216"/>
                    </a:cubicBezTo>
                    <a:cubicBezTo>
                      <a:pt x="229" y="216"/>
                      <a:pt x="34" y="112"/>
                      <a:pt x="33" y="110"/>
                    </a:cubicBezTo>
                    <a:cubicBezTo>
                      <a:pt x="29" y="110"/>
                      <a:pt x="26" y="109"/>
                      <a:pt x="24" y="109"/>
                    </a:cubicBezTo>
                    <a:cubicBezTo>
                      <a:pt x="15" y="109"/>
                      <a:pt x="9" y="113"/>
                      <a:pt x="4" y="120"/>
                    </a:cubicBezTo>
                    <a:cubicBezTo>
                      <a:pt x="1" y="132"/>
                      <a:pt x="4" y="142"/>
                      <a:pt x="14" y="148"/>
                    </a:cubicBezTo>
                    <a:cubicBezTo>
                      <a:pt x="17" y="151"/>
                      <a:pt x="219" y="259"/>
                      <a:pt x="446" y="259"/>
                    </a:cubicBezTo>
                    <a:cubicBezTo>
                      <a:pt x="604" y="259"/>
                      <a:pt x="777" y="205"/>
                      <a:pt x="903" y="32"/>
                    </a:cubicBezTo>
                    <a:cubicBezTo>
                      <a:pt x="913" y="25"/>
                      <a:pt x="906" y="13"/>
                      <a:pt x="900" y="6"/>
                    </a:cubicBezTo>
                    <a:cubicBezTo>
                      <a:pt x="897" y="2"/>
                      <a:pt x="894" y="1"/>
                      <a:pt x="890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44"/>
              <p:cNvSpPr/>
              <p:nvPr/>
            </p:nvSpPr>
            <p:spPr>
              <a:xfrm>
                <a:off x="3426400" y="1456550"/>
                <a:ext cx="50825" cy="58350"/>
              </a:xfrm>
              <a:custGeom>
                <a:avLst/>
                <a:gdLst/>
                <a:ahLst/>
                <a:cxnLst/>
                <a:rect l="l" t="t" r="r" b="b"/>
                <a:pathLst>
                  <a:path w="2033" h="2334" extrusionOk="0">
                    <a:moveTo>
                      <a:pt x="953" y="0"/>
                    </a:moveTo>
                    <a:lnTo>
                      <a:pt x="890" y="133"/>
                    </a:lnTo>
                    <a:lnTo>
                      <a:pt x="1133" y="344"/>
                    </a:lnTo>
                    <a:lnTo>
                      <a:pt x="613" y="865"/>
                    </a:lnTo>
                    <a:cubicBezTo>
                      <a:pt x="546" y="982"/>
                      <a:pt x="1" y="2294"/>
                      <a:pt x="1" y="2294"/>
                    </a:cubicBezTo>
                    <a:cubicBezTo>
                      <a:pt x="1" y="2294"/>
                      <a:pt x="84" y="2333"/>
                      <a:pt x="212" y="2333"/>
                    </a:cubicBezTo>
                    <a:cubicBezTo>
                      <a:pt x="372" y="2333"/>
                      <a:pt x="602" y="2272"/>
                      <a:pt x="827" y="1994"/>
                    </a:cubicBezTo>
                    <a:cubicBezTo>
                      <a:pt x="827" y="1994"/>
                      <a:pt x="631" y="1549"/>
                      <a:pt x="843" y="1313"/>
                    </a:cubicBezTo>
                    <a:cubicBezTo>
                      <a:pt x="1237" y="685"/>
                      <a:pt x="1856" y="874"/>
                      <a:pt x="2032" y="455"/>
                    </a:cubicBezTo>
                    <a:cubicBezTo>
                      <a:pt x="2032" y="455"/>
                      <a:pt x="1594" y="124"/>
                      <a:pt x="1395" y="79"/>
                    </a:cubicBezTo>
                    <a:cubicBezTo>
                      <a:pt x="1193" y="38"/>
                      <a:pt x="953" y="0"/>
                      <a:pt x="953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44"/>
              <p:cNvSpPr/>
              <p:nvPr/>
            </p:nvSpPr>
            <p:spPr>
              <a:xfrm>
                <a:off x="3311400" y="1454900"/>
                <a:ext cx="54775" cy="62950"/>
              </a:xfrm>
              <a:custGeom>
                <a:avLst/>
                <a:gdLst/>
                <a:ahLst/>
                <a:cxnLst/>
                <a:rect l="l" t="t" r="r" b="b"/>
                <a:pathLst>
                  <a:path w="2191" h="2518" extrusionOk="0">
                    <a:moveTo>
                      <a:pt x="777" y="0"/>
                    </a:moveTo>
                    <a:cubicBezTo>
                      <a:pt x="777" y="0"/>
                      <a:pt x="320" y="306"/>
                      <a:pt x="215" y="483"/>
                    </a:cubicBezTo>
                    <a:cubicBezTo>
                      <a:pt x="115" y="663"/>
                      <a:pt x="1" y="877"/>
                      <a:pt x="1" y="877"/>
                    </a:cubicBezTo>
                    <a:lnTo>
                      <a:pt x="105" y="981"/>
                    </a:lnTo>
                    <a:lnTo>
                      <a:pt x="386" y="820"/>
                    </a:lnTo>
                    <a:lnTo>
                      <a:pt x="708" y="1477"/>
                    </a:lnTo>
                    <a:cubicBezTo>
                      <a:pt x="799" y="1581"/>
                      <a:pt x="1869" y="2518"/>
                      <a:pt x="1869" y="2518"/>
                    </a:cubicBezTo>
                    <a:cubicBezTo>
                      <a:pt x="1869" y="2518"/>
                      <a:pt x="2190" y="2183"/>
                      <a:pt x="1850" y="1644"/>
                    </a:cubicBezTo>
                    <a:cubicBezTo>
                      <a:pt x="1850" y="1644"/>
                      <a:pt x="1826" y="1646"/>
                      <a:pt x="1789" y="1646"/>
                    </a:cubicBezTo>
                    <a:cubicBezTo>
                      <a:pt x="1653" y="1646"/>
                      <a:pt x="1330" y="1623"/>
                      <a:pt x="1209" y="1410"/>
                    </a:cubicBezTo>
                    <a:cubicBezTo>
                      <a:pt x="742" y="827"/>
                      <a:pt x="1121" y="306"/>
                      <a:pt x="777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44"/>
              <p:cNvSpPr/>
              <p:nvPr/>
            </p:nvSpPr>
            <p:spPr>
              <a:xfrm>
                <a:off x="3330575" y="1465850"/>
                <a:ext cx="102150" cy="24675"/>
              </a:xfrm>
              <a:custGeom>
                <a:avLst/>
                <a:gdLst/>
                <a:ahLst/>
                <a:cxnLst/>
                <a:rect l="l" t="t" r="r" b="b"/>
                <a:pathLst>
                  <a:path w="4086" h="987" extrusionOk="0">
                    <a:moveTo>
                      <a:pt x="2203" y="1"/>
                    </a:moveTo>
                    <a:cubicBezTo>
                      <a:pt x="1333" y="1"/>
                      <a:pt x="353" y="211"/>
                      <a:pt x="250" y="364"/>
                    </a:cubicBezTo>
                    <a:cubicBezTo>
                      <a:pt x="136" y="531"/>
                      <a:pt x="1" y="890"/>
                      <a:pt x="1020" y="979"/>
                    </a:cubicBezTo>
                    <a:cubicBezTo>
                      <a:pt x="1076" y="984"/>
                      <a:pt x="1135" y="986"/>
                      <a:pt x="1196" y="986"/>
                    </a:cubicBezTo>
                    <a:cubicBezTo>
                      <a:pt x="2242" y="986"/>
                      <a:pt x="3912" y="285"/>
                      <a:pt x="3912" y="285"/>
                    </a:cubicBezTo>
                    <a:lnTo>
                      <a:pt x="4086" y="155"/>
                    </a:lnTo>
                    <a:cubicBezTo>
                      <a:pt x="4086" y="155"/>
                      <a:pt x="3370" y="54"/>
                      <a:pt x="2452" y="7"/>
                    </a:cubicBezTo>
                    <a:cubicBezTo>
                      <a:pt x="2371" y="3"/>
                      <a:pt x="2287" y="1"/>
                      <a:pt x="2203" y="1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44"/>
              <p:cNvSpPr/>
              <p:nvPr/>
            </p:nvSpPr>
            <p:spPr>
              <a:xfrm>
                <a:off x="3351075" y="1469025"/>
                <a:ext cx="93250" cy="24375"/>
              </a:xfrm>
              <a:custGeom>
                <a:avLst/>
                <a:gdLst/>
                <a:ahLst/>
                <a:cxnLst/>
                <a:rect l="l" t="t" r="r" b="b"/>
                <a:pathLst>
                  <a:path w="3730" h="975" extrusionOk="0">
                    <a:moveTo>
                      <a:pt x="3044" y="1"/>
                    </a:moveTo>
                    <a:cubicBezTo>
                      <a:pt x="2374" y="1"/>
                      <a:pt x="422" y="237"/>
                      <a:pt x="231" y="375"/>
                    </a:cubicBezTo>
                    <a:cubicBezTo>
                      <a:pt x="1" y="543"/>
                      <a:pt x="64" y="871"/>
                      <a:pt x="313" y="890"/>
                    </a:cubicBezTo>
                    <a:cubicBezTo>
                      <a:pt x="497" y="901"/>
                      <a:pt x="2019" y="974"/>
                      <a:pt x="2902" y="974"/>
                    </a:cubicBezTo>
                    <a:cubicBezTo>
                      <a:pt x="3218" y="974"/>
                      <a:pt x="3451" y="965"/>
                      <a:pt x="3512" y="940"/>
                    </a:cubicBezTo>
                    <a:cubicBezTo>
                      <a:pt x="3730" y="833"/>
                      <a:pt x="3638" y="517"/>
                      <a:pt x="3433" y="517"/>
                    </a:cubicBezTo>
                    <a:lnTo>
                      <a:pt x="3272" y="498"/>
                    </a:lnTo>
                    <a:cubicBezTo>
                      <a:pt x="3203" y="492"/>
                      <a:pt x="3149" y="483"/>
                      <a:pt x="3149" y="483"/>
                    </a:cubicBezTo>
                    <a:cubicBezTo>
                      <a:pt x="3149" y="483"/>
                      <a:pt x="3196" y="413"/>
                      <a:pt x="3234" y="322"/>
                    </a:cubicBezTo>
                    <a:cubicBezTo>
                      <a:pt x="3282" y="218"/>
                      <a:pt x="3320" y="98"/>
                      <a:pt x="3266" y="28"/>
                    </a:cubicBezTo>
                    <a:cubicBezTo>
                      <a:pt x="3251" y="9"/>
                      <a:pt x="3170" y="1"/>
                      <a:pt x="3044" y="1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44"/>
              <p:cNvSpPr/>
              <p:nvPr/>
            </p:nvSpPr>
            <p:spPr>
              <a:xfrm>
                <a:off x="3368200" y="1477050"/>
                <a:ext cx="64775" cy="8450"/>
              </a:xfrm>
              <a:custGeom>
                <a:avLst/>
                <a:gdLst/>
                <a:ahLst/>
                <a:cxnLst/>
                <a:rect l="l" t="t" r="r" b="b"/>
                <a:pathLst>
                  <a:path w="2591" h="338" extrusionOk="0">
                    <a:moveTo>
                      <a:pt x="2556" y="1"/>
                    </a:moveTo>
                    <a:lnTo>
                      <a:pt x="2556" y="1"/>
                    </a:lnTo>
                    <a:cubicBezTo>
                      <a:pt x="2555" y="1"/>
                      <a:pt x="0" y="51"/>
                      <a:pt x="3" y="285"/>
                    </a:cubicBezTo>
                    <a:cubicBezTo>
                      <a:pt x="7" y="323"/>
                      <a:pt x="149" y="337"/>
                      <a:pt x="363" y="337"/>
                    </a:cubicBezTo>
                    <a:cubicBezTo>
                      <a:pt x="1074" y="337"/>
                      <a:pt x="2590" y="177"/>
                      <a:pt x="2590" y="177"/>
                    </a:cubicBezTo>
                    <a:cubicBezTo>
                      <a:pt x="2518" y="171"/>
                      <a:pt x="2467" y="162"/>
                      <a:pt x="2467" y="162"/>
                    </a:cubicBezTo>
                    <a:cubicBezTo>
                      <a:pt x="2467" y="162"/>
                      <a:pt x="2515" y="92"/>
                      <a:pt x="2556" y="1"/>
                    </a:cubicBez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44"/>
              <p:cNvSpPr/>
              <p:nvPr/>
            </p:nvSpPr>
            <p:spPr>
              <a:xfrm>
                <a:off x="3367400" y="1479175"/>
                <a:ext cx="102175" cy="96175"/>
              </a:xfrm>
              <a:custGeom>
                <a:avLst/>
                <a:gdLst/>
                <a:ahLst/>
                <a:cxnLst/>
                <a:rect l="l" t="t" r="r" b="b"/>
                <a:pathLst>
                  <a:path w="4087" h="3847" extrusionOk="0">
                    <a:moveTo>
                      <a:pt x="4058" y="1"/>
                    </a:moveTo>
                    <a:lnTo>
                      <a:pt x="1" y="285"/>
                    </a:lnTo>
                    <a:lnTo>
                      <a:pt x="244" y="3847"/>
                    </a:lnTo>
                    <a:lnTo>
                      <a:pt x="4086" y="3326"/>
                    </a:lnTo>
                    <a:lnTo>
                      <a:pt x="4058" y="1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44"/>
              <p:cNvSpPr/>
              <p:nvPr/>
            </p:nvSpPr>
            <p:spPr>
              <a:xfrm>
                <a:off x="3395575" y="1503475"/>
                <a:ext cx="51675" cy="13050"/>
              </a:xfrm>
              <a:custGeom>
                <a:avLst/>
                <a:gdLst/>
                <a:ahLst/>
                <a:cxnLst/>
                <a:rect l="l" t="t" r="r" b="b"/>
                <a:pathLst>
                  <a:path w="2067" h="522" extrusionOk="0">
                    <a:moveTo>
                      <a:pt x="2047" y="1"/>
                    </a:moveTo>
                    <a:lnTo>
                      <a:pt x="0" y="155"/>
                    </a:lnTo>
                    <a:lnTo>
                      <a:pt x="16" y="521"/>
                    </a:lnTo>
                    <a:lnTo>
                      <a:pt x="2066" y="363"/>
                    </a:lnTo>
                    <a:lnTo>
                      <a:pt x="2047" y="1"/>
                    </a:ln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44"/>
              <p:cNvSpPr/>
              <p:nvPr/>
            </p:nvSpPr>
            <p:spPr>
              <a:xfrm>
                <a:off x="3319050" y="1486275"/>
                <a:ext cx="54450" cy="89075"/>
              </a:xfrm>
              <a:custGeom>
                <a:avLst/>
                <a:gdLst/>
                <a:ahLst/>
                <a:cxnLst/>
                <a:rect l="l" t="t" r="r" b="b"/>
                <a:pathLst>
                  <a:path w="2178" h="3563" extrusionOk="0">
                    <a:moveTo>
                      <a:pt x="1935" y="1"/>
                    </a:moveTo>
                    <a:lnTo>
                      <a:pt x="1" y="99"/>
                    </a:lnTo>
                    <a:lnTo>
                      <a:pt x="77" y="1241"/>
                    </a:lnTo>
                    <a:lnTo>
                      <a:pt x="137" y="1714"/>
                    </a:lnTo>
                    <a:lnTo>
                      <a:pt x="297" y="3563"/>
                    </a:lnTo>
                    <a:lnTo>
                      <a:pt x="2178" y="3563"/>
                    </a:lnTo>
                    <a:lnTo>
                      <a:pt x="2045" y="1584"/>
                    </a:lnTo>
                    <a:lnTo>
                      <a:pt x="2014" y="1105"/>
                    </a:lnTo>
                    <a:lnTo>
                      <a:pt x="1935" y="1"/>
                    </a:ln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44"/>
              <p:cNvSpPr/>
              <p:nvPr/>
            </p:nvSpPr>
            <p:spPr>
              <a:xfrm>
                <a:off x="3367400" y="1479350"/>
                <a:ext cx="114625" cy="24150"/>
              </a:xfrm>
              <a:custGeom>
                <a:avLst/>
                <a:gdLst/>
                <a:ahLst/>
                <a:cxnLst/>
                <a:rect l="l" t="t" r="r" b="b"/>
                <a:pathLst>
                  <a:path w="4585" h="966" extrusionOk="0">
                    <a:moveTo>
                      <a:pt x="4105" y="0"/>
                    </a:moveTo>
                    <a:lnTo>
                      <a:pt x="1" y="284"/>
                    </a:lnTo>
                    <a:lnTo>
                      <a:pt x="490" y="966"/>
                    </a:lnTo>
                    <a:lnTo>
                      <a:pt x="4585" y="685"/>
                    </a:lnTo>
                    <a:lnTo>
                      <a:pt x="410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44"/>
              <p:cNvSpPr/>
              <p:nvPr/>
            </p:nvSpPr>
            <p:spPr>
              <a:xfrm>
                <a:off x="3308325" y="1486275"/>
                <a:ext cx="59100" cy="20450"/>
              </a:xfrm>
              <a:custGeom>
                <a:avLst/>
                <a:gdLst/>
                <a:ahLst/>
                <a:cxnLst/>
                <a:rect l="l" t="t" r="r" b="b"/>
                <a:pathLst>
                  <a:path w="2364" h="818" extrusionOk="0">
                    <a:moveTo>
                      <a:pt x="2364" y="1"/>
                    </a:moveTo>
                    <a:lnTo>
                      <a:pt x="430" y="99"/>
                    </a:lnTo>
                    <a:lnTo>
                      <a:pt x="1" y="818"/>
                    </a:lnTo>
                    <a:lnTo>
                      <a:pt x="1973" y="748"/>
                    </a:lnTo>
                    <a:lnTo>
                      <a:pt x="236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44"/>
              <p:cNvSpPr/>
              <p:nvPr/>
            </p:nvSpPr>
            <p:spPr>
              <a:xfrm>
                <a:off x="3426800" y="1526425"/>
                <a:ext cx="29750" cy="14350"/>
              </a:xfrm>
              <a:custGeom>
                <a:avLst/>
                <a:gdLst/>
                <a:ahLst/>
                <a:cxnLst/>
                <a:rect l="l" t="t" r="r" b="b"/>
                <a:pathLst>
                  <a:path w="1190" h="574" extrusionOk="0">
                    <a:moveTo>
                      <a:pt x="1089" y="1"/>
                    </a:moveTo>
                    <a:lnTo>
                      <a:pt x="120" y="48"/>
                    </a:lnTo>
                    <a:lnTo>
                      <a:pt x="0" y="461"/>
                    </a:lnTo>
                    <a:cubicBezTo>
                      <a:pt x="0" y="461"/>
                      <a:pt x="283" y="573"/>
                      <a:pt x="605" y="573"/>
                    </a:cubicBezTo>
                    <a:cubicBezTo>
                      <a:pt x="804" y="573"/>
                      <a:pt x="1018" y="530"/>
                      <a:pt x="1190" y="392"/>
                    </a:cubicBezTo>
                    <a:lnTo>
                      <a:pt x="108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44"/>
              <p:cNvSpPr/>
              <p:nvPr/>
            </p:nvSpPr>
            <p:spPr>
              <a:xfrm>
                <a:off x="3420100" y="1479200"/>
                <a:ext cx="38275" cy="52500"/>
              </a:xfrm>
              <a:custGeom>
                <a:avLst/>
                <a:gdLst/>
                <a:ahLst/>
                <a:cxnLst/>
                <a:rect l="l" t="t" r="r" b="b"/>
                <a:pathLst>
                  <a:path w="1531" h="2100" extrusionOk="0">
                    <a:moveTo>
                      <a:pt x="731" y="0"/>
                    </a:moveTo>
                    <a:cubicBezTo>
                      <a:pt x="401" y="0"/>
                      <a:pt x="0" y="120"/>
                      <a:pt x="0" y="120"/>
                    </a:cubicBezTo>
                    <a:cubicBezTo>
                      <a:pt x="0" y="120"/>
                      <a:pt x="294" y="1088"/>
                      <a:pt x="196" y="1574"/>
                    </a:cubicBezTo>
                    <a:cubicBezTo>
                      <a:pt x="95" y="2060"/>
                      <a:pt x="363" y="2095"/>
                      <a:pt x="486" y="2095"/>
                    </a:cubicBezTo>
                    <a:cubicBezTo>
                      <a:pt x="525" y="2095"/>
                      <a:pt x="624" y="2099"/>
                      <a:pt x="744" y="2099"/>
                    </a:cubicBezTo>
                    <a:cubicBezTo>
                      <a:pt x="1005" y="2099"/>
                      <a:pt x="1365" y="2077"/>
                      <a:pt x="1432" y="1937"/>
                    </a:cubicBezTo>
                    <a:cubicBezTo>
                      <a:pt x="1530" y="1732"/>
                      <a:pt x="1338" y="296"/>
                      <a:pt x="1082" y="88"/>
                    </a:cubicBezTo>
                    <a:cubicBezTo>
                      <a:pt x="1005" y="23"/>
                      <a:pt x="874" y="0"/>
                      <a:pt x="731" y="0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44"/>
              <p:cNvSpPr/>
              <p:nvPr/>
            </p:nvSpPr>
            <p:spPr>
              <a:xfrm>
                <a:off x="3329000" y="1528475"/>
                <a:ext cx="28250" cy="13700"/>
              </a:xfrm>
              <a:custGeom>
                <a:avLst/>
                <a:gdLst/>
                <a:ahLst/>
                <a:cxnLst/>
                <a:rect l="l" t="t" r="r" b="b"/>
                <a:pathLst>
                  <a:path w="1130" h="548" extrusionOk="0">
                    <a:moveTo>
                      <a:pt x="95" y="1"/>
                    </a:moveTo>
                    <a:lnTo>
                      <a:pt x="0" y="373"/>
                    </a:lnTo>
                    <a:cubicBezTo>
                      <a:pt x="163" y="506"/>
                      <a:pt x="368" y="547"/>
                      <a:pt x="558" y="547"/>
                    </a:cubicBezTo>
                    <a:cubicBezTo>
                      <a:pt x="862" y="547"/>
                      <a:pt x="1130" y="442"/>
                      <a:pt x="1130" y="442"/>
                    </a:cubicBezTo>
                    <a:lnTo>
                      <a:pt x="1019" y="48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44"/>
              <p:cNvSpPr/>
              <p:nvPr/>
            </p:nvSpPr>
            <p:spPr>
              <a:xfrm>
                <a:off x="3327275" y="1483650"/>
                <a:ext cx="36300" cy="49950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98" extrusionOk="0">
                    <a:moveTo>
                      <a:pt x="760" y="1"/>
                    </a:moveTo>
                    <a:cubicBezTo>
                      <a:pt x="623" y="1"/>
                      <a:pt x="498" y="22"/>
                      <a:pt x="423" y="84"/>
                    </a:cubicBezTo>
                    <a:cubicBezTo>
                      <a:pt x="177" y="282"/>
                      <a:pt x="0" y="1645"/>
                      <a:pt x="92" y="1841"/>
                    </a:cubicBezTo>
                    <a:cubicBezTo>
                      <a:pt x="156" y="1976"/>
                      <a:pt x="492" y="1997"/>
                      <a:pt x="738" y="1997"/>
                    </a:cubicBezTo>
                    <a:cubicBezTo>
                      <a:pt x="856" y="1997"/>
                      <a:pt x="953" y="1992"/>
                      <a:pt x="991" y="1992"/>
                    </a:cubicBezTo>
                    <a:cubicBezTo>
                      <a:pt x="1104" y="1992"/>
                      <a:pt x="1357" y="1958"/>
                      <a:pt x="1265" y="1494"/>
                    </a:cubicBezTo>
                    <a:cubicBezTo>
                      <a:pt x="1174" y="1033"/>
                      <a:pt x="1451" y="112"/>
                      <a:pt x="1451" y="112"/>
                    </a:cubicBezTo>
                    <a:cubicBezTo>
                      <a:pt x="1451" y="112"/>
                      <a:pt x="1073" y="1"/>
                      <a:pt x="760" y="1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44"/>
              <p:cNvSpPr/>
              <p:nvPr/>
            </p:nvSpPr>
            <p:spPr>
              <a:xfrm>
                <a:off x="3235450" y="1390200"/>
                <a:ext cx="115900" cy="188700"/>
              </a:xfrm>
              <a:custGeom>
                <a:avLst/>
                <a:gdLst/>
                <a:ahLst/>
                <a:cxnLst/>
                <a:rect l="l" t="t" r="r" b="b"/>
                <a:pathLst>
                  <a:path w="4636" h="7548" extrusionOk="0">
                    <a:moveTo>
                      <a:pt x="908" y="1"/>
                    </a:moveTo>
                    <a:cubicBezTo>
                      <a:pt x="905" y="1"/>
                      <a:pt x="903" y="1"/>
                      <a:pt x="900" y="1"/>
                    </a:cubicBezTo>
                    <a:cubicBezTo>
                      <a:pt x="1" y="506"/>
                      <a:pt x="124" y="1377"/>
                      <a:pt x="124" y="1377"/>
                    </a:cubicBezTo>
                    <a:cubicBezTo>
                      <a:pt x="124" y="1377"/>
                      <a:pt x="903" y="4614"/>
                      <a:pt x="1067" y="4882"/>
                    </a:cubicBezTo>
                    <a:cubicBezTo>
                      <a:pt x="1228" y="5147"/>
                      <a:pt x="4194" y="7547"/>
                      <a:pt x="4194" y="7547"/>
                    </a:cubicBezTo>
                    <a:lnTo>
                      <a:pt x="4635" y="7040"/>
                    </a:lnTo>
                    <a:cubicBezTo>
                      <a:pt x="4635" y="7040"/>
                      <a:pt x="2462" y="4850"/>
                      <a:pt x="2175" y="4330"/>
                    </a:cubicBezTo>
                    <a:cubicBezTo>
                      <a:pt x="2033" y="3093"/>
                      <a:pt x="1626" y="1257"/>
                      <a:pt x="1493" y="1121"/>
                    </a:cubicBezTo>
                    <a:cubicBezTo>
                      <a:pt x="1325" y="944"/>
                      <a:pt x="1066" y="1"/>
                      <a:pt x="908" y="1"/>
                    </a:cubicBez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44"/>
              <p:cNvSpPr/>
              <p:nvPr/>
            </p:nvSpPr>
            <p:spPr>
              <a:xfrm>
                <a:off x="3233875" y="1386050"/>
                <a:ext cx="46475" cy="53650"/>
              </a:xfrm>
              <a:custGeom>
                <a:avLst/>
                <a:gdLst/>
                <a:ahLst/>
                <a:cxnLst/>
                <a:rect l="l" t="t" r="r" b="b"/>
                <a:pathLst>
                  <a:path w="1859" h="2146" extrusionOk="0">
                    <a:moveTo>
                      <a:pt x="1152" y="0"/>
                    </a:moveTo>
                    <a:cubicBezTo>
                      <a:pt x="1152" y="0"/>
                      <a:pt x="364" y="410"/>
                      <a:pt x="184" y="808"/>
                    </a:cubicBezTo>
                    <a:cubicBezTo>
                      <a:pt x="1" y="1202"/>
                      <a:pt x="89" y="2095"/>
                      <a:pt x="89" y="2095"/>
                    </a:cubicBezTo>
                    <a:lnTo>
                      <a:pt x="1859" y="2145"/>
                    </a:lnTo>
                    <a:cubicBezTo>
                      <a:pt x="1856" y="2142"/>
                      <a:pt x="1638" y="312"/>
                      <a:pt x="1152" y="0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44"/>
              <p:cNvSpPr/>
              <p:nvPr/>
            </p:nvSpPr>
            <p:spPr>
              <a:xfrm>
                <a:off x="3236100" y="1438400"/>
                <a:ext cx="44975" cy="8700"/>
              </a:xfrm>
              <a:custGeom>
                <a:avLst/>
                <a:gdLst/>
                <a:ahLst/>
                <a:cxnLst/>
                <a:rect l="l" t="t" r="r" b="b"/>
                <a:pathLst>
                  <a:path w="1799" h="348" extrusionOk="0">
                    <a:moveTo>
                      <a:pt x="0" y="1"/>
                    </a:moveTo>
                    <a:lnTo>
                      <a:pt x="0" y="348"/>
                    </a:lnTo>
                    <a:lnTo>
                      <a:pt x="1798" y="348"/>
                    </a:lnTo>
                    <a:lnTo>
                      <a:pt x="1767" y="4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44"/>
              <p:cNvSpPr/>
              <p:nvPr/>
            </p:nvSpPr>
            <p:spPr>
              <a:xfrm>
                <a:off x="3366775" y="1417975"/>
                <a:ext cx="16425" cy="14950"/>
              </a:xfrm>
              <a:custGeom>
                <a:avLst/>
                <a:gdLst/>
                <a:ahLst/>
                <a:cxnLst/>
                <a:rect l="l" t="t" r="r" b="b"/>
                <a:pathLst>
                  <a:path w="657" h="598" extrusionOk="0">
                    <a:moveTo>
                      <a:pt x="549" y="1"/>
                    </a:moveTo>
                    <a:lnTo>
                      <a:pt x="26" y="329"/>
                    </a:lnTo>
                    <a:lnTo>
                      <a:pt x="1" y="597"/>
                    </a:lnTo>
                    <a:lnTo>
                      <a:pt x="657" y="316"/>
                    </a:lnTo>
                    <a:lnTo>
                      <a:pt x="54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44"/>
              <p:cNvSpPr/>
              <p:nvPr/>
            </p:nvSpPr>
            <p:spPr>
              <a:xfrm>
                <a:off x="3335225" y="1562975"/>
                <a:ext cx="46650" cy="27925"/>
              </a:xfrm>
              <a:custGeom>
                <a:avLst/>
                <a:gdLst/>
                <a:ahLst/>
                <a:cxnLst/>
                <a:rect l="l" t="t" r="r" b="b"/>
                <a:pathLst>
                  <a:path w="1866" h="1117" extrusionOk="0">
                    <a:moveTo>
                      <a:pt x="802" y="1"/>
                    </a:moveTo>
                    <a:cubicBezTo>
                      <a:pt x="665" y="1"/>
                      <a:pt x="534" y="24"/>
                      <a:pt x="534" y="24"/>
                    </a:cubicBezTo>
                    <a:cubicBezTo>
                      <a:pt x="534" y="24"/>
                      <a:pt x="1" y="223"/>
                      <a:pt x="124" y="520"/>
                    </a:cubicBezTo>
                    <a:cubicBezTo>
                      <a:pt x="250" y="813"/>
                      <a:pt x="386" y="905"/>
                      <a:pt x="720" y="1047"/>
                    </a:cubicBezTo>
                    <a:cubicBezTo>
                      <a:pt x="845" y="1100"/>
                      <a:pt x="930" y="1117"/>
                      <a:pt x="987" y="1117"/>
                    </a:cubicBezTo>
                    <a:cubicBezTo>
                      <a:pt x="1084" y="1117"/>
                      <a:pt x="1103" y="1068"/>
                      <a:pt x="1105" y="1056"/>
                    </a:cubicBezTo>
                    <a:cubicBezTo>
                      <a:pt x="1107" y="1041"/>
                      <a:pt x="1020" y="1010"/>
                      <a:pt x="966" y="993"/>
                    </a:cubicBezTo>
                    <a:lnTo>
                      <a:pt x="966" y="993"/>
                    </a:lnTo>
                    <a:cubicBezTo>
                      <a:pt x="992" y="999"/>
                      <a:pt x="1034" y="1008"/>
                      <a:pt x="1102" y="1018"/>
                    </a:cubicBezTo>
                    <a:cubicBezTo>
                      <a:pt x="1123" y="1022"/>
                      <a:pt x="1143" y="1023"/>
                      <a:pt x="1163" y="1023"/>
                    </a:cubicBezTo>
                    <a:cubicBezTo>
                      <a:pt x="1289" y="1023"/>
                      <a:pt x="1369" y="958"/>
                      <a:pt x="1341" y="914"/>
                    </a:cubicBezTo>
                    <a:cubicBezTo>
                      <a:pt x="1310" y="889"/>
                      <a:pt x="1075" y="852"/>
                      <a:pt x="1067" y="851"/>
                    </a:cubicBezTo>
                    <a:lnTo>
                      <a:pt x="1067" y="851"/>
                    </a:lnTo>
                    <a:cubicBezTo>
                      <a:pt x="1073" y="852"/>
                      <a:pt x="1216" y="874"/>
                      <a:pt x="1333" y="874"/>
                    </a:cubicBezTo>
                    <a:cubicBezTo>
                      <a:pt x="1360" y="874"/>
                      <a:pt x="1385" y="873"/>
                      <a:pt x="1408" y="870"/>
                    </a:cubicBezTo>
                    <a:cubicBezTo>
                      <a:pt x="1562" y="851"/>
                      <a:pt x="1641" y="756"/>
                      <a:pt x="1622" y="725"/>
                    </a:cubicBezTo>
                    <a:cubicBezTo>
                      <a:pt x="1619" y="701"/>
                      <a:pt x="1578" y="695"/>
                      <a:pt x="1535" y="695"/>
                    </a:cubicBezTo>
                    <a:cubicBezTo>
                      <a:pt x="1504" y="695"/>
                      <a:pt x="1472" y="698"/>
                      <a:pt x="1452" y="700"/>
                    </a:cubicBezTo>
                    <a:cubicBezTo>
                      <a:pt x="1405" y="700"/>
                      <a:pt x="1234" y="703"/>
                      <a:pt x="1234" y="703"/>
                    </a:cubicBezTo>
                    <a:cubicBezTo>
                      <a:pt x="1865" y="681"/>
                      <a:pt x="1818" y="504"/>
                      <a:pt x="1796" y="460"/>
                    </a:cubicBezTo>
                    <a:lnTo>
                      <a:pt x="1796" y="460"/>
                    </a:lnTo>
                    <a:cubicBezTo>
                      <a:pt x="1796" y="460"/>
                      <a:pt x="1371" y="492"/>
                      <a:pt x="1251" y="492"/>
                    </a:cubicBezTo>
                    <a:cubicBezTo>
                      <a:pt x="1241" y="492"/>
                      <a:pt x="1233" y="492"/>
                      <a:pt x="1228" y="491"/>
                    </a:cubicBezTo>
                    <a:cubicBezTo>
                      <a:pt x="1181" y="488"/>
                      <a:pt x="1001" y="419"/>
                      <a:pt x="922" y="356"/>
                    </a:cubicBezTo>
                    <a:cubicBezTo>
                      <a:pt x="884" y="324"/>
                      <a:pt x="916" y="267"/>
                      <a:pt x="916" y="267"/>
                    </a:cubicBezTo>
                    <a:lnTo>
                      <a:pt x="916" y="267"/>
                    </a:lnTo>
                    <a:cubicBezTo>
                      <a:pt x="1079" y="312"/>
                      <a:pt x="1192" y="329"/>
                      <a:pt x="1267" y="329"/>
                    </a:cubicBezTo>
                    <a:cubicBezTo>
                      <a:pt x="1356" y="329"/>
                      <a:pt x="1392" y="305"/>
                      <a:pt x="1395" y="274"/>
                    </a:cubicBezTo>
                    <a:cubicBezTo>
                      <a:pt x="1401" y="188"/>
                      <a:pt x="1136" y="62"/>
                      <a:pt x="1035" y="40"/>
                    </a:cubicBezTo>
                    <a:cubicBezTo>
                      <a:pt x="976" y="10"/>
                      <a:pt x="888" y="1"/>
                      <a:pt x="802" y="1"/>
                    </a:cubicBez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44"/>
              <p:cNvSpPr/>
              <p:nvPr/>
            </p:nvSpPr>
            <p:spPr>
              <a:xfrm>
                <a:off x="3244600" y="1252375"/>
                <a:ext cx="109900" cy="138425"/>
              </a:xfrm>
              <a:custGeom>
                <a:avLst/>
                <a:gdLst/>
                <a:ahLst/>
                <a:cxnLst/>
                <a:rect l="l" t="t" r="r" b="b"/>
                <a:pathLst>
                  <a:path w="4396" h="5537" extrusionOk="0">
                    <a:moveTo>
                      <a:pt x="2606" y="1"/>
                    </a:moveTo>
                    <a:cubicBezTo>
                      <a:pt x="2576" y="1"/>
                      <a:pt x="2545" y="2"/>
                      <a:pt x="2515" y="3"/>
                    </a:cubicBezTo>
                    <a:cubicBezTo>
                      <a:pt x="2515" y="3"/>
                      <a:pt x="2506" y="2"/>
                      <a:pt x="2488" y="2"/>
                    </a:cubicBezTo>
                    <a:cubicBezTo>
                      <a:pt x="2316" y="2"/>
                      <a:pt x="1380" y="59"/>
                      <a:pt x="726" y="1259"/>
                    </a:cubicBezTo>
                    <a:cubicBezTo>
                      <a:pt x="1" y="2587"/>
                      <a:pt x="843" y="4924"/>
                      <a:pt x="370" y="5505"/>
                    </a:cubicBezTo>
                    <a:cubicBezTo>
                      <a:pt x="370" y="5505"/>
                      <a:pt x="538" y="5537"/>
                      <a:pt x="773" y="5537"/>
                    </a:cubicBezTo>
                    <a:cubicBezTo>
                      <a:pt x="1235" y="5537"/>
                      <a:pt x="1955" y="5414"/>
                      <a:pt x="2174" y="4685"/>
                    </a:cubicBezTo>
                    <a:cubicBezTo>
                      <a:pt x="2357" y="3991"/>
                      <a:pt x="1641" y="2965"/>
                      <a:pt x="1805" y="2196"/>
                    </a:cubicBezTo>
                    <a:cubicBezTo>
                      <a:pt x="1952" y="1498"/>
                      <a:pt x="2341" y="1467"/>
                      <a:pt x="2410" y="1467"/>
                    </a:cubicBezTo>
                    <a:cubicBezTo>
                      <a:pt x="2417" y="1467"/>
                      <a:pt x="2421" y="1467"/>
                      <a:pt x="2421" y="1467"/>
                    </a:cubicBezTo>
                    <a:lnTo>
                      <a:pt x="3673" y="1293"/>
                    </a:lnTo>
                    <a:lnTo>
                      <a:pt x="3938" y="1546"/>
                    </a:lnTo>
                    <a:cubicBezTo>
                      <a:pt x="3938" y="1546"/>
                      <a:pt x="4395" y="1366"/>
                      <a:pt x="3951" y="691"/>
                    </a:cubicBezTo>
                    <a:cubicBezTo>
                      <a:pt x="3629" y="200"/>
                      <a:pt x="3106" y="1"/>
                      <a:pt x="2606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44"/>
              <p:cNvSpPr/>
              <p:nvPr/>
            </p:nvSpPr>
            <p:spPr>
              <a:xfrm>
                <a:off x="3273625" y="1306475"/>
                <a:ext cx="16275" cy="5925"/>
              </a:xfrm>
              <a:custGeom>
                <a:avLst/>
                <a:gdLst/>
                <a:ahLst/>
                <a:cxnLst/>
                <a:rect l="l" t="t" r="r" b="b"/>
                <a:pathLst>
                  <a:path w="651" h="237" extrusionOk="0">
                    <a:moveTo>
                      <a:pt x="32" y="0"/>
                    </a:moveTo>
                    <a:lnTo>
                      <a:pt x="1" y="192"/>
                    </a:lnTo>
                    <a:lnTo>
                      <a:pt x="648" y="237"/>
                    </a:lnTo>
                    <a:lnTo>
                      <a:pt x="651" y="114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44"/>
              <p:cNvSpPr/>
              <p:nvPr/>
            </p:nvSpPr>
            <p:spPr>
              <a:xfrm>
                <a:off x="3274575" y="1298725"/>
                <a:ext cx="16425" cy="8150"/>
              </a:xfrm>
              <a:custGeom>
                <a:avLst/>
                <a:gdLst/>
                <a:ahLst/>
                <a:cxnLst/>
                <a:rect l="l" t="t" r="r" b="b"/>
                <a:pathLst>
                  <a:path w="657" h="326" extrusionOk="0">
                    <a:moveTo>
                      <a:pt x="61" y="1"/>
                    </a:moveTo>
                    <a:lnTo>
                      <a:pt x="1" y="184"/>
                    </a:lnTo>
                    <a:lnTo>
                      <a:pt x="632" y="326"/>
                    </a:lnTo>
                    <a:lnTo>
                      <a:pt x="657" y="209"/>
                    </a:lnTo>
                    <a:lnTo>
                      <a:pt x="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44"/>
              <p:cNvSpPr/>
              <p:nvPr/>
            </p:nvSpPr>
            <p:spPr>
              <a:xfrm>
                <a:off x="3343975" y="1818550"/>
                <a:ext cx="7930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172" h="1143" extrusionOk="0">
                    <a:moveTo>
                      <a:pt x="1193" y="1"/>
                    </a:moveTo>
                    <a:cubicBezTo>
                      <a:pt x="1193" y="1"/>
                      <a:pt x="1055" y="278"/>
                      <a:pt x="796" y="376"/>
                    </a:cubicBezTo>
                    <a:cubicBezTo>
                      <a:pt x="675" y="433"/>
                      <a:pt x="528" y="449"/>
                      <a:pt x="402" y="449"/>
                    </a:cubicBezTo>
                    <a:cubicBezTo>
                      <a:pt x="252" y="449"/>
                      <a:pt x="133" y="427"/>
                      <a:pt x="133" y="427"/>
                    </a:cubicBezTo>
                    <a:lnTo>
                      <a:pt x="1" y="1143"/>
                    </a:lnTo>
                    <a:lnTo>
                      <a:pt x="3077" y="1143"/>
                    </a:lnTo>
                    <a:cubicBezTo>
                      <a:pt x="3171" y="818"/>
                      <a:pt x="2660" y="644"/>
                      <a:pt x="2203" y="446"/>
                    </a:cubicBezTo>
                    <a:lnTo>
                      <a:pt x="2200" y="446"/>
                    </a:lnTo>
                    <a:cubicBezTo>
                      <a:pt x="1698" y="234"/>
                      <a:pt x="1193" y="1"/>
                      <a:pt x="1193" y="1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44"/>
              <p:cNvSpPr/>
              <p:nvPr/>
            </p:nvSpPr>
            <p:spPr>
              <a:xfrm>
                <a:off x="3391225" y="1829600"/>
                <a:ext cx="32050" cy="17525"/>
              </a:xfrm>
              <a:custGeom>
                <a:avLst/>
                <a:gdLst/>
                <a:ahLst/>
                <a:cxnLst/>
                <a:rect l="l" t="t" r="r" b="b"/>
                <a:pathLst>
                  <a:path w="1282" h="701" extrusionOk="0">
                    <a:moveTo>
                      <a:pt x="310" y="0"/>
                    </a:moveTo>
                    <a:cubicBezTo>
                      <a:pt x="67" y="269"/>
                      <a:pt x="1" y="660"/>
                      <a:pt x="1" y="660"/>
                    </a:cubicBezTo>
                    <a:lnTo>
                      <a:pt x="51" y="701"/>
                    </a:lnTo>
                    <a:lnTo>
                      <a:pt x="1187" y="701"/>
                    </a:lnTo>
                    <a:cubicBezTo>
                      <a:pt x="1281" y="376"/>
                      <a:pt x="770" y="202"/>
                      <a:pt x="313" y="0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44"/>
              <p:cNvSpPr/>
              <p:nvPr/>
            </p:nvSpPr>
            <p:spPr>
              <a:xfrm>
                <a:off x="3343975" y="1829200"/>
                <a:ext cx="14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598" h="717" extrusionOk="0">
                    <a:moveTo>
                      <a:pt x="133" y="1"/>
                    </a:moveTo>
                    <a:lnTo>
                      <a:pt x="1" y="717"/>
                    </a:lnTo>
                    <a:lnTo>
                      <a:pt x="597" y="717"/>
                    </a:lnTo>
                    <a:cubicBezTo>
                      <a:pt x="575" y="338"/>
                      <a:pt x="301" y="108"/>
                      <a:pt x="133" y="1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44"/>
              <p:cNvSpPr/>
              <p:nvPr/>
            </p:nvSpPr>
            <p:spPr>
              <a:xfrm>
                <a:off x="3343975" y="1846000"/>
                <a:ext cx="77175" cy="7350"/>
              </a:xfrm>
              <a:custGeom>
                <a:avLst/>
                <a:gdLst/>
                <a:ahLst/>
                <a:cxnLst/>
                <a:rect l="l" t="t" r="r" b="b"/>
                <a:pathLst>
                  <a:path w="3087" h="294" extrusionOk="0">
                    <a:moveTo>
                      <a:pt x="1" y="1"/>
                    </a:moveTo>
                    <a:lnTo>
                      <a:pt x="1" y="294"/>
                    </a:lnTo>
                    <a:lnTo>
                      <a:pt x="3086" y="294"/>
                    </a:lnTo>
                    <a:lnTo>
                      <a:pt x="308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44"/>
              <p:cNvSpPr/>
              <p:nvPr/>
            </p:nvSpPr>
            <p:spPr>
              <a:xfrm>
                <a:off x="3172200" y="1774950"/>
                <a:ext cx="50200" cy="71550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2862" extrusionOk="0">
                    <a:moveTo>
                      <a:pt x="673" y="0"/>
                    </a:moveTo>
                    <a:lnTo>
                      <a:pt x="1" y="284"/>
                    </a:lnTo>
                    <a:lnTo>
                      <a:pt x="1679" y="2861"/>
                    </a:lnTo>
                    <a:cubicBezTo>
                      <a:pt x="2007" y="2757"/>
                      <a:pt x="1872" y="2234"/>
                      <a:pt x="1780" y="1745"/>
                    </a:cubicBezTo>
                    <a:lnTo>
                      <a:pt x="1780" y="1742"/>
                    </a:lnTo>
                    <a:cubicBezTo>
                      <a:pt x="1685" y="1208"/>
                      <a:pt x="1603" y="656"/>
                      <a:pt x="1603" y="656"/>
                    </a:cubicBezTo>
                    <a:cubicBezTo>
                      <a:pt x="1603" y="656"/>
                      <a:pt x="1574" y="660"/>
                      <a:pt x="1526" y="660"/>
                    </a:cubicBezTo>
                    <a:cubicBezTo>
                      <a:pt x="1421" y="660"/>
                      <a:pt x="1229" y="642"/>
                      <a:pt x="1077" y="527"/>
                    </a:cubicBezTo>
                    <a:cubicBezTo>
                      <a:pt x="827" y="376"/>
                      <a:pt x="673" y="0"/>
                      <a:pt x="673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44"/>
              <p:cNvSpPr/>
              <p:nvPr/>
            </p:nvSpPr>
            <p:spPr>
              <a:xfrm>
                <a:off x="3198700" y="1818175"/>
                <a:ext cx="23700" cy="28325"/>
              </a:xfrm>
              <a:custGeom>
                <a:avLst/>
                <a:gdLst/>
                <a:ahLst/>
                <a:cxnLst/>
                <a:rect l="l" t="t" r="r" b="b"/>
                <a:pathLst>
                  <a:path w="948" h="1133" extrusionOk="0">
                    <a:moveTo>
                      <a:pt x="559" y="0"/>
                    </a:moveTo>
                    <a:cubicBezTo>
                      <a:pt x="265" y="0"/>
                      <a:pt x="4" y="113"/>
                      <a:pt x="4" y="113"/>
                    </a:cubicBezTo>
                    <a:lnTo>
                      <a:pt x="1" y="180"/>
                    </a:lnTo>
                    <a:lnTo>
                      <a:pt x="619" y="1132"/>
                    </a:lnTo>
                    <a:cubicBezTo>
                      <a:pt x="947" y="1028"/>
                      <a:pt x="812" y="505"/>
                      <a:pt x="720" y="16"/>
                    </a:cubicBezTo>
                    <a:lnTo>
                      <a:pt x="720" y="13"/>
                    </a:lnTo>
                    <a:cubicBezTo>
                      <a:pt x="666" y="4"/>
                      <a:pt x="612" y="0"/>
                      <a:pt x="559" y="0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44"/>
              <p:cNvSpPr/>
              <p:nvPr/>
            </p:nvSpPr>
            <p:spPr>
              <a:xfrm>
                <a:off x="3172300" y="1774950"/>
                <a:ext cx="16900" cy="19575"/>
              </a:xfrm>
              <a:custGeom>
                <a:avLst/>
                <a:gdLst/>
                <a:ahLst/>
                <a:cxnLst/>
                <a:rect l="l" t="t" r="r" b="b"/>
                <a:pathLst>
                  <a:path w="676" h="783" extrusionOk="0">
                    <a:moveTo>
                      <a:pt x="675" y="0"/>
                    </a:moveTo>
                    <a:lnTo>
                      <a:pt x="0" y="284"/>
                    </a:lnTo>
                    <a:lnTo>
                      <a:pt x="322" y="783"/>
                    </a:lnTo>
                    <a:cubicBezTo>
                      <a:pt x="628" y="552"/>
                      <a:pt x="669" y="199"/>
                      <a:pt x="675" y="0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44"/>
              <p:cNvSpPr/>
              <p:nvPr/>
            </p:nvSpPr>
            <p:spPr>
              <a:xfrm>
                <a:off x="3167000" y="1781475"/>
                <a:ext cx="48300" cy="68575"/>
              </a:xfrm>
              <a:custGeom>
                <a:avLst/>
                <a:gdLst/>
                <a:ahLst/>
                <a:cxnLst/>
                <a:rect l="l" t="t" r="r" b="b"/>
                <a:pathLst>
                  <a:path w="1932" h="2743" extrusionOk="0">
                    <a:moveTo>
                      <a:pt x="247" y="1"/>
                    </a:moveTo>
                    <a:lnTo>
                      <a:pt x="1" y="159"/>
                    </a:lnTo>
                    <a:lnTo>
                      <a:pt x="1685" y="2742"/>
                    </a:lnTo>
                    <a:lnTo>
                      <a:pt x="1931" y="2582"/>
                    </a:lnTo>
                    <a:lnTo>
                      <a:pt x="24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567;p44"/>
              <p:cNvSpPr/>
              <p:nvPr/>
            </p:nvSpPr>
            <p:spPr>
              <a:xfrm>
                <a:off x="3325850" y="1443625"/>
                <a:ext cx="95850" cy="33550"/>
              </a:xfrm>
              <a:custGeom>
                <a:avLst/>
                <a:gdLst/>
                <a:ahLst/>
                <a:cxnLst/>
                <a:rect l="l" t="t" r="r" b="b"/>
                <a:pathLst>
                  <a:path w="3834" h="1342" extrusionOk="0">
                    <a:moveTo>
                      <a:pt x="3833" y="0"/>
                    </a:moveTo>
                    <a:cubicBezTo>
                      <a:pt x="3833" y="0"/>
                      <a:pt x="3108" y="16"/>
                      <a:pt x="2199" y="123"/>
                    </a:cubicBezTo>
                    <a:cubicBezTo>
                      <a:pt x="1287" y="227"/>
                      <a:pt x="171" y="653"/>
                      <a:pt x="89" y="836"/>
                    </a:cubicBezTo>
                    <a:cubicBezTo>
                      <a:pt x="8" y="1005"/>
                      <a:pt x="1" y="1342"/>
                      <a:pt x="767" y="1342"/>
                    </a:cubicBezTo>
                    <a:cubicBezTo>
                      <a:pt x="844" y="1342"/>
                      <a:pt x="927" y="1339"/>
                      <a:pt x="1019" y="1331"/>
                    </a:cubicBezTo>
                    <a:cubicBezTo>
                      <a:pt x="2035" y="1259"/>
                      <a:pt x="3685" y="158"/>
                      <a:pt x="3685" y="158"/>
                    </a:cubicBezTo>
                    <a:lnTo>
                      <a:pt x="3833" y="0"/>
                    </a:ln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Google Shape;1568;p44"/>
              <p:cNvSpPr/>
              <p:nvPr/>
            </p:nvSpPr>
            <p:spPr>
              <a:xfrm>
                <a:off x="3343375" y="1443275"/>
                <a:ext cx="92800" cy="33675"/>
              </a:xfrm>
              <a:custGeom>
                <a:avLst/>
                <a:gdLst/>
                <a:ahLst/>
                <a:cxnLst/>
                <a:rect l="l" t="t" r="r" b="b"/>
                <a:pathLst>
                  <a:path w="3712" h="1347" extrusionOk="0">
                    <a:moveTo>
                      <a:pt x="3078" y="1"/>
                    </a:moveTo>
                    <a:cubicBezTo>
                      <a:pt x="2683" y="1"/>
                      <a:pt x="384" y="668"/>
                      <a:pt x="195" y="853"/>
                    </a:cubicBezTo>
                    <a:cubicBezTo>
                      <a:pt x="0" y="1048"/>
                      <a:pt x="105" y="1347"/>
                      <a:pt x="338" y="1347"/>
                    </a:cubicBezTo>
                    <a:cubicBezTo>
                      <a:pt x="346" y="1347"/>
                      <a:pt x="354" y="1346"/>
                      <a:pt x="362" y="1345"/>
                    </a:cubicBezTo>
                    <a:cubicBezTo>
                      <a:pt x="608" y="1326"/>
                      <a:pt x="3315" y="1008"/>
                      <a:pt x="3523" y="872"/>
                    </a:cubicBezTo>
                    <a:cubicBezTo>
                      <a:pt x="3711" y="741"/>
                      <a:pt x="3595" y="469"/>
                      <a:pt x="3411" y="469"/>
                    </a:cubicBezTo>
                    <a:cubicBezTo>
                      <a:pt x="3400" y="469"/>
                      <a:pt x="3389" y="470"/>
                      <a:pt x="3378" y="472"/>
                    </a:cubicBezTo>
                    <a:lnTo>
                      <a:pt x="3217" y="475"/>
                    </a:lnTo>
                    <a:cubicBezTo>
                      <a:pt x="3148" y="478"/>
                      <a:pt x="3094" y="478"/>
                      <a:pt x="3094" y="478"/>
                    </a:cubicBezTo>
                    <a:cubicBezTo>
                      <a:pt x="3094" y="478"/>
                      <a:pt x="3129" y="399"/>
                      <a:pt x="3154" y="304"/>
                    </a:cubicBezTo>
                    <a:cubicBezTo>
                      <a:pt x="3180" y="194"/>
                      <a:pt x="3192" y="65"/>
                      <a:pt x="3132" y="11"/>
                    </a:cubicBezTo>
                    <a:cubicBezTo>
                      <a:pt x="3125" y="4"/>
                      <a:pt x="3106" y="1"/>
                      <a:pt x="3078" y="1"/>
                    </a:cubicBez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Google Shape;1569;p44"/>
              <p:cNvSpPr/>
              <p:nvPr/>
            </p:nvSpPr>
            <p:spPr>
              <a:xfrm>
                <a:off x="3358975" y="1450950"/>
                <a:ext cx="64775" cy="18025"/>
              </a:xfrm>
              <a:custGeom>
                <a:avLst/>
                <a:gdLst/>
                <a:ahLst/>
                <a:cxnLst/>
                <a:rect l="l" t="t" r="r" b="b"/>
                <a:pathLst>
                  <a:path w="2591" h="721" extrusionOk="0">
                    <a:moveTo>
                      <a:pt x="2524" y="0"/>
                    </a:moveTo>
                    <a:cubicBezTo>
                      <a:pt x="2524" y="1"/>
                      <a:pt x="0" y="496"/>
                      <a:pt x="57" y="701"/>
                    </a:cubicBezTo>
                    <a:cubicBezTo>
                      <a:pt x="58" y="714"/>
                      <a:pt x="81" y="720"/>
                      <a:pt x="123" y="720"/>
                    </a:cubicBezTo>
                    <a:cubicBezTo>
                      <a:pt x="521" y="720"/>
                      <a:pt x="2590" y="168"/>
                      <a:pt x="2590" y="168"/>
                    </a:cubicBezTo>
                    <a:lnTo>
                      <a:pt x="2590" y="168"/>
                    </a:lnTo>
                    <a:cubicBezTo>
                      <a:pt x="2524" y="171"/>
                      <a:pt x="2464" y="174"/>
                      <a:pt x="2464" y="174"/>
                    </a:cubicBezTo>
                    <a:cubicBezTo>
                      <a:pt x="2464" y="174"/>
                      <a:pt x="2502" y="95"/>
                      <a:pt x="2524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Google Shape;1570;p44"/>
              <p:cNvSpPr/>
              <p:nvPr/>
            </p:nvSpPr>
            <p:spPr>
              <a:xfrm>
                <a:off x="3337900" y="1430725"/>
                <a:ext cx="86400" cy="25150"/>
              </a:xfrm>
              <a:custGeom>
                <a:avLst/>
                <a:gdLst/>
                <a:ahLst/>
                <a:cxnLst/>
                <a:rect l="l" t="t" r="r" b="b"/>
                <a:pathLst>
                  <a:path w="3456" h="1006" extrusionOk="0">
                    <a:moveTo>
                      <a:pt x="2742" y="0"/>
                    </a:moveTo>
                    <a:cubicBezTo>
                      <a:pt x="2527" y="0"/>
                      <a:pt x="2277" y="4"/>
                      <a:pt x="2007" y="14"/>
                    </a:cubicBezTo>
                    <a:cubicBezTo>
                      <a:pt x="1200" y="46"/>
                      <a:pt x="193" y="346"/>
                      <a:pt x="108" y="503"/>
                    </a:cubicBezTo>
                    <a:cubicBezTo>
                      <a:pt x="20" y="661"/>
                      <a:pt x="1" y="1005"/>
                      <a:pt x="900" y="1005"/>
                    </a:cubicBezTo>
                    <a:cubicBezTo>
                      <a:pt x="1799" y="1005"/>
                      <a:pt x="3313" y="147"/>
                      <a:pt x="3313" y="147"/>
                    </a:cubicBezTo>
                    <a:lnTo>
                      <a:pt x="3455" y="14"/>
                    </a:lnTo>
                    <a:cubicBezTo>
                      <a:pt x="3455" y="14"/>
                      <a:pt x="3171" y="0"/>
                      <a:pt x="2742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571;p44"/>
              <p:cNvSpPr/>
              <p:nvPr/>
            </p:nvSpPr>
            <p:spPr>
              <a:xfrm>
                <a:off x="3353800" y="1430825"/>
                <a:ext cx="8207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3283" h="1005" extrusionOk="0">
                    <a:moveTo>
                      <a:pt x="2742" y="1"/>
                    </a:moveTo>
                    <a:cubicBezTo>
                      <a:pt x="2319" y="1"/>
                      <a:pt x="357" y="413"/>
                      <a:pt x="185" y="563"/>
                    </a:cubicBezTo>
                    <a:cubicBezTo>
                      <a:pt x="0" y="726"/>
                      <a:pt x="80" y="1004"/>
                      <a:pt x="295" y="1004"/>
                    </a:cubicBezTo>
                    <a:cubicBezTo>
                      <a:pt x="296" y="1004"/>
                      <a:pt x="298" y="1004"/>
                      <a:pt x="299" y="1004"/>
                    </a:cubicBezTo>
                    <a:cubicBezTo>
                      <a:pt x="516" y="1001"/>
                      <a:pt x="2914" y="897"/>
                      <a:pt x="3106" y="796"/>
                    </a:cubicBezTo>
                    <a:cubicBezTo>
                      <a:pt x="3282" y="687"/>
                      <a:pt x="3193" y="435"/>
                      <a:pt x="3026" y="435"/>
                    </a:cubicBezTo>
                    <a:cubicBezTo>
                      <a:pt x="3019" y="435"/>
                      <a:pt x="3013" y="436"/>
                      <a:pt x="3005" y="436"/>
                    </a:cubicBezTo>
                    <a:lnTo>
                      <a:pt x="2864" y="430"/>
                    </a:lnTo>
                    <a:cubicBezTo>
                      <a:pt x="2800" y="430"/>
                      <a:pt x="2753" y="424"/>
                      <a:pt x="2753" y="424"/>
                    </a:cubicBezTo>
                    <a:cubicBezTo>
                      <a:pt x="2753" y="424"/>
                      <a:pt x="2788" y="358"/>
                      <a:pt x="2816" y="275"/>
                    </a:cubicBezTo>
                    <a:cubicBezTo>
                      <a:pt x="2848" y="181"/>
                      <a:pt x="2867" y="70"/>
                      <a:pt x="2819" y="14"/>
                    </a:cubicBezTo>
                    <a:cubicBezTo>
                      <a:pt x="2811" y="5"/>
                      <a:pt x="2784" y="1"/>
                      <a:pt x="2742" y="1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Google Shape;1572;p44"/>
              <p:cNvSpPr/>
              <p:nvPr/>
            </p:nvSpPr>
            <p:spPr>
              <a:xfrm>
                <a:off x="3368675" y="1437625"/>
                <a:ext cx="56725" cy="12525"/>
              </a:xfrm>
              <a:custGeom>
                <a:avLst/>
                <a:gdLst/>
                <a:ahLst/>
                <a:cxnLst/>
                <a:rect l="l" t="t" r="r" b="b"/>
                <a:pathLst>
                  <a:path w="2269" h="501" extrusionOk="0">
                    <a:moveTo>
                      <a:pt x="2221" y="0"/>
                    </a:moveTo>
                    <a:cubicBezTo>
                      <a:pt x="2221" y="0"/>
                      <a:pt x="0" y="284"/>
                      <a:pt x="3" y="451"/>
                    </a:cubicBezTo>
                    <a:cubicBezTo>
                      <a:pt x="11" y="486"/>
                      <a:pt x="80" y="500"/>
                      <a:pt x="191" y="500"/>
                    </a:cubicBezTo>
                    <a:cubicBezTo>
                      <a:pt x="734" y="500"/>
                      <a:pt x="2269" y="152"/>
                      <a:pt x="2269" y="152"/>
                    </a:cubicBezTo>
                    <a:cubicBezTo>
                      <a:pt x="2209" y="149"/>
                      <a:pt x="2158" y="149"/>
                      <a:pt x="2158" y="149"/>
                    </a:cubicBezTo>
                    <a:cubicBezTo>
                      <a:pt x="2158" y="149"/>
                      <a:pt x="2193" y="82"/>
                      <a:pt x="2221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73" name="Google Shape;1573;p44"/>
            <p:cNvGrpSpPr/>
            <p:nvPr/>
          </p:nvGrpSpPr>
          <p:grpSpPr>
            <a:xfrm>
              <a:off x="1536984" y="1080254"/>
              <a:ext cx="926082" cy="2885948"/>
              <a:chOff x="4972600" y="2060300"/>
              <a:chExt cx="193575" cy="603250"/>
            </a:xfrm>
          </p:grpSpPr>
          <p:sp>
            <p:nvSpPr>
              <p:cNvPr id="1574" name="Google Shape;1574;p44"/>
              <p:cNvSpPr/>
              <p:nvPr/>
            </p:nvSpPr>
            <p:spPr>
              <a:xfrm>
                <a:off x="4972600" y="2611500"/>
                <a:ext cx="50675" cy="52050"/>
              </a:xfrm>
              <a:custGeom>
                <a:avLst/>
                <a:gdLst/>
                <a:ahLst/>
                <a:cxnLst/>
                <a:rect l="l" t="t" r="r" b="b"/>
                <a:pathLst>
                  <a:path w="2027" h="2082" extrusionOk="0">
                    <a:moveTo>
                      <a:pt x="537" y="0"/>
                    </a:moveTo>
                    <a:cubicBezTo>
                      <a:pt x="537" y="0"/>
                      <a:pt x="190" y="1193"/>
                      <a:pt x="95" y="1414"/>
                    </a:cubicBezTo>
                    <a:cubicBezTo>
                      <a:pt x="1" y="1635"/>
                      <a:pt x="10" y="1934"/>
                      <a:pt x="159" y="2023"/>
                    </a:cubicBezTo>
                    <a:cubicBezTo>
                      <a:pt x="238" y="2067"/>
                      <a:pt x="593" y="2081"/>
                      <a:pt x="940" y="2081"/>
                    </a:cubicBezTo>
                    <a:cubicBezTo>
                      <a:pt x="1257" y="2081"/>
                      <a:pt x="1566" y="2069"/>
                      <a:pt x="1648" y="2057"/>
                    </a:cubicBezTo>
                    <a:cubicBezTo>
                      <a:pt x="1818" y="2038"/>
                      <a:pt x="2026" y="2023"/>
                      <a:pt x="1973" y="1688"/>
                    </a:cubicBezTo>
                    <a:cubicBezTo>
                      <a:pt x="1922" y="1351"/>
                      <a:pt x="1884" y="142"/>
                      <a:pt x="1872" y="82"/>
                    </a:cubicBezTo>
                    <a:cubicBezTo>
                      <a:pt x="1859" y="19"/>
                      <a:pt x="537" y="0"/>
                      <a:pt x="537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44"/>
              <p:cNvSpPr/>
              <p:nvPr/>
            </p:nvSpPr>
            <p:spPr>
              <a:xfrm>
                <a:off x="5058575" y="2612525"/>
                <a:ext cx="31100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001" extrusionOk="0">
                    <a:moveTo>
                      <a:pt x="0" y="0"/>
                    </a:moveTo>
                    <a:lnTo>
                      <a:pt x="0" y="1000"/>
                    </a:lnTo>
                    <a:lnTo>
                      <a:pt x="1243" y="1000"/>
                    </a:lnTo>
                    <a:lnTo>
                      <a:pt x="1174" y="0"/>
                    </a:lnTo>
                    <a:close/>
                  </a:path>
                </a:pathLst>
              </a:custGeom>
              <a:solidFill>
                <a:srgbClr val="CC7B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Google Shape;1576;p44"/>
              <p:cNvSpPr/>
              <p:nvPr/>
            </p:nvSpPr>
            <p:spPr>
              <a:xfrm>
                <a:off x="5055250" y="2619150"/>
                <a:ext cx="90650" cy="39800"/>
              </a:xfrm>
              <a:custGeom>
                <a:avLst/>
                <a:gdLst/>
                <a:ahLst/>
                <a:cxnLst/>
                <a:rect l="l" t="t" r="r" b="b"/>
                <a:pathLst>
                  <a:path w="3626" h="1592" extrusionOk="0">
                    <a:moveTo>
                      <a:pt x="1361" y="0"/>
                    </a:moveTo>
                    <a:cubicBezTo>
                      <a:pt x="1301" y="0"/>
                      <a:pt x="1223" y="9"/>
                      <a:pt x="1121" y="35"/>
                    </a:cubicBezTo>
                    <a:cubicBezTo>
                      <a:pt x="818" y="114"/>
                      <a:pt x="818" y="411"/>
                      <a:pt x="645" y="480"/>
                    </a:cubicBezTo>
                    <a:cubicBezTo>
                      <a:pt x="612" y="494"/>
                      <a:pt x="571" y="499"/>
                      <a:pt x="525" y="499"/>
                    </a:cubicBezTo>
                    <a:cubicBezTo>
                      <a:pt x="329" y="499"/>
                      <a:pt x="51" y="398"/>
                      <a:pt x="51" y="398"/>
                    </a:cubicBezTo>
                    <a:cubicBezTo>
                      <a:pt x="51" y="398"/>
                      <a:pt x="23" y="717"/>
                      <a:pt x="14" y="966"/>
                    </a:cubicBezTo>
                    <a:cubicBezTo>
                      <a:pt x="7" y="1007"/>
                      <a:pt x="7" y="1041"/>
                      <a:pt x="7" y="1076"/>
                    </a:cubicBezTo>
                    <a:cubicBezTo>
                      <a:pt x="1" y="1325"/>
                      <a:pt x="165" y="1429"/>
                      <a:pt x="320" y="1496"/>
                    </a:cubicBezTo>
                    <a:cubicBezTo>
                      <a:pt x="474" y="1562"/>
                      <a:pt x="3165" y="1587"/>
                      <a:pt x="3279" y="1590"/>
                    </a:cubicBezTo>
                    <a:cubicBezTo>
                      <a:pt x="3291" y="1591"/>
                      <a:pt x="3305" y="1591"/>
                      <a:pt x="3320" y="1591"/>
                    </a:cubicBezTo>
                    <a:cubicBezTo>
                      <a:pt x="3392" y="1591"/>
                      <a:pt x="3487" y="1579"/>
                      <a:pt x="3547" y="1493"/>
                    </a:cubicBezTo>
                    <a:cubicBezTo>
                      <a:pt x="3578" y="1445"/>
                      <a:pt x="3601" y="1382"/>
                      <a:pt x="3604" y="1291"/>
                    </a:cubicBezTo>
                    <a:cubicBezTo>
                      <a:pt x="3626" y="982"/>
                      <a:pt x="3083" y="802"/>
                      <a:pt x="2588" y="590"/>
                    </a:cubicBezTo>
                    <a:cubicBezTo>
                      <a:pt x="2089" y="382"/>
                      <a:pt x="1522" y="35"/>
                      <a:pt x="1522" y="35"/>
                    </a:cubicBezTo>
                    <a:cubicBezTo>
                      <a:pt x="1522" y="35"/>
                      <a:pt x="1479" y="0"/>
                      <a:pt x="1361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Google Shape;1577;p44"/>
              <p:cNvSpPr/>
              <p:nvPr/>
            </p:nvSpPr>
            <p:spPr>
              <a:xfrm>
                <a:off x="5055250" y="2643275"/>
                <a:ext cx="88675" cy="15675"/>
              </a:xfrm>
              <a:custGeom>
                <a:avLst/>
                <a:gdLst/>
                <a:ahLst/>
                <a:cxnLst/>
                <a:rect l="l" t="t" r="r" b="b"/>
                <a:pathLst>
                  <a:path w="3547" h="627" extrusionOk="0">
                    <a:moveTo>
                      <a:pt x="14" y="1"/>
                    </a:moveTo>
                    <a:cubicBezTo>
                      <a:pt x="7" y="42"/>
                      <a:pt x="7" y="76"/>
                      <a:pt x="7" y="111"/>
                    </a:cubicBezTo>
                    <a:cubicBezTo>
                      <a:pt x="1" y="360"/>
                      <a:pt x="165" y="464"/>
                      <a:pt x="320" y="531"/>
                    </a:cubicBezTo>
                    <a:cubicBezTo>
                      <a:pt x="474" y="597"/>
                      <a:pt x="3165" y="622"/>
                      <a:pt x="3279" y="625"/>
                    </a:cubicBezTo>
                    <a:cubicBezTo>
                      <a:pt x="3291" y="626"/>
                      <a:pt x="3305" y="626"/>
                      <a:pt x="3320" y="626"/>
                    </a:cubicBezTo>
                    <a:cubicBezTo>
                      <a:pt x="3392" y="626"/>
                      <a:pt x="3487" y="614"/>
                      <a:pt x="3547" y="528"/>
                    </a:cubicBezTo>
                    <a:cubicBezTo>
                      <a:pt x="2910" y="512"/>
                      <a:pt x="604" y="455"/>
                      <a:pt x="465" y="278"/>
                    </a:cubicBezTo>
                    <a:cubicBezTo>
                      <a:pt x="348" y="133"/>
                      <a:pt x="143" y="42"/>
                      <a:pt x="14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Google Shape;1578;p44"/>
              <p:cNvSpPr/>
              <p:nvPr/>
            </p:nvSpPr>
            <p:spPr>
              <a:xfrm>
                <a:off x="4981925" y="2322450"/>
                <a:ext cx="127375" cy="297200"/>
              </a:xfrm>
              <a:custGeom>
                <a:avLst/>
                <a:gdLst/>
                <a:ahLst/>
                <a:cxnLst/>
                <a:rect l="l" t="t" r="r" b="b"/>
                <a:pathLst>
                  <a:path w="5095" h="11888" extrusionOk="0">
                    <a:moveTo>
                      <a:pt x="4628" y="0"/>
                    </a:moveTo>
                    <a:lnTo>
                      <a:pt x="4628" y="0"/>
                    </a:lnTo>
                    <a:cubicBezTo>
                      <a:pt x="4628" y="0"/>
                      <a:pt x="4628" y="0"/>
                      <a:pt x="4628" y="0"/>
                    </a:cubicBezTo>
                    <a:lnTo>
                      <a:pt x="4628" y="0"/>
                    </a:lnTo>
                    <a:cubicBezTo>
                      <a:pt x="4628" y="0"/>
                      <a:pt x="4628" y="0"/>
                      <a:pt x="4628" y="0"/>
                    </a:cubicBezTo>
                    <a:close/>
                    <a:moveTo>
                      <a:pt x="4628" y="0"/>
                    </a:moveTo>
                    <a:cubicBezTo>
                      <a:pt x="4626" y="5"/>
                      <a:pt x="3973" y="240"/>
                      <a:pt x="2751" y="240"/>
                    </a:cubicBezTo>
                    <a:cubicBezTo>
                      <a:pt x="2139" y="240"/>
                      <a:pt x="1383" y="181"/>
                      <a:pt x="495" y="3"/>
                    </a:cubicBezTo>
                    <a:lnTo>
                      <a:pt x="495" y="3"/>
                    </a:lnTo>
                    <a:cubicBezTo>
                      <a:pt x="495" y="4"/>
                      <a:pt x="618" y="1855"/>
                      <a:pt x="606" y="2436"/>
                    </a:cubicBezTo>
                    <a:cubicBezTo>
                      <a:pt x="599" y="3013"/>
                      <a:pt x="0" y="11127"/>
                      <a:pt x="47" y="11433"/>
                    </a:cubicBezTo>
                    <a:cubicBezTo>
                      <a:pt x="86" y="11685"/>
                      <a:pt x="495" y="11751"/>
                      <a:pt x="934" y="11751"/>
                    </a:cubicBezTo>
                    <a:cubicBezTo>
                      <a:pt x="1032" y="11751"/>
                      <a:pt x="1133" y="11747"/>
                      <a:pt x="1230" y="11742"/>
                    </a:cubicBezTo>
                    <a:cubicBezTo>
                      <a:pt x="1764" y="11714"/>
                      <a:pt x="1669" y="11484"/>
                      <a:pt x="1669" y="11427"/>
                    </a:cubicBezTo>
                    <a:cubicBezTo>
                      <a:pt x="1669" y="11373"/>
                      <a:pt x="3082" y="4113"/>
                      <a:pt x="3082" y="4111"/>
                    </a:cubicBezTo>
                    <a:lnTo>
                      <a:pt x="3082" y="4111"/>
                    </a:lnTo>
                    <a:cubicBezTo>
                      <a:pt x="3082" y="4112"/>
                      <a:pt x="2842" y="6089"/>
                      <a:pt x="2842" y="6792"/>
                    </a:cubicBezTo>
                    <a:cubicBezTo>
                      <a:pt x="2842" y="7502"/>
                      <a:pt x="2824" y="11304"/>
                      <a:pt x="2836" y="11676"/>
                    </a:cubicBezTo>
                    <a:cubicBezTo>
                      <a:pt x="2839" y="11831"/>
                      <a:pt x="3122" y="11888"/>
                      <a:pt x="3456" y="11888"/>
                    </a:cubicBezTo>
                    <a:cubicBezTo>
                      <a:pt x="3932" y="11888"/>
                      <a:pt x="4514" y="11772"/>
                      <a:pt x="4540" y="11657"/>
                    </a:cubicBezTo>
                    <a:cubicBezTo>
                      <a:pt x="4587" y="11458"/>
                      <a:pt x="4723" y="8490"/>
                      <a:pt x="4751" y="7890"/>
                    </a:cubicBezTo>
                    <a:cubicBezTo>
                      <a:pt x="4779" y="7294"/>
                      <a:pt x="5095" y="1142"/>
                      <a:pt x="4628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1579;p44"/>
              <p:cNvSpPr/>
              <p:nvPr/>
            </p:nvSpPr>
            <p:spPr>
              <a:xfrm>
                <a:off x="4982000" y="2594050"/>
                <a:ext cx="44500" cy="8875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5" extrusionOk="0">
                    <a:moveTo>
                      <a:pt x="41" y="1"/>
                    </a:moveTo>
                    <a:cubicBezTo>
                      <a:pt x="30" y="1"/>
                      <a:pt x="19" y="7"/>
                      <a:pt x="13" y="17"/>
                    </a:cubicBezTo>
                    <a:cubicBezTo>
                      <a:pt x="0" y="33"/>
                      <a:pt x="10" y="55"/>
                      <a:pt x="22" y="64"/>
                    </a:cubicBezTo>
                    <a:cubicBezTo>
                      <a:pt x="29" y="71"/>
                      <a:pt x="496" y="355"/>
                      <a:pt x="1060" y="355"/>
                    </a:cubicBezTo>
                    <a:cubicBezTo>
                      <a:pt x="1284" y="355"/>
                      <a:pt x="1527" y="310"/>
                      <a:pt x="1754" y="184"/>
                    </a:cubicBezTo>
                    <a:cubicBezTo>
                      <a:pt x="1773" y="175"/>
                      <a:pt x="1779" y="153"/>
                      <a:pt x="1770" y="137"/>
                    </a:cubicBezTo>
                    <a:cubicBezTo>
                      <a:pt x="1766" y="124"/>
                      <a:pt x="1752" y="118"/>
                      <a:pt x="1739" y="118"/>
                    </a:cubicBezTo>
                    <a:cubicBezTo>
                      <a:pt x="1733" y="118"/>
                      <a:pt x="1727" y="119"/>
                      <a:pt x="1723" y="121"/>
                    </a:cubicBezTo>
                    <a:cubicBezTo>
                      <a:pt x="1502" y="241"/>
                      <a:pt x="1273" y="284"/>
                      <a:pt x="1058" y="284"/>
                    </a:cubicBezTo>
                    <a:cubicBezTo>
                      <a:pt x="516" y="284"/>
                      <a:pt x="65" y="10"/>
                      <a:pt x="60" y="8"/>
                    </a:cubicBezTo>
                    <a:cubicBezTo>
                      <a:pt x="54" y="3"/>
                      <a:pt x="48" y="1"/>
                      <a:pt x="41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Google Shape;1580;p44"/>
              <p:cNvSpPr/>
              <p:nvPr/>
            </p:nvSpPr>
            <p:spPr>
              <a:xfrm>
                <a:off x="5051725" y="2597550"/>
                <a:ext cx="46075" cy="8300"/>
              </a:xfrm>
              <a:custGeom>
                <a:avLst/>
                <a:gdLst/>
                <a:ahLst/>
                <a:cxnLst/>
                <a:rect l="l" t="t" r="r" b="b"/>
                <a:pathLst>
                  <a:path w="1843" h="332" extrusionOk="0">
                    <a:moveTo>
                      <a:pt x="1800" y="0"/>
                    </a:moveTo>
                    <a:cubicBezTo>
                      <a:pt x="1790" y="0"/>
                      <a:pt x="1780" y="4"/>
                      <a:pt x="1773" y="13"/>
                    </a:cubicBezTo>
                    <a:cubicBezTo>
                      <a:pt x="1596" y="207"/>
                      <a:pt x="1224" y="260"/>
                      <a:pt x="870" y="260"/>
                    </a:cubicBezTo>
                    <a:cubicBezTo>
                      <a:pt x="449" y="260"/>
                      <a:pt x="54" y="185"/>
                      <a:pt x="47" y="183"/>
                    </a:cubicBezTo>
                    <a:cubicBezTo>
                      <a:pt x="44" y="182"/>
                      <a:pt x="41" y="181"/>
                      <a:pt x="37" y="181"/>
                    </a:cubicBezTo>
                    <a:cubicBezTo>
                      <a:pt x="21" y="181"/>
                      <a:pt x="6" y="193"/>
                      <a:pt x="3" y="211"/>
                    </a:cubicBezTo>
                    <a:cubicBezTo>
                      <a:pt x="0" y="230"/>
                      <a:pt x="13" y="249"/>
                      <a:pt x="32" y="252"/>
                    </a:cubicBezTo>
                    <a:cubicBezTo>
                      <a:pt x="63" y="256"/>
                      <a:pt x="448" y="331"/>
                      <a:pt x="868" y="331"/>
                    </a:cubicBezTo>
                    <a:cubicBezTo>
                      <a:pt x="1237" y="331"/>
                      <a:pt x="1631" y="278"/>
                      <a:pt x="1830" y="60"/>
                    </a:cubicBezTo>
                    <a:cubicBezTo>
                      <a:pt x="1842" y="44"/>
                      <a:pt x="1842" y="22"/>
                      <a:pt x="1827" y="9"/>
                    </a:cubicBezTo>
                    <a:cubicBezTo>
                      <a:pt x="1819" y="4"/>
                      <a:pt x="1810" y="0"/>
                      <a:pt x="1800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Google Shape;1581;p44"/>
              <p:cNvSpPr/>
              <p:nvPr/>
            </p:nvSpPr>
            <p:spPr>
              <a:xfrm>
                <a:off x="5016075" y="2131025"/>
                <a:ext cx="59800" cy="62875"/>
              </a:xfrm>
              <a:custGeom>
                <a:avLst/>
                <a:gdLst/>
                <a:ahLst/>
                <a:cxnLst/>
                <a:rect l="l" t="t" r="r" b="b"/>
                <a:pathLst>
                  <a:path w="2392" h="2515" extrusionOk="0">
                    <a:moveTo>
                      <a:pt x="558" y="1"/>
                    </a:moveTo>
                    <a:cubicBezTo>
                      <a:pt x="558" y="1"/>
                      <a:pt x="574" y="294"/>
                      <a:pt x="540" y="629"/>
                    </a:cubicBezTo>
                    <a:cubicBezTo>
                      <a:pt x="489" y="1073"/>
                      <a:pt x="360" y="1600"/>
                      <a:pt x="0" y="1641"/>
                    </a:cubicBezTo>
                    <a:cubicBezTo>
                      <a:pt x="0" y="1641"/>
                      <a:pt x="364" y="2514"/>
                      <a:pt x="1212" y="2514"/>
                    </a:cubicBezTo>
                    <a:cubicBezTo>
                      <a:pt x="1274" y="2514"/>
                      <a:pt x="1339" y="2509"/>
                      <a:pt x="1407" y="2499"/>
                    </a:cubicBezTo>
                    <a:cubicBezTo>
                      <a:pt x="2391" y="2348"/>
                      <a:pt x="1678" y="1490"/>
                      <a:pt x="1678" y="1490"/>
                    </a:cubicBezTo>
                    <a:lnTo>
                      <a:pt x="1678" y="1436"/>
                    </a:lnTo>
                    <a:cubicBezTo>
                      <a:pt x="1678" y="1332"/>
                      <a:pt x="1691" y="1089"/>
                      <a:pt x="1732" y="916"/>
                    </a:cubicBezTo>
                    <a:cubicBezTo>
                      <a:pt x="1789" y="692"/>
                      <a:pt x="559" y="1"/>
                      <a:pt x="558" y="1"/>
                    </a:cubicBezTo>
                    <a:close/>
                  </a:path>
                </a:pathLst>
              </a:custGeom>
              <a:solidFill>
                <a:srgbClr val="CC7B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Google Shape;1582;p44"/>
              <p:cNvSpPr/>
              <p:nvPr/>
            </p:nvSpPr>
            <p:spPr>
              <a:xfrm>
                <a:off x="5029400" y="2131025"/>
                <a:ext cx="31325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253" h="1433" extrusionOk="0">
                    <a:moveTo>
                      <a:pt x="22" y="1"/>
                    </a:moveTo>
                    <a:cubicBezTo>
                      <a:pt x="22" y="1"/>
                      <a:pt x="38" y="294"/>
                      <a:pt x="0" y="629"/>
                    </a:cubicBezTo>
                    <a:cubicBezTo>
                      <a:pt x="316" y="931"/>
                      <a:pt x="764" y="1310"/>
                      <a:pt x="1142" y="1433"/>
                    </a:cubicBezTo>
                    <a:cubicBezTo>
                      <a:pt x="1142" y="1326"/>
                      <a:pt x="1152" y="1086"/>
                      <a:pt x="1196" y="912"/>
                    </a:cubicBezTo>
                    <a:cubicBezTo>
                      <a:pt x="1253" y="692"/>
                      <a:pt x="22" y="1"/>
                      <a:pt x="22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Google Shape;1583;p44"/>
              <p:cNvSpPr/>
              <p:nvPr/>
            </p:nvSpPr>
            <p:spPr>
              <a:xfrm>
                <a:off x="5014725" y="2074000"/>
                <a:ext cx="69500" cy="87425"/>
              </a:xfrm>
              <a:custGeom>
                <a:avLst/>
                <a:gdLst/>
                <a:ahLst/>
                <a:cxnLst/>
                <a:rect l="l" t="t" r="r" b="b"/>
                <a:pathLst>
                  <a:path w="2780" h="3497" extrusionOk="0">
                    <a:moveTo>
                      <a:pt x="1405" y="0"/>
                    </a:moveTo>
                    <a:cubicBezTo>
                      <a:pt x="1222" y="0"/>
                      <a:pt x="1036" y="33"/>
                      <a:pt x="855" y="114"/>
                    </a:cubicBezTo>
                    <a:cubicBezTo>
                      <a:pt x="0" y="499"/>
                      <a:pt x="202" y="1392"/>
                      <a:pt x="202" y="1392"/>
                    </a:cubicBezTo>
                    <a:cubicBezTo>
                      <a:pt x="202" y="1392"/>
                      <a:pt x="792" y="3481"/>
                      <a:pt x="1786" y="3496"/>
                    </a:cubicBezTo>
                    <a:cubicBezTo>
                      <a:pt x="1789" y="3496"/>
                      <a:pt x="1791" y="3496"/>
                      <a:pt x="1794" y="3496"/>
                    </a:cubicBezTo>
                    <a:cubicBezTo>
                      <a:pt x="2780" y="3496"/>
                      <a:pt x="2736" y="607"/>
                      <a:pt x="2736" y="607"/>
                    </a:cubicBezTo>
                    <a:cubicBezTo>
                      <a:pt x="2703" y="455"/>
                      <a:pt x="2082" y="0"/>
                      <a:pt x="1405" y="0"/>
                    </a:cubicBezTo>
                    <a:close/>
                  </a:path>
                </a:pathLst>
              </a:custGeom>
              <a:solidFill>
                <a:srgbClr val="CC7B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Google Shape;1584;p44"/>
              <p:cNvSpPr/>
              <p:nvPr/>
            </p:nvSpPr>
            <p:spPr>
              <a:xfrm>
                <a:off x="5003200" y="2060300"/>
                <a:ext cx="97825" cy="68700"/>
              </a:xfrm>
              <a:custGeom>
                <a:avLst/>
                <a:gdLst/>
                <a:ahLst/>
                <a:cxnLst/>
                <a:rect l="l" t="t" r="r" b="b"/>
                <a:pathLst>
                  <a:path w="3913" h="2748" extrusionOk="0">
                    <a:moveTo>
                      <a:pt x="1693" y="1"/>
                    </a:moveTo>
                    <a:cubicBezTo>
                      <a:pt x="1184" y="1"/>
                      <a:pt x="793" y="193"/>
                      <a:pt x="600" y="1047"/>
                    </a:cubicBezTo>
                    <a:cubicBezTo>
                      <a:pt x="600" y="1047"/>
                      <a:pt x="1" y="1672"/>
                      <a:pt x="726" y="2748"/>
                    </a:cubicBezTo>
                    <a:lnTo>
                      <a:pt x="1055" y="2694"/>
                    </a:lnTo>
                    <a:cubicBezTo>
                      <a:pt x="1055" y="2694"/>
                      <a:pt x="954" y="2022"/>
                      <a:pt x="1304" y="2022"/>
                    </a:cubicBezTo>
                    <a:cubicBezTo>
                      <a:pt x="1657" y="2022"/>
                      <a:pt x="1884" y="1716"/>
                      <a:pt x="2010" y="1546"/>
                    </a:cubicBezTo>
                    <a:cubicBezTo>
                      <a:pt x="2028" y="1523"/>
                      <a:pt x="2050" y="1513"/>
                      <a:pt x="2078" y="1513"/>
                    </a:cubicBezTo>
                    <a:cubicBezTo>
                      <a:pt x="2251" y="1513"/>
                      <a:pt x="2607" y="1915"/>
                      <a:pt x="2872" y="1915"/>
                    </a:cubicBezTo>
                    <a:cubicBezTo>
                      <a:pt x="3175" y="1915"/>
                      <a:pt x="3140" y="2293"/>
                      <a:pt x="3140" y="2293"/>
                    </a:cubicBezTo>
                    <a:cubicBezTo>
                      <a:pt x="3140" y="2293"/>
                      <a:pt x="3913" y="1978"/>
                      <a:pt x="3578" y="1218"/>
                    </a:cubicBezTo>
                    <a:cubicBezTo>
                      <a:pt x="3578" y="1218"/>
                      <a:pt x="3802" y="205"/>
                      <a:pt x="2780" y="114"/>
                    </a:cubicBezTo>
                    <a:cubicBezTo>
                      <a:pt x="2384" y="78"/>
                      <a:pt x="2015" y="1"/>
                      <a:pt x="1693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5" name="Google Shape;1585;p44"/>
              <p:cNvSpPr/>
              <p:nvPr/>
            </p:nvSpPr>
            <p:spPr>
              <a:xfrm>
                <a:off x="5012375" y="2116125"/>
                <a:ext cx="19650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786" h="798" extrusionOk="0">
                    <a:moveTo>
                      <a:pt x="371" y="1"/>
                    </a:moveTo>
                    <a:cubicBezTo>
                      <a:pt x="325" y="1"/>
                      <a:pt x="278" y="18"/>
                      <a:pt x="233" y="60"/>
                    </a:cubicBezTo>
                    <a:cubicBezTo>
                      <a:pt x="0" y="279"/>
                      <a:pt x="288" y="798"/>
                      <a:pt x="684" y="798"/>
                    </a:cubicBezTo>
                    <a:cubicBezTo>
                      <a:pt x="717" y="798"/>
                      <a:pt x="751" y="794"/>
                      <a:pt x="785" y="786"/>
                    </a:cubicBezTo>
                    <a:lnTo>
                      <a:pt x="785" y="370"/>
                    </a:lnTo>
                    <a:cubicBezTo>
                      <a:pt x="785" y="370"/>
                      <a:pt x="583" y="1"/>
                      <a:pt x="371" y="1"/>
                    </a:cubicBezTo>
                    <a:close/>
                  </a:path>
                </a:pathLst>
              </a:custGeom>
              <a:solidFill>
                <a:srgbClr val="CC7B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6" name="Google Shape;1586;p44"/>
              <p:cNvSpPr/>
              <p:nvPr/>
            </p:nvSpPr>
            <p:spPr>
              <a:xfrm>
                <a:off x="5060475" y="2123775"/>
                <a:ext cx="7750" cy="1635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654" extrusionOk="0">
                    <a:moveTo>
                      <a:pt x="221" y="1"/>
                    </a:moveTo>
                    <a:cubicBezTo>
                      <a:pt x="202" y="4"/>
                      <a:pt x="186" y="19"/>
                      <a:pt x="189" y="38"/>
                    </a:cubicBezTo>
                    <a:cubicBezTo>
                      <a:pt x="218" y="266"/>
                      <a:pt x="224" y="531"/>
                      <a:pt x="202" y="568"/>
                    </a:cubicBezTo>
                    <a:cubicBezTo>
                      <a:pt x="192" y="578"/>
                      <a:pt x="176" y="582"/>
                      <a:pt x="157" y="582"/>
                    </a:cubicBezTo>
                    <a:cubicBezTo>
                      <a:pt x="122" y="582"/>
                      <a:pt x="80" y="569"/>
                      <a:pt x="57" y="559"/>
                    </a:cubicBezTo>
                    <a:cubicBezTo>
                      <a:pt x="52" y="557"/>
                      <a:pt x="46" y="557"/>
                      <a:pt x="42" y="557"/>
                    </a:cubicBezTo>
                    <a:cubicBezTo>
                      <a:pt x="26" y="557"/>
                      <a:pt x="14" y="564"/>
                      <a:pt x="10" y="581"/>
                    </a:cubicBezTo>
                    <a:cubicBezTo>
                      <a:pt x="0" y="600"/>
                      <a:pt x="10" y="619"/>
                      <a:pt x="29" y="628"/>
                    </a:cubicBezTo>
                    <a:cubicBezTo>
                      <a:pt x="35" y="631"/>
                      <a:pt x="95" y="654"/>
                      <a:pt x="155" y="654"/>
                    </a:cubicBezTo>
                    <a:cubicBezTo>
                      <a:pt x="189" y="654"/>
                      <a:pt x="224" y="647"/>
                      <a:pt x="249" y="619"/>
                    </a:cubicBezTo>
                    <a:cubicBezTo>
                      <a:pt x="309" y="559"/>
                      <a:pt x="281" y="225"/>
                      <a:pt x="262" y="32"/>
                    </a:cubicBezTo>
                    <a:cubicBezTo>
                      <a:pt x="256" y="10"/>
                      <a:pt x="240" y="1"/>
                      <a:pt x="221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7" name="Google Shape;1587;p44"/>
              <p:cNvSpPr/>
              <p:nvPr/>
            </p:nvSpPr>
            <p:spPr>
              <a:xfrm>
                <a:off x="5047300" y="2111750"/>
                <a:ext cx="12325" cy="5425"/>
              </a:xfrm>
              <a:custGeom>
                <a:avLst/>
                <a:gdLst/>
                <a:ahLst/>
                <a:cxnLst/>
                <a:rect l="l" t="t" r="r" b="b"/>
                <a:pathLst>
                  <a:path w="493" h="217" extrusionOk="0">
                    <a:moveTo>
                      <a:pt x="331" y="1"/>
                    </a:moveTo>
                    <a:cubicBezTo>
                      <a:pt x="92" y="1"/>
                      <a:pt x="0" y="170"/>
                      <a:pt x="0" y="172"/>
                    </a:cubicBezTo>
                    <a:lnTo>
                      <a:pt x="82" y="217"/>
                    </a:lnTo>
                    <a:cubicBezTo>
                      <a:pt x="85" y="211"/>
                      <a:pt x="148" y="95"/>
                      <a:pt x="327" y="95"/>
                    </a:cubicBezTo>
                    <a:cubicBezTo>
                      <a:pt x="368" y="95"/>
                      <a:pt x="414" y="101"/>
                      <a:pt x="467" y="116"/>
                    </a:cubicBezTo>
                    <a:lnTo>
                      <a:pt x="492" y="24"/>
                    </a:lnTo>
                    <a:cubicBezTo>
                      <a:pt x="432" y="8"/>
                      <a:pt x="378" y="1"/>
                      <a:pt x="331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8" name="Google Shape;1588;p44"/>
              <p:cNvSpPr/>
              <p:nvPr/>
            </p:nvSpPr>
            <p:spPr>
              <a:xfrm>
                <a:off x="5068975" y="2112325"/>
                <a:ext cx="12350" cy="5475"/>
              </a:xfrm>
              <a:custGeom>
                <a:avLst/>
                <a:gdLst/>
                <a:ahLst/>
                <a:cxnLst/>
                <a:rect l="l" t="t" r="r" b="b"/>
                <a:pathLst>
                  <a:path w="494" h="219" extrusionOk="0">
                    <a:moveTo>
                      <a:pt x="158" y="0"/>
                    </a:moveTo>
                    <a:cubicBezTo>
                      <a:pt x="112" y="0"/>
                      <a:pt x="59" y="7"/>
                      <a:pt x="1" y="23"/>
                    </a:cubicBezTo>
                    <a:lnTo>
                      <a:pt x="23" y="115"/>
                    </a:lnTo>
                    <a:cubicBezTo>
                      <a:pt x="75" y="100"/>
                      <a:pt x="120" y="94"/>
                      <a:pt x="160" y="94"/>
                    </a:cubicBezTo>
                    <a:cubicBezTo>
                      <a:pt x="337" y="94"/>
                      <a:pt x="402" y="211"/>
                      <a:pt x="405" y="219"/>
                    </a:cubicBezTo>
                    <a:lnTo>
                      <a:pt x="493" y="175"/>
                    </a:lnTo>
                    <a:cubicBezTo>
                      <a:pt x="488" y="175"/>
                      <a:pt x="396" y="0"/>
                      <a:pt x="158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9" name="Google Shape;1589;p44"/>
              <p:cNvSpPr/>
              <p:nvPr/>
            </p:nvSpPr>
            <p:spPr>
              <a:xfrm>
                <a:off x="5053675" y="2120775"/>
                <a:ext cx="3750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150" h="222" extrusionOk="0">
                    <a:moveTo>
                      <a:pt x="73" y="1"/>
                    </a:moveTo>
                    <a:cubicBezTo>
                      <a:pt x="32" y="1"/>
                      <a:pt x="1" y="51"/>
                      <a:pt x="1" y="111"/>
                    </a:cubicBezTo>
                    <a:cubicBezTo>
                      <a:pt x="1" y="174"/>
                      <a:pt x="32" y="221"/>
                      <a:pt x="73" y="221"/>
                    </a:cubicBezTo>
                    <a:cubicBezTo>
                      <a:pt x="118" y="221"/>
                      <a:pt x="149" y="174"/>
                      <a:pt x="149" y="111"/>
                    </a:cubicBezTo>
                    <a:cubicBezTo>
                      <a:pt x="149" y="51"/>
                      <a:pt x="118" y="1"/>
                      <a:pt x="73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0" name="Google Shape;1590;p44"/>
              <p:cNvSpPr/>
              <p:nvPr/>
            </p:nvSpPr>
            <p:spPr>
              <a:xfrm>
                <a:off x="5071900" y="2121575"/>
                <a:ext cx="3725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149" h="222" extrusionOk="0">
                    <a:moveTo>
                      <a:pt x="76" y="0"/>
                    </a:moveTo>
                    <a:cubicBezTo>
                      <a:pt x="35" y="0"/>
                      <a:pt x="1" y="51"/>
                      <a:pt x="1" y="111"/>
                    </a:cubicBezTo>
                    <a:cubicBezTo>
                      <a:pt x="1" y="174"/>
                      <a:pt x="35" y="221"/>
                      <a:pt x="76" y="221"/>
                    </a:cubicBezTo>
                    <a:cubicBezTo>
                      <a:pt x="117" y="221"/>
                      <a:pt x="149" y="174"/>
                      <a:pt x="149" y="111"/>
                    </a:cubicBezTo>
                    <a:cubicBezTo>
                      <a:pt x="149" y="51"/>
                      <a:pt x="117" y="0"/>
                      <a:pt x="76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1" name="Google Shape;1591;p44"/>
              <p:cNvSpPr/>
              <p:nvPr/>
            </p:nvSpPr>
            <p:spPr>
              <a:xfrm>
                <a:off x="5055725" y="2146125"/>
                <a:ext cx="10600" cy="2925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17" extrusionOk="0">
                    <a:moveTo>
                      <a:pt x="84" y="0"/>
                    </a:moveTo>
                    <a:cubicBezTo>
                      <a:pt x="54" y="0"/>
                      <a:pt x="38" y="2"/>
                      <a:pt x="36" y="2"/>
                    </a:cubicBezTo>
                    <a:cubicBezTo>
                      <a:pt x="17" y="6"/>
                      <a:pt x="1" y="21"/>
                      <a:pt x="4" y="40"/>
                    </a:cubicBezTo>
                    <a:cubicBezTo>
                      <a:pt x="10" y="58"/>
                      <a:pt x="23" y="72"/>
                      <a:pt x="40" y="72"/>
                    </a:cubicBezTo>
                    <a:cubicBezTo>
                      <a:pt x="42" y="72"/>
                      <a:pt x="43" y="72"/>
                      <a:pt x="45" y="72"/>
                    </a:cubicBezTo>
                    <a:cubicBezTo>
                      <a:pt x="46" y="72"/>
                      <a:pt x="56" y="71"/>
                      <a:pt x="76" y="71"/>
                    </a:cubicBezTo>
                    <a:cubicBezTo>
                      <a:pt x="122" y="71"/>
                      <a:pt x="218" y="77"/>
                      <a:pt x="373" y="116"/>
                    </a:cubicBezTo>
                    <a:lnTo>
                      <a:pt x="379" y="116"/>
                    </a:lnTo>
                    <a:cubicBezTo>
                      <a:pt x="395" y="116"/>
                      <a:pt x="411" y="103"/>
                      <a:pt x="414" y="88"/>
                    </a:cubicBezTo>
                    <a:cubicBezTo>
                      <a:pt x="424" y="69"/>
                      <a:pt x="411" y="50"/>
                      <a:pt x="392" y="43"/>
                    </a:cubicBezTo>
                    <a:cubicBezTo>
                      <a:pt x="240" y="7"/>
                      <a:pt x="139" y="0"/>
                      <a:pt x="84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2" name="Google Shape;1592;p44"/>
              <p:cNvSpPr/>
              <p:nvPr/>
            </p:nvSpPr>
            <p:spPr>
              <a:xfrm>
                <a:off x="4984750" y="2168025"/>
                <a:ext cx="126925" cy="176075"/>
              </a:xfrm>
              <a:custGeom>
                <a:avLst/>
                <a:gdLst/>
                <a:ahLst/>
                <a:cxnLst/>
                <a:rect l="l" t="t" r="r" b="b"/>
                <a:pathLst>
                  <a:path w="5077" h="7043" extrusionOk="0">
                    <a:moveTo>
                      <a:pt x="2922" y="0"/>
                    </a:moveTo>
                    <a:cubicBezTo>
                      <a:pt x="2922" y="0"/>
                      <a:pt x="3348" y="754"/>
                      <a:pt x="2632" y="754"/>
                    </a:cubicBezTo>
                    <a:cubicBezTo>
                      <a:pt x="1912" y="754"/>
                      <a:pt x="1496" y="26"/>
                      <a:pt x="1496" y="26"/>
                    </a:cubicBezTo>
                    <a:cubicBezTo>
                      <a:pt x="1496" y="26"/>
                      <a:pt x="1414" y="73"/>
                      <a:pt x="1240" y="111"/>
                    </a:cubicBezTo>
                    <a:cubicBezTo>
                      <a:pt x="1181" y="127"/>
                      <a:pt x="1105" y="139"/>
                      <a:pt x="1023" y="145"/>
                    </a:cubicBezTo>
                    <a:cubicBezTo>
                      <a:pt x="704" y="183"/>
                      <a:pt x="92" y="963"/>
                      <a:pt x="92" y="963"/>
                    </a:cubicBezTo>
                    <a:cubicBezTo>
                      <a:pt x="92" y="963"/>
                      <a:pt x="445" y="4105"/>
                      <a:pt x="461" y="4887"/>
                    </a:cubicBezTo>
                    <a:cubicBezTo>
                      <a:pt x="477" y="5666"/>
                      <a:pt x="1" y="6117"/>
                      <a:pt x="379" y="6509"/>
                    </a:cubicBezTo>
                    <a:cubicBezTo>
                      <a:pt x="655" y="6796"/>
                      <a:pt x="1982" y="7042"/>
                      <a:pt x="3060" y="7042"/>
                    </a:cubicBezTo>
                    <a:cubicBezTo>
                      <a:pt x="3464" y="7042"/>
                      <a:pt x="3832" y="7008"/>
                      <a:pt x="4099" y="6928"/>
                    </a:cubicBezTo>
                    <a:cubicBezTo>
                      <a:pt x="5077" y="6638"/>
                      <a:pt x="4417" y="5111"/>
                      <a:pt x="4310" y="4357"/>
                    </a:cubicBezTo>
                    <a:cubicBezTo>
                      <a:pt x="4263" y="4042"/>
                      <a:pt x="4256" y="3534"/>
                      <a:pt x="4253" y="3013"/>
                    </a:cubicBezTo>
                    <a:cubicBezTo>
                      <a:pt x="4247" y="2275"/>
                      <a:pt x="4256" y="1524"/>
                      <a:pt x="4181" y="1310"/>
                    </a:cubicBezTo>
                    <a:cubicBezTo>
                      <a:pt x="4080" y="1013"/>
                      <a:pt x="3799" y="414"/>
                      <a:pt x="3300" y="136"/>
                    </a:cubicBezTo>
                    <a:cubicBezTo>
                      <a:pt x="3253" y="111"/>
                      <a:pt x="3206" y="89"/>
                      <a:pt x="3155" y="67"/>
                    </a:cubicBezTo>
                    <a:cubicBezTo>
                      <a:pt x="3080" y="35"/>
                      <a:pt x="3001" y="16"/>
                      <a:pt x="2922" y="0"/>
                    </a:cubicBez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44"/>
              <p:cNvSpPr/>
              <p:nvPr/>
            </p:nvSpPr>
            <p:spPr>
              <a:xfrm>
                <a:off x="5015675" y="2168025"/>
                <a:ext cx="53650" cy="24650"/>
              </a:xfrm>
              <a:custGeom>
                <a:avLst/>
                <a:gdLst/>
                <a:ahLst/>
                <a:cxnLst/>
                <a:rect l="l" t="t" r="r" b="b"/>
                <a:pathLst>
                  <a:path w="2146" h="986" extrusionOk="0">
                    <a:moveTo>
                      <a:pt x="1685" y="0"/>
                    </a:moveTo>
                    <a:cubicBezTo>
                      <a:pt x="1685" y="0"/>
                      <a:pt x="2111" y="754"/>
                      <a:pt x="1395" y="754"/>
                    </a:cubicBezTo>
                    <a:cubicBezTo>
                      <a:pt x="675" y="754"/>
                      <a:pt x="259" y="26"/>
                      <a:pt x="259" y="26"/>
                    </a:cubicBezTo>
                    <a:cubicBezTo>
                      <a:pt x="259" y="26"/>
                      <a:pt x="174" y="73"/>
                      <a:pt x="0" y="111"/>
                    </a:cubicBezTo>
                    <a:cubicBezTo>
                      <a:pt x="208" y="406"/>
                      <a:pt x="714" y="985"/>
                      <a:pt x="1434" y="985"/>
                    </a:cubicBezTo>
                    <a:cubicBezTo>
                      <a:pt x="1514" y="985"/>
                      <a:pt x="1597" y="978"/>
                      <a:pt x="1682" y="963"/>
                    </a:cubicBezTo>
                    <a:cubicBezTo>
                      <a:pt x="1975" y="912"/>
                      <a:pt x="2101" y="767"/>
                      <a:pt x="2127" y="578"/>
                    </a:cubicBezTo>
                    <a:cubicBezTo>
                      <a:pt x="2146" y="445"/>
                      <a:pt x="2120" y="294"/>
                      <a:pt x="2063" y="136"/>
                    </a:cubicBezTo>
                    <a:cubicBezTo>
                      <a:pt x="2060" y="127"/>
                      <a:pt x="2057" y="114"/>
                      <a:pt x="2051" y="108"/>
                    </a:cubicBezTo>
                    <a:cubicBezTo>
                      <a:pt x="1978" y="82"/>
                      <a:pt x="1922" y="67"/>
                      <a:pt x="1918" y="67"/>
                    </a:cubicBezTo>
                    <a:cubicBezTo>
                      <a:pt x="1843" y="35"/>
                      <a:pt x="1764" y="16"/>
                      <a:pt x="1685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4" name="Google Shape;1594;p44"/>
              <p:cNvSpPr/>
              <p:nvPr/>
            </p:nvSpPr>
            <p:spPr>
              <a:xfrm>
                <a:off x="5063625" y="2169675"/>
                <a:ext cx="41350" cy="7407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2963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48" y="45"/>
                      <a:pt x="123" y="237"/>
                      <a:pt x="209" y="512"/>
                    </a:cubicBezTo>
                    <a:cubicBezTo>
                      <a:pt x="486" y="1363"/>
                      <a:pt x="884" y="2963"/>
                      <a:pt x="884" y="2963"/>
                    </a:cubicBezTo>
                    <a:lnTo>
                      <a:pt x="1092" y="2947"/>
                    </a:lnTo>
                    <a:lnTo>
                      <a:pt x="1653" y="2909"/>
                    </a:lnTo>
                    <a:cubicBezTo>
                      <a:pt x="1543" y="2237"/>
                      <a:pt x="1262" y="1089"/>
                      <a:pt x="1026" y="644"/>
                    </a:cubicBezTo>
                    <a:cubicBezTo>
                      <a:pt x="855" y="313"/>
                      <a:pt x="369" y="120"/>
                      <a:pt x="133" y="42"/>
                    </a:cubicBezTo>
                    <a:cubicBezTo>
                      <a:pt x="60" y="16"/>
                      <a:pt x="4" y="1"/>
                      <a:pt x="0" y="1"/>
                    </a:cubicBez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5" name="Google Shape;1595;p44"/>
              <p:cNvSpPr/>
              <p:nvPr/>
            </p:nvSpPr>
            <p:spPr>
              <a:xfrm>
                <a:off x="5100375" y="2190575"/>
                <a:ext cx="23600" cy="33300"/>
              </a:xfrm>
              <a:custGeom>
                <a:avLst/>
                <a:gdLst/>
                <a:ahLst/>
                <a:cxnLst/>
                <a:rect l="l" t="t" r="r" b="b"/>
                <a:pathLst>
                  <a:path w="944" h="1332" extrusionOk="0">
                    <a:moveTo>
                      <a:pt x="770" y="1"/>
                    </a:moveTo>
                    <a:cubicBezTo>
                      <a:pt x="493" y="243"/>
                      <a:pt x="0" y="1332"/>
                      <a:pt x="0" y="1332"/>
                    </a:cubicBezTo>
                    <a:lnTo>
                      <a:pt x="149" y="1332"/>
                    </a:lnTo>
                    <a:cubicBezTo>
                      <a:pt x="149" y="1332"/>
                      <a:pt x="723" y="1007"/>
                      <a:pt x="833" y="609"/>
                    </a:cubicBezTo>
                    <a:cubicBezTo>
                      <a:pt x="944" y="212"/>
                      <a:pt x="770" y="1"/>
                      <a:pt x="770" y="1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6" name="Google Shape;1596;p44"/>
              <p:cNvSpPr/>
              <p:nvPr/>
            </p:nvSpPr>
            <p:spPr>
              <a:xfrm>
                <a:off x="5076150" y="2193250"/>
                <a:ext cx="22750" cy="30725"/>
              </a:xfrm>
              <a:custGeom>
                <a:avLst/>
                <a:gdLst/>
                <a:ahLst/>
                <a:cxnLst/>
                <a:rect l="l" t="t" r="r" b="b"/>
                <a:pathLst>
                  <a:path w="910" h="1229" extrusionOk="0">
                    <a:moveTo>
                      <a:pt x="174" y="1"/>
                    </a:moveTo>
                    <a:cubicBezTo>
                      <a:pt x="174" y="1"/>
                      <a:pt x="1" y="253"/>
                      <a:pt x="174" y="537"/>
                    </a:cubicBezTo>
                    <a:cubicBezTo>
                      <a:pt x="348" y="821"/>
                      <a:pt x="790" y="1228"/>
                      <a:pt x="790" y="1228"/>
                    </a:cubicBezTo>
                    <a:lnTo>
                      <a:pt x="910" y="1228"/>
                    </a:lnTo>
                    <a:lnTo>
                      <a:pt x="910" y="1225"/>
                    </a:lnTo>
                    <a:cubicBezTo>
                      <a:pt x="910" y="1225"/>
                      <a:pt x="809" y="209"/>
                      <a:pt x="174" y="1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7" name="Google Shape;1597;p44"/>
              <p:cNvSpPr/>
              <p:nvPr/>
            </p:nvSpPr>
            <p:spPr>
              <a:xfrm>
                <a:off x="5030175" y="2221700"/>
                <a:ext cx="136000" cy="133450"/>
              </a:xfrm>
              <a:custGeom>
                <a:avLst/>
                <a:gdLst/>
                <a:ahLst/>
                <a:cxnLst/>
                <a:rect l="l" t="t" r="r" b="b"/>
                <a:pathLst>
                  <a:path w="5440" h="5338" extrusionOk="0">
                    <a:moveTo>
                      <a:pt x="2492" y="0"/>
                    </a:moveTo>
                    <a:cubicBezTo>
                      <a:pt x="832" y="0"/>
                      <a:pt x="553" y="876"/>
                      <a:pt x="401" y="1380"/>
                    </a:cubicBezTo>
                    <a:cubicBezTo>
                      <a:pt x="237" y="1910"/>
                      <a:pt x="1" y="4494"/>
                      <a:pt x="1206" y="5049"/>
                    </a:cubicBezTo>
                    <a:cubicBezTo>
                      <a:pt x="1687" y="5271"/>
                      <a:pt x="2272" y="5338"/>
                      <a:pt x="2802" y="5338"/>
                    </a:cubicBezTo>
                    <a:cubicBezTo>
                      <a:pt x="3597" y="5338"/>
                      <a:pt x="4266" y="5188"/>
                      <a:pt x="4266" y="5188"/>
                    </a:cubicBezTo>
                    <a:cubicBezTo>
                      <a:pt x="5440" y="4418"/>
                      <a:pt x="5228" y="2349"/>
                      <a:pt x="5077" y="1699"/>
                    </a:cubicBezTo>
                    <a:cubicBezTo>
                      <a:pt x="4922" y="1040"/>
                      <a:pt x="4780" y="134"/>
                      <a:pt x="2824" y="11"/>
                    </a:cubicBezTo>
                    <a:cubicBezTo>
                      <a:pt x="2708" y="4"/>
                      <a:pt x="2597" y="0"/>
                      <a:pt x="2492" y="0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8" name="Google Shape;1598;p44"/>
              <p:cNvSpPr/>
              <p:nvPr/>
            </p:nvSpPr>
            <p:spPr>
              <a:xfrm>
                <a:off x="5071125" y="2267300"/>
                <a:ext cx="73525" cy="67225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2689" extrusionOk="0">
                    <a:moveTo>
                      <a:pt x="2750" y="1"/>
                    </a:moveTo>
                    <a:cubicBezTo>
                      <a:pt x="2748" y="1"/>
                      <a:pt x="2746" y="1"/>
                      <a:pt x="2745" y="1"/>
                    </a:cubicBezTo>
                    <a:cubicBezTo>
                      <a:pt x="2726" y="4"/>
                      <a:pt x="2710" y="20"/>
                      <a:pt x="2713" y="39"/>
                    </a:cubicBezTo>
                    <a:cubicBezTo>
                      <a:pt x="2716" y="48"/>
                      <a:pt x="2868" y="1149"/>
                      <a:pt x="2193" y="1900"/>
                    </a:cubicBezTo>
                    <a:cubicBezTo>
                      <a:pt x="1764" y="2379"/>
                      <a:pt x="1100" y="2620"/>
                      <a:pt x="217" y="2620"/>
                    </a:cubicBezTo>
                    <a:cubicBezTo>
                      <a:pt x="157" y="2620"/>
                      <a:pt x="96" y="2619"/>
                      <a:pt x="35" y="2616"/>
                    </a:cubicBezTo>
                    <a:cubicBezTo>
                      <a:pt x="16" y="2616"/>
                      <a:pt x="0" y="2632"/>
                      <a:pt x="0" y="2651"/>
                    </a:cubicBezTo>
                    <a:cubicBezTo>
                      <a:pt x="0" y="2670"/>
                      <a:pt x="16" y="2686"/>
                      <a:pt x="35" y="2686"/>
                    </a:cubicBezTo>
                    <a:cubicBezTo>
                      <a:pt x="101" y="2689"/>
                      <a:pt x="161" y="2689"/>
                      <a:pt x="224" y="2689"/>
                    </a:cubicBezTo>
                    <a:cubicBezTo>
                      <a:pt x="1129" y="2689"/>
                      <a:pt x="1811" y="2440"/>
                      <a:pt x="2243" y="1954"/>
                    </a:cubicBezTo>
                    <a:cubicBezTo>
                      <a:pt x="2940" y="1172"/>
                      <a:pt x="2783" y="45"/>
                      <a:pt x="2783" y="33"/>
                    </a:cubicBezTo>
                    <a:cubicBezTo>
                      <a:pt x="2780" y="15"/>
                      <a:pt x="2766" y="1"/>
                      <a:pt x="2750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9" name="Google Shape;1599;p44"/>
              <p:cNvSpPr/>
              <p:nvPr/>
            </p:nvSpPr>
            <p:spPr>
              <a:xfrm>
                <a:off x="4992175" y="2257850"/>
                <a:ext cx="101675" cy="118200"/>
              </a:xfrm>
              <a:custGeom>
                <a:avLst/>
                <a:gdLst/>
                <a:ahLst/>
                <a:cxnLst/>
                <a:rect l="l" t="t" r="r" b="b"/>
                <a:pathLst>
                  <a:path w="4067" h="4728" extrusionOk="0">
                    <a:moveTo>
                      <a:pt x="1171" y="1"/>
                    </a:moveTo>
                    <a:lnTo>
                      <a:pt x="0" y="502"/>
                    </a:lnTo>
                    <a:cubicBezTo>
                      <a:pt x="0" y="502"/>
                      <a:pt x="1584" y="3868"/>
                      <a:pt x="2057" y="4345"/>
                    </a:cubicBezTo>
                    <a:cubicBezTo>
                      <a:pt x="2330" y="4621"/>
                      <a:pt x="2726" y="4728"/>
                      <a:pt x="3075" y="4728"/>
                    </a:cubicBezTo>
                    <a:cubicBezTo>
                      <a:pt x="3330" y="4728"/>
                      <a:pt x="3560" y="4671"/>
                      <a:pt x="3698" y="4581"/>
                    </a:cubicBezTo>
                    <a:cubicBezTo>
                      <a:pt x="4026" y="4373"/>
                      <a:pt x="4067" y="3884"/>
                      <a:pt x="4067" y="3884"/>
                    </a:cubicBezTo>
                    <a:cubicBezTo>
                      <a:pt x="4067" y="3884"/>
                      <a:pt x="2906" y="3461"/>
                      <a:pt x="2638" y="3455"/>
                    </a:cubicBezTo>
                    <a:cubicBezTo>
                      <a:pt x="2373" y="3442"/>
                      <a:pt x="1171" y="1"/>
                      <a:pt x="1171" y="1"/>
                    </a:cubicBezTo>
                    <a:close/>
                  </a:path>
                </a:pathLst>
              </a:custGeom>
              <a:solidFill>
                <a:srgbClr val="CC7B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0" name="Google Shape;1600;p44"/>
              <p:cNvSpPr/>
              <p:nvPr/>
            </p:nvSpPr>
            <p:spPr>
              <a:xfrm>
                <a:off x="4979075" y="2192150"/>
                <a:ext cx="49075" cy="86625"/>
              </a:xfrm>
              <a:custGeom>
                <a:avLst/>
                <a:gdLst/>
                <a:ahLst/>
                <a:cxnLst/>
                <a:rect l="l" t="t" r="r" b="b"/>
                <a:pathLst>
                  <a:path w="1963" h="3465" extrusionOk="0">
                    <a:moveTo>
                      <a:pt x="319" y="1"/>
                    </a:moveTo>
                    <a:cubicBezTo>
                      <a:pt x="319" y="1"/>
                      <a:pt x="16" y="408"/>
                      <a:pt x="7" y="1162"/>
                    </a:cubicBezTo>
                    <a:cubicBezTo>
                      <a:pt x="1" y="1916"/>
                      <a:pt x="146" y="2789"/>
                      <a:pt x="319" y="3465"/>
                    </a:cubicBezTo>
                    <a:cubicBezTo>
                      <a:pt x="319" y="3465"/>
                      <a:pt x="1546" y="3436"/>
                      <a:pt x="1963" y="2755"/>
                    </a:cubicBezTo>
                    <a:cubicBezTo>
                      <a:pt x="1963" y="2755"/>
                      <a:pt x="1543" y="1591"/>
                      <a:pt x="1534" y="1143"/>
                    </a:cubicBezTo>
                    <a:cubicBezTo>
                      <a:pt x="1524" y="695"/>
                      <a:pt x="1067" y="190"/>
                      <a:pt x="319" y="1"/>
                    </a:cubicBez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44"/>
              <p:cNvSpPr/>
              <p:nvPr/>
            </p:nvSpPr>
            <p:spPr>
              <a:xfrm>
                <a:off x="5001150" y="2188825"/>
                <a:ext cx="28900" cy="83325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3333" extrusionOk="0">
                    <a:moveTo>
                      <a:pt x="36" y="0"/>
                    </a:moveTo>
                    <a:cubicBezTo>
                      <a:pt x="27" y="0"/>
                      <a:pt x="18" y="3"/>
                      <a:pt x="10" y="7"/>
                    </a:cubicBezTo>
                    <a:cubicBezTo>
                      <a:pt x="1" y="23"/>
                      <a:pt x="1" y="45"/>
                      <a:pt x="10" y="61"/>
                    </a:cubicBezTo>
                    <a:cubicBezTo>
                      <a:pt x="20" y="67"/>
                      <a:pt x="764" y="853"/>
                      <a:pt x="1048" y="2828"/>
                    </a:cubicBezTo>
                    <a:cubicBezTo>
                      <a:pt x="1048" y="2831"/>
                      <a:pt x="1067" y="3017"/>
                      <a:pt x="512" y="3266"/>
                    </a:cubicBezTo>
                    <a:cubicBezTo>
                      <a:pt x="493" y="3273"/>
                      <a:pt x="484" y="3292"/>
                      <a:pt x="493" y="3314"/>
                    </a:cubicBezTo>
                    <a:cubicBezTo>
                      <a:pt x="496" y="3326"/>
                      <a:pt x="512" y="3333"/>
                      <a:pt x="525" y="3333"/>
                    </a:cubicBezTo>
                    <a:cubicBezTo>
                      <a:pt x="528" y="3333"/>
                      <a:pt x="531" y="3333"/>
                      <a:pt x="543" y="3329"/>
                    </a:cubicBezTo>
                    <a:cubicBezTo>
                      <a:pt x="1155" y="3055"/>
                      <a:pt x="1124" y="2837"/>
                      <a:pt x="1121" y="2815"/>
                    </a:cubicBezTo>
                    <a:cubicBezTo>
                      <a:pt x="831" y="812"/>
                      <a:pt x="95" y="39"/>
                      <a:pt x="64" y="7"/>
                    </a:cubicBezTo>
                    <a:cubicBezTo>
                      <a:pt x="54" y="3"/>
                      <a:pt x="45" y="0"/>
                      <a:pt x="36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02" name="Google Shape;1602;p44"/>
            <p:cNvSpPr/>
            <p:nvPr/>
          </p:nvSpPr>
          <p:spPr>
            <a:xfrm flipH="1">
              <a:off x="3803108" y="3499974"/>
              <a:ext cx="720919" cy="418611"/>
            </a:xfrm>
            <a:custGeom>
              <a:avLst/>
              <a:gdLst/>
              <a:ahLst/>
              <a:cxnLst/>
              <a:rect l="l" t="t" r="r" b="b"/>
              <a:pathLst>
                <a:path w="8740" h="5075" extrusionOk="0">
                  <a:moveTo>
                    <a:pt x="3537" y="0"/>
                  </a:moveTo>
                  <a:cubicBezTo>
                    <a:pt x="3524" y="0"/>
                    <a:pt x="3512" y="2"/>
                    <a:pt x="3499" y="5"/>
                  </a:cubicBezTo>
                  <a:cubicBezTo>
                    <a:pt x="3253" y="75"/>
                    <a:pt x="3216" y="860"/>
                    <a:pt x="3389" y="2352"/>
                  </a:cubicBezTo>
                  <a:cubicBezTo>
                    <a:pt x="3226" y="2109"/>
                    <a:pt x="2535" y="1093"/>
                    <a:pt x="2140" y="1093"/>
                  </a:cubicBezTo>
                  <a:cubicBezTo>
                    <a:pt x="2114" y="1093"/>
                    <a:pt x="2090" y="1097"/>
                    <a:pt x="2067" y="1106"/>
                  </a:cubicBezTo>
                  <a:cubicBezTo>
                    <a:pt x="1597" y="1289"/>
                    <a:pt x="2039" y="3356"/>
                    <a:pt x="2067" y="3491"/>
                  </a:cubicBezTo>
                  <a:cubicBezTo>
                    <a:pt x="1687" y="3290"/>
                    <a:pt x="1317" y="3208"/>
                    <a:pt x="1004" y="3208"/>
                  </a:cubicBezTo>
                  <a:cubicBezTo>
                    <a:pt x="578" y="3208"/>
                    <a:pt x="257" y="3360"/>
                    <a:pt x="159" y="3567"/>
                  </a:cubicBezTo>
                  <a:cubicBezTo>
                    <a:pt x="1" y="3892"/>
                    <a:pt x="320" y="4630"/>
                    <a:pt x="1039" y="5069"/>
                  </a:cubicBezTo>
                  <a:cubicBezTo>
                    <a:pt x="1489" y="5073"/>
                    <a:pt x="1938" y="5075"/>
                    <a:pt x="2388" y="5075"/>
                  </a:cubicBezTo>
                  <a:cubicBezTo>
                    <a:pt x="3896" y="5075"/>
                    <a:pt x="5404" y="5056"/>
                    <a:pt x="6915" y="5056"/>
                  </a:cubicBezTo>
                  <a:cubicBezTo>
                    <a:pt x="7256" y="5056"/>
                    <a:pt x="7597" y="5057"/>
                    <a:pt x="7938" y="5059"/>
                  </a:cubicBezTo>
                  <a:cubicBezTo>
                    <a:pt x="8531" y="3759"/>
                    <a:pt x="8739" y="3050"/>
                    <a:pt x="8563" y="2936"/>
                  </a:cubicBezTo>
                  <a:cubicBezTo>
                    <a:pt x="8546" y="2925"/>
                    <a:pt x="8525" y="2919"/>
                    <a:pt x="8501" y="2919"/>
                  </a:cubicBezTo>
                  <a:cubicBezTo>
                    <a:pt x="8328" y="2919"/>
                    <a:pt x="7970" y="3208"/>
                    <a:pt x="7427" y="3778"/>
                  </a:cubicBezTo>
                  <a:cubicBezTo>
                    <a:pt x="7320" y="3176"/>
                    <a:pt x="6951" y="1176"/>
                    <a:pt x="6472" y="1176"/>
                  </a:cubicBezTo>
                  <a:cubicBezTo>
                    <a:pt x="6472" y="1176"/>
                    <a:pt x="6472" y="1176"/>
                    <a:pt x="6471" y="1176"/>
                  </a:cubicBezTo>
                  <a:cubicBezTo>
                    <a:pt x="6090" y="1179"/>
                    <a:pt x="5802" y="2472"/>
                    <a:pt x="5664" y="3195"/>
                  </a:cubicBezTo>
                  <a:cubicBezTo>
                    <a:pt x="5389" y="1217"/>
                    <a:pt x="5105" y="226"/>
                    <a:pt x="4821" y="226"/>
                  </a:cubicBezTo>
                  <a:cubicBezTo>
                    <a:pt x="4673" y="226"/>
                    <a:pt x="4525" y="482"/>
                    <a:pt x="4380" y="996"/>
                  </a:cubicBezTo>
                  <a:cubicBezTo>
                    <a:pt x="4000" y="328"/>
                    <a:pt x="3719" y="0"/>
                    <a:pt x="3537" y="0"/>
                  </a:cubicBezTo>
                  <a:close/>
                </a:path>
              </a:pathLst>
            </a:custGeom>
            <a:solidFill>
              <a:srgbClr val="1A75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03" name="Google Shape;1603;p44"/>
            <p:cNvGrpSpPr/>
            <p:nvPr/>
          </p:nvGrpSpPr>
          <p:grpSpPr>
            <a:xfrm>
              <a:off x="3552650" y="3464992"/>
              <a:ext cx="488023" cy="488585"/>
              <a:chOff x="4683550" y="1106675"/>
              <a:chExt cx="195475" cy="195700"/>
            </a:xfrm>
          </p:grpSpPr>
          <p:sp>
            <p:nvSpPr>
              <p:cNvPr id="1604" name="Google Shape;1604;p44"/>
              <p:cNvSpPr/>
              <p:nvPr/>
            </p:nvSpPr>
            <p:spPr>
              <a:xfrm>
                <a:off x="4683550" y="1106675"/>
                <a:ext cx="195475" cy="195700"/>
              </a:xfrm>
              <a:custGeom>
                <a:avLst/>
                <a:gdLst/>
                <a:ahLst/>
                <a:cxnLst/>
                <a:rect l="l" t="t" r="r" b="b"/>
                <a:pathLst>
                  <a:path w="7819" h="7828" extrusionOk="0">
                    <a:moveTo>
                      <a:pt x="5916" y="1"/>
                    </a:moveTo>
                    <a:cubicBezTo>
                      <a:pt x="5679" y="1"/>
                      <a:pt x="5479" y="217"/>
                      <a:pt x="5342" y="421"/>
                    </a:cubicBezTo>
                    <a:cubicBezTo>
                      <a:pt x="4774" y="1269"/>
                      <a:pt x="4427" y="2250"/>
                      <a:pt x="4212" y="3250"/>
                    </a:cubicBezTo>
                    <a:cubicBezTo>
                      <a:pt x="4001" y="4247"/>
                      <a:pt x="3909" y="5285"/>
                      <a:pt x="3827" y="6301"/>
                    </a:cubicBezTo>
                    <a:cubicBezTo>
                      <a:pt x="3862" y="5541"/>
                      <a:pt x="3670" y="4774"/>
                      <a:pt x="3279" y="4121"/>
                    </a:cubicBezTo>
                    <a:cubicBezTo>
                      <a:pt x="3190" y="3976"/>
                      <a:pt x="3092" y="3828"/>
                      <a:pt x="2954" y="3727"/>
                    </a:cubicBezTo>
                    <a:cubicBezTo>
                      <a:pt x="2847" y="3645"/>
                      <a:pt x="2712" y="3592"/>
                      <a:pt x="2580" y="3592"/>
                    </a:cubicBezTo>
                    <a:cubicBezTo>
                      <a:pt x="2544" y="3592"/>
                      <a:pt x="2509" y="3596"/>
                      <a:pt x="2474" y="3604"/>
                    </a:cubicBezTo>
                    <a:cubicBezTo>
                      <a:pt x="2304" y="3648"/>
                      <a:pt x="2171" y="3790"/>
                      <a:pt x="2096" y="3951"/>
                    </a:cubicBezTo>
                    <a:cubicBezTo>
                      <a:pt x="2020" y="4112"/>
                      <a:pt x="2001" y="4295"/>
                      <a:pt x="1988" y="4471"/>
                    </a:cubicBezTo>
                    <a:cubicBezTo>
                      <a:pt x="1935" y="5323"/>
                      <a:pt x="2067" y="6244"/>
                      <a:pt x="2354" y="7052"/>
                    </a:cubicBezTo>
                    <a:cubicBezTo>
                      <a:pt x="1988" y="6541"/>
                      <a:pt x="1493" y="6131"/>
                      <a:pt x="928" y="5869"/>
                    </a:cubicBezTo>
                    <a:cubicBezTo>
                      <a:pt x="793" y="5806"/>
                      <a:pt x="651" y="5746"/>
                      <a:pt x="502" y="5746"/>
                    </a:cubicBezTo>
                    <a:cubicBezTo>
                      <a:pt x="351" y="5746"/>
                      <a:pt x="193" y="5809"/>
                      <a:pt x="121" y="5935"/>
                    </a:cubicBezTo>
                    <a:cubicBezTo>
                      <a:pt x="1" y="6131"/>
                      <a:pt x="111" y="6383"/>
                      <a:pt x="231" y="6579"/>
                    </a:cubicBezTo>
                    <a:cubicBezTo>
                      <a:pt x="506" y="7030"/>
                      <a:pt x="875" y="7456"/>
                      <a:pt x="1253" y="7828"/>
                    </a:cubicBezTo>
                    <a:cubicBezTo>
                      <a:pt x="2919" y="7825"/>
                      <a:pt x="4585" y="7815"/>
                      <a:pt x="6253" y="7809"/>
                    </a:cubicBezTo>
                    <a:cubicBezTo>
                      <a:pt x="6973" y="7134"/>
                      <a:pt x="7459" y="6083"/>
                      <a:pt x="7717" y="5134"/>
                    </a:cubicBezTo>
                    <a:cubicBezTo>
                      <a:pt x="7787" y="4885"/>
                      <a:pt x="7818" y="4585"/>
                      <a:pt x="7635" y="4408"/>
                    </a:cubicBezTo>
                    <a:cubicBezTo>
                      <a:pt x="7547" y="4323"/>
                      <a:pt x="7435" y="4290"/>
                      <a:pt x="7315" y="4290"/>
                    </a:cubicBezTo>
                    <a:cubicBezTo>
                      <a:pt x="7150" y="4290"/>
                      <a:pt x="6970" y="4352"/>
                      <a:pt x="6818" y="4427"/>
                    </a:cubicBezTo>
                    <a:cubicBezTo>
                      <a:pt x="6152" y="4768"/>
                      <a:pt x="5597" y="5244"/>
                      <a:pt x="5219" y="5891"/>
                    </a:cubicBezTo>
                    <a:cubicBezTo>
                      <a:pt x="5856" y="4295"/>
                      <a:pt x="6247" y="2597"/>
                      <a:pt x="6370" y="884"/>
                    </a:cubicBezTo>
                    <a:cubicBezTo>
                      <a:pt x="6383" y="705"/>
                      <a:pt x="6389" y="528"/>
                      <a:pt x="6339" y="364"/>
                    </a:cubicBezTo>
                    <a:cubicBezTo>
                      <a:pt x="6288" y="197"/>
                      <a:pt x="6156" y="42"/>
                      <a:pt x="5988" y="7"/>
                    </a:cubicBezTo>
                    <a:cubicBezTo>
                      <a:pt x="5964" y="3"/>
                      <a:pt x="5940" y="1"/>
                      <a:pt x="5916" y="1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Google Shape;1605;p44"/>
              <p:cNvSpPr/>
              <p:nvPr/>
            </p:nvSpPr>
            <p:spPr>
              <a:xfrm>
                <a:off x="4792625" y="1137300"/>
                <a:ext cx="33325" cy="143725"/>
              </a:xfrm>
              <a:custGeom>
                <a:avLst/>
                <a:gdLst/>
                <a:ahLst/>
                <a:cxnLst/>
                <a:rect l="l" t="t" r="r" b="b"/>
                <a:pathLst>
                  <a:path w="1333" h="5749" extrusionOk="0">
                    <a:moveTo>
                      <a:pt x="1263" y="0"/>
                    </a:moveTo>
                    <a:cubicBezTo>
                      <a:pt x="1250" y="29"/>
                      <a:pt x="300" y="2710"/>
                      <a:pt x="1" y="5739"/>
                    </a:cubicBezTo>
                    <a:lnTo>
                      <a:pt x="76" y="5748"/>
                    </a:lnTo>
                    <a:cubicBezTo>
                      <a:pt x="376" y="2726"/>
                      <a:pt x="1323" y="57"/>
                      <a:pt x="1332" y="29"/>
                    </a:cubicBezTo>
                    <a:lnTo>
                      <a:pt x="1263" y="0"/>
                    </a:ln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Google Shape;1606;p44"/>
              <p:cNvSpPr/>
              <p:nvPr/>
            </p:nvSpPr>
            <p:spPr>
              <a:xfrm>
                <a:off x="4824100" y="1226325"/>
                <a:ext cx="40400" cy="60050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2402" extrusionOk="0">
                    <a:moveTo>
                      <a:pt x="1568" y="1"/>
                    </a:moveTo>
                    <a:cubicBezTo>
                      <a:pt x="1556" y="10"/>
                      <a:pt x="452" y="897"/>
                      <a:pt x="0" y="2379"/>
                    </a:cubicBezTo>
                    <a:lnTo>
                      <a:pt x="73" y="2402"/>
                    </a:lnTo>
                    <a:cubicBezTo>
                      <a:pt x="521" y="944"/>
                      <a:pt x="1603" y="73"/>
                      <a:pt x="1616" y="61"/>
                    </a:cubicBezTo>
                    <a:lnTo>
                      <a:pt x="1568" y="1"/>
                    </a:ln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Google Shape;1607;p44"/>
              <p:cNvSpPr/>
              <p:nvPr/>
            </p:nvSpPr>
            <p:spPr>
              <a:xfrm>
                <a:off x="4747275" y="1217900"/>
                <a:ext cx="14150" cy="65250"/>
              </a:xfrm>
              <a:custGeom>
                <a:avLst/>
                <a:gdLst/>
                <a:ahLst/>
                <a:cxnLst/>
                <a:rect l="l" t="t" r="r" b="b"/>
                <a:pathLst>
                  <a:path w="566" h="2610" extrusionOk="0">
                    <a:moveTo>
                      <a:pt x="70" y="0"/>
                    </a:moveTo>
                    <a:lnTo>
                      <a:pt x="1" y="22"/>
                    </a:lnTo>
                    <a:cubicBezTo>
                      <a:pt x="4" y="38"/>
                      <a:pt x="490" y="1455"/>
                      <a:pt x="461" y="2609"/>
                    </a:cubicBezTo>
                    <a:lnTo>
                      <a:pt x="537" y="2609"/>
                    </a:lnTo>
                    <a:cubicBezTo>
                      <a:pt x="565" y="1439"/>
                      <a:pt x="76" y="10"/>
                      <a:pt x="70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Google Shape;1608;p44"/>
              <p:cNvSpPr/>
              <p:nvPr/>
            </p:nvSpPr>
            <p:spPr>
              <a:xfrm>
                <a:off x="4699575" y="1264025"/>
                <a:ext cx="30850" cy="31350"/>
              </a:xfrm>
              <a:custGeom>
                <a:avLst/>
                <a:gdLst/>
                <a:ahLst/>
                <a:cxnLst/>
                <a:rect l="l" t="t" r="r" b="b"/>
                <a:pathLst>
                  <a:path w="1234" h="1254" extrusionOk="0">
                    <a:moveTo>
                      <a:pt x="35" y="1"/>
                    </a:moveTo>
                    <a:lnTo>
                      <a:pt x="0" y="67"/>
                    </a:lnTo>
                    <a:cubicBezTo>
                      <a:pt x="3" y="70"/>
                      <a:pt x="647" y="433"/>
                      <a:pt x="1171" y="1253"/>
                    </a:cubicBezTo>
                    <a:lnTo>
                      <a:pt x="1234" y="1209"/>
                    </a:lnTo>
                    <a:cubicBezTo>
                      <a:pt x="701" y="373"/>
                      <a:pt x="44" y="4"/>
                      <a:pt x="35" y="1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09" name="Google Shape;1609;p44"/>
            <p:cNvSpPr/>
            <p:nvPr/>
          </p:nvSpPr>
          <p:spPr>
            <a:xfrm>
              <a:off x="659767" y="3499974"/>
              <a:ext cx="720919" cy="418611"/>
            </a:xfrm>
            <a:custGeom>
              <a:avLst/>
              <a:gdLst/>
              <a:ahLst/>
              <a:cxnLst/>
              <a:rect l="l" t="t" r="r" b="b"/>
              <a:pathLst>
                <a:path w="8740" h="5075" extrusionOk="0">
                  <a:moveTo>
                    <a:pt x="3537" y="0"/>
                  </a:moveTo>
                  <a:cubicBezTo>
                    <a:pt x="3524" y="0"/>
                    <a:pt x="3512" y="2"/>
                    <a:pt x="3499" y="5"/>
                  </a:cubicBezTo>
                  <a:cubicBezTo>
                    <a:pt x="3253" y="75"/>
                    <a:pt x="3216" y="860"/>
                    <a:pt x="3389" y="2352"/>
                  </a:cubicBezTo>
                  <a:cubicBezTo>
                    <a:pt x="3226" y="2109"/>
                    <a:pt x="2535" y="1093"/>
                    <a:pt x="2140" y="1093"/>
                  </a:cubicBezTo>
                  <a:cubicBezTo>
                    <a:pt x="2114" y="1093"/>
                    <a:pt x="2090" y="1097"/>
                    <a:pt x="2067" y="1106"/>
                  </a:cubicBezTo>
                  <a:cubicBezTo>
                    <a:pt x="1597" y="1289"/>
                    <a:pt x="2039" y="3356"/>
                    <a:pt x="2067" y="3491"/>
                  </a:cubicBezTo>
                  <a:cubicBezTo>
                    <a:pt x="1687" y="3290"/>
                    <a:pt x="1317" y="3208"/>
                    <a:pt x="1004" y="3208"/>
                  </a:cubicBezTo>
                  <a:cubicBezTo>
                    <a:pt x="578" y="3208"/>
                    <a:pt x="257" y="3360"/>
                    <a:pt x="159" y="3567"/>
                  </a:cubicBezTo>
                  <a:cubicBezTo>
                    <a:pt x="1" y="3892"/>
                    <a:pt x="320" y="4630"/>
                    <a:pt x="1039" y="5069"/>
                  </a:cubicBezTo>
                  <a:cubicBezTo>
                    <a:pt x="1489" y="5073"/>
                    <a:pt x="1938" y="5075"/>
                    <a:pt x="2388" y="5075"/>
                  </a:cubicBezTo>
                  <a:cubicBezTo>
                    <a:pt x="3896" y="5075"/>
                    <a:pt x="5404" y="5056"/>
                    <a:pt x="6915" y="5056"/>
                  </a:cubicBezTo>
                  <a:cubicBezTo>
                    <a:pt x="7256" y="5056"/>
                    <a:pt x="7597" y="5057"/>
                    <a:pt x="7938" y="5059"/>
                  </a:cubicBezTo>
                  <a:cubicBezTo>
                    <a:pt x="8531" y="3759"/>
                    <a:pt x="8739" y="3050"/>
                    <a:pt x="8563" y="2936"/>
                  </a:cubicBezTo>
                  <a:cubicBezTo>
                    <a:pt x="8546" y="2925"/>
                    <a:pt x="8525" y="2919"/>
                    <a:pt x="8501" y="2919"/>
                  </a:cubicBezTo>
                  <a:cubicBezTo>
                    <a:pt x="8328" y="2919"/>
                    <a:pt x="7970" y="3208"/>
                    <a:pt x="7427" y="3778"/>
                  </a:cubicBezTo>
                  <a:cubicBezTo>
                    <a:pt x="7320" y="3176"/>
                    <a:pt x="6951" y="1176"/>
                    <a:pt x="6472" y="1176"/>
                  </a:cubicBezTo>
                  <a:cubicBezTo>
                    <a:pt x="6472" y="1176"/>
                    <a:pt x="6472" y="1176"/>
                    <a:pt x="6471" y="1176"/>
                  </a:cubicBezTo>
                  <a:cubicBezTo>
                    <a:pt x="6090" y="1179"/>
                    <a:pt x="5802" y="2472"/>
                    <a:pt x="5664" y="3195"/>
                  </a:cubicBezTo>
                  <a:cubicBezTo>
                    <a:pt x="5389" y="1217"/>
                    <a:pt x="5105" y="226"/>
                    <a:pt x="4821" y="226"/>
                  </a:cubicBezTo>
                  <a:cubicBezTo>
                    <a:pt x="4673" y="226"/>
                    <a:pt x="4525" y="482"/>
                    <a:pt x="4380" y="996"/>
                  </a:cubicBezTo>
                  <a:cubicBezTo>
                    <a:pt x="4000" y="328"/>
                    <a:pt x="3719" y="0"/>
                    <a:pt x="3537" y="0"/>
                  </a:cubicBezTo>
                  <a:close/>
                </a:path>
              </a:pathLst>
            </a:custGeom>
            <a:solidFill>
              <a:srgbClr val="1A75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Google Shape;1614;p45"/>
          <p:cNvSpPr txBox="1">
            <a:spLocks noGrp="1"/>
          </p:cNvSpPr>
          <p:nvPr>
            <p:ph type="subTitle" idx="1"/>
          </p:nvPr>
        </p:nvSpPr>
        <p:spPr>
          <a:xfrm>
            <a:off x="465625" y="1273750"/>
            <a:ext cx="6995700" cy="33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 dirty="0">
                <a:solidFill>
                  <a:srgbClr val="000000"/>
                </a:solidFill>
              </a:rPr>
              <a:t>Login System</a:t>
            </a:r>
            <a:r>
              <a:rPr lang="en" sz="1700" dirty="0">
                <a:solidFill>
                  <a:srgbClr val="000000"/>
                </a:solidFill>
              </a:rPr>
              <a:t>: Email and password per role</a:t>
            </a:r>
            <a:endParaRPr sz="17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 dirty="0">
                <a:solidFill>
                  <a:srgbClr val="000000"/>
                </a:solidFill>
              </a:rPr>
              <a:t>Validation Rules</a:t>
            </a:r>
            <a:r>
              <a:rPr lang="en" sz="1700" dirty="0">
                <a:solidFill>
                  <a:srgbClr val="000000"/>
                </a:solidFill>
              </a:rPr>
              <a:t>:</a:t>
            </a:r>
            <a:endParaRPr sz="1700" dirty="0">
              <a:solidFill>
                <a:srgbClr val="000000"/>
              </a:solidFill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ebo"/>
              <a:buChar char="●"/>
            </a:pPr>
            <a:r>
              <a:rPr lang="en" sz="1700" dirty="0">
                <a:solidFill>
                  <a:srgbClr val="000000"/>
                </a:solidFill>
              </a:rPr>
              <a:t>Email format, username uniqueness</a:t>
            </a:r>
            <a:endParaRPr sz="1700" dirty="0">
              <a:solidFill>
                <a:srgbClr val="000000"/>
              </a:solidFill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ebo"/>
              <a:buChar char="●"/>
            </a:pPr>
            <a:r>
              <a:rPr lang="en" sz="1700" dirty="0">
                <a:solidFill>
                  <a:srgbClr val="000000"/>
                </a:solidFill>
              </a:rPr>
              <a:t>Non-empty fields, valid phone number</a:t>
            </a:r>
            <a:endParaRPr sz="17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b="1" dirty="0">
                <a:solidFill>
                  <a:srgbClr val="000000"/>
                </a:solidFill>
              </a:rPr>
              <a:t>Password Security</a:t>
            </a:r>
            <a:r>
              <a:rPr lang="en" sz="1700" dirty="0">
                <a:solidFill>
                  <a:srgbClr val="000000"/>
                </a:solidFill>
              </a:rPr>
              <a:t>: Enforced during registration</a:t>
            </a:r>
            <a:endParaRPr sz="17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 dirty="0">
                <a:solidFill>
                  <a:srgbClr val="000000"/>
                </a:solidFill>
              </a:rPr>
              <a:t>System Admin Panel</a:t>
            </a:r>
            <a:r>
              <a:rPr lang="en" sz="1700" dirty="0">
                <a:solidFill>
                  <a:srgbClr val="000000"/>
                </a:solidFill>
              </a:rPr>
              <a:t>: Full CRUD access to all users and orgs</a:t>
            </a:r>
            <a:endParaRPr sz="17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000000"/>
              </a:solidFill>
            </a:endParaRPr>
          </a:p>
        </p:txBody>
      </p:sp>
      <p:sp>
        <p:nvSpPr>
          <p:cNvPr id="1615" name="Google Shape;1615;p45"/>
          <p:cNvSpPr txBox="1">
            <a:spLocks noGrp="1"/>
          </p:cNvSpPr>
          <p:nvPr>
            <p:ph type="title"/>
          </p:nvPr>
        </p:nvSpPr>
        <p:spPr>
          <a:xfrm>
            <a:off x="345950" y="605200"/>
            <a:ext cx="4941600" cy="74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Authentication &amp; Validation</a:t>
            </a:r>
            <a:endParaRPr sz="3100"/>
          </a:p>
        </p:txBody>
      </p:sp>
      <p:grpSp>
        <p:nvGrpSpPr>
          <p:cNvPr id="1616" name="Google Shape;1616;p45"/>
          <p:cNvGrpSpPr/>
          <p:nvPr/>
        </p:nvGrpSpPr>
        <p:grpSpPr>
          <a:xfrm>
            <a:off x="6910870" y="1562226"/>
            <a:ext cx="1107747" cy="2745550"/>
            <a:chOff x="6582380" y="3095684"/>
            <a:chExt cx="588351" cy="1512866"/>
          </a:xfrm>
        </p:grpSpPr>
        <p:sp>
          <p:nvSpPr>
            <p:cNvPr id="1617" name="Google Shape;1617;p45"/>
            <p:cNvSpPr/>
            <p:nvPr/>
          </p:nvSpPr>
          <p:spPr>
            <a:xfrm>
              <a:off x="6753070" y="4046424"/>
              <a:ext cx="119989" cy="471746"/>
            </a:xfrm>
            <a:custGeom>
              <a:avLst/>
              <a:gdLst/>
              <a:ahLst/>
              <a:cxnLst/>
              <a:rect l="l" t="t" r="r" b="b"/>
              <a:pathLst>
                <a:path w="2111" h="8200" extrusionOk="0">
                  <a:moveTo>
                    <a:pt x="70" y="0"/>
                  </a:moveTo>
                  <a:lnTo>
                    <a:pt x="66" y="496"/>
                  </a:lnTo>
                  <a:lnTo>
                    <a:pt x="63" y="874"/>
                  </a:lnTo>
                  <a:lnTo>
                    <a:pt x="16" y="5934"/>
                  </a:lnTo>
                  <a:lnTo>
                    <a:pt x="0" y="8199"/>
                  </a:lnTo>
                  <a:lnTo>
                    <a:pt x="1000" y="8199"/>
                  </a:lnTo>
                  <a:cubicBezTo>
                    <a:pt x="1155" y="7553"/>
                    <a:pt x="1297" y="6767"/>
                    <a:pt x="1426" y="6026"/>
                  </a:cubicBezTo>
                  <a:cubicBezTo>
                    <a:pt x="1511" y="5565"/>
                    <a:pt x="1584" y="5117"/>
                    <a:pt x="1653" y="4736"/>
                  </a:cubicBezTo>
                  <a:cubicBezTo>
                    <a:pt x="1890" y="3429"/>
                    <a:pt x="2111" y="2199"/>
                    <a:pt x="2038" y="1168"/>
                  </a:cubicBezTo>
                  <a:cubicBezTo>
                    <a:pt x="2022" y="918"/>
                    <a:pt x="1991" y="685"/>
                    <a:pt x="1937" y="461"/>
                  </a:cubicBezTo>
                  <a:cubicBezTo>
                    <a:pt x="1909" y="338"/>
                    <a:pt x="1874" y="221"/>
                    <a:pt x="1830" y="108"/>
                  </a:cubicBezTo>
                  <a:lnTo>
                    <a:pt x="70" y="0"/>
                  </a:lnTo>
                  <a:close/>
                </a:path>
              </a:pathLst>
            </a:custGeom>
            <a:solidFill>
              <a:srgbClr val="E79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45"/>
            <p:cNvSpPr/>
            <p:nvPr/>
          </p:nvSpPr>
          <p:spPr>
            <a:xfrm>
              <a:off x="6753070" y="4387807"/>
              <a:ext cx="81452" cy="130363"/>
            </a:xfrm>
            <a:custGeom>
              <a:avLst/>
              <a:gdLst/>
              <a:ahLst/>
              <a:cxnLst/>
              <a:rect l="l" t="t" r="r" b="b"/>
              <a:pathLst>
                <a:path w="1433" h="2266" extrusionOk="0">
                  <a:moveTo>
                    <a:pt x="22" y="0"/>
                  </a:moveTo>
                  <a:lnTo>
                    <a:pt x="19" y="243"/>
                  </a:lnTo>
                  <a:lnTo>
                    <a:pt x="19" y="417"/>
                  </a:lnTo>
                  <a:lnTo>
                    <a:pt x="19" y="600"/>
                  </a:lnTo>
                  <a:lnTo>
                    <a:pt x="19" y="773"/>
                  </a:lnTo>
                  <a:lnTo>
                    <a:pt x="0" y="2265"/>
                  </a:lnTo>
                  <a:lnTo>
                    <a:pt x="1000" y="2265"/>
                  </a:lnTo>
                  <a:cubicBezTo>
                    <a:pt x="1104" y="1833"/>
                    <a:pt x="1199" y="1344"/>
                    <a:pt x="1294" y="849"/>
                  </a:cubicBezTo>
                  <a:cubicBezTo>
                    <a:pt x="1306" y="792"/>
                    <a:pt x="1313" y="735"/>
                    <a:pt x="1325" y="679"/>
                  </a:cubicBezTo>
                  <a:cubicBezTo>
                    <a:pt x="1338" y="619"/>
                    <a:pt x="1344" y="565"/>
                    <a:pt x="1357" y="505"/>
                  </a:cubicBezTo>
                  <a:cubicBezTo>
                    <a:pt x="1369" y="448"/>
                    <a:pt x="1376" y="392"/>
                    <a:pt x="1388" y="335"/>
                  </a:cubicBezTo>
                  <a:cubicBezTo>
                    <a:pt x="1404" y="256"/>
                    <a:pt x="1417" y="174"/>
                    <a:pt x="1432" y="95"/>
                  </a:cubicBezTo>
                  <a:cubicBezTo>
                    <a:pt x="1029" y="32"/>
                    <a:pt x="448" y="10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45"/>
            <p:cNvSpPr/>
            <p:nvPr/>
          </p:nvSpPr>
          <p:spPr>
            <a:xfrm>
              <a:off x="6753923" y="4401787"/>
              <a:ext cx="77928" cy="14900"/>
            </a:xfrm>
            <a:custGeom>
              <a:avLst/>
              <a:gdLst/>
              <a:ahLst/>
              <a:cxnLst/>
              <a:rect l="l" t="t" r="r" b="b"/>
              <a:pathLst>
                <a:path w="1371" h="259" extrusionOk="0">
                  <a:moveTo>
                    <a:pt x="206" y="0"/>
                  </a:moveTo>
                  <a:cubicBezTo>
                    <a:pt x="132" y="0"/>
                    <a:pt x="65" y="2"/>
                    <a:pt x="4" y="3"/>
                  </a:cubicBezTo>
                  <a:lnTo>
                    <a:pt x="1" y="177"/>
                  </a:lnTo>
                  <a:cubicBezTo>
                    <a:pt x="60" y="175"/>
                    <a:pt x="127" y="174"/>
                    <a:pt x="201" y="174"/>
                  </a:cubicBezTo>
                  <a:cubicBezTo>
                    <a:pt x="502" y="174"/>
                    <a:pt x="912" y="193"/>
                    <a:pt x="1339" y="259"/>
                  </a:cubicBezTo>
                  <a:cubicBezTo>
                    <a:pt x="1348" y="202"/>
                    <a:pt x="1357" y="142"/>
                    <a:pt x="1370" y="89"/>
                  </a:cubicBezTo>
                  <a:cubicBezTo>
                    <a:pt x="930" y="20"/>
                    <a:pt x="515" y="0"/>
                    <a:pt x="206" y="0"/>
                  </a:cubicBezTo>
                  <a:close/>
                </a:path>
              </a:pathLst>
            </a:custGeom>
            <a:solidFill>
              <a:srgbClr val="8E09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45"/>
            <p:cNvSpPr/>
            <p:nvPr/>
          </p:nvSpPr>
          <p:spPr>
            <a:xfrm>
              <a:off x="6753753" y="4422268"/>
              <a:ext cx="74517" cy="14382"/>
            </a:xfrm>
            <a:custGeom>
              <a:avLst/>
              <a:gdLst/>
              <a:ahLst/>
              <a:cxnLst/>
              <a:rect l="l" t="t" r="r" b="b"/>
              <a:pathLst>
                <a:path w="1311" h="250" extrusionOk="0">
                  <a:moveTo>
                    <a:pt x="117" y="0"/>
                  </a:moveTo>
                  <a:cubicBezTo>
                    <a:pt x="76" y="0"/>
                    <a:pt x="37" y="0"/>
                    <a:pt x="1" y="1"/>
                  </a:cubicBezTo>
                  <a:lnTo>
                    <a:pt x="1" y="174"/>
                  </a:lnTo>
                  <a:cubicBezTo>
                    <a:pt x="42" y="174"/>
                    <a:pt x="88" y="173"/>
                    <a:pt x="136" y="173"/>
                  </a:cubicBezTo>
                  <a:cubicBezTo>
                    <a:pt x="428" y="173"/>
                    <a:pt x="840" y="185"/>
                    <a:pt x="1278" y="250"/>
                  </a:cubicBezTo>
                  <a:cubicBezTo>
                    <a:pt x="1288" y="193"/>
                    <a:pt x="1297" y="136"/>
                    <a:pt x="1310" y="80"/>
                  </a:cubicBezTo>
                  <a:cubicBezTo>
                    <a:pt x="847" y="13"/>
                    <a:pt x="418" y="0"/>
                    <a:pt x="117" y="0"/>
                  </a:cubicBezTo>
                  <a:close/>
                </a:path>
              </a:pathLst>
            </a:custGeom>
            <a:solidFill>
              <a:srgbClr val="8E09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45"/>
            <p:cNvSpPr/>
            <p:nvPr/>
          </p:nvSpPr>
          <p:spPr>
            <a:xfrm>
              <a:off x="6756651" y="4073118"/>
              <a:ext cx="112316" cy="40674"/>
            </a:xfrm>
            <a:custGeom>
              <a:avLst/>
              <a:gdLst/>
              <a:ahLst/>
              <a:cxnLst/>
              <a:rect l="l" t="t" r="r" b="b"/>
              <a:pathLst>
                <a:path w="1976" h="707" extrusionOk="0">
                  <a:moveTo>
                    <a:pt x="1874" y="0"/>
                  </a:moveTo>
                  <a:lnTo>
                    <a:pt x="3" y="32"/>
                  </a:lnTo>
                  <a:lnTo>
                    <a:pt x="0" y="413"/>
                  </a:lnTo>
                  <a:lnTo>
                    <a:pt x="1975" y="707"/>
                  </a:lnTo>
                  <a:cubicBezTo>
                    <a:pt x="1959" y="457"/>
                    <a:pt x="1928" y="227"/>
                    <a:pt x="1874" y="0"/>
                  </a:cubicBezTo>
                  <a:close/>
                </a:path>
              </a:pathLst>
            </a:custGeom>
            <a:solidFill>
              <a:srgbClr val="C569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45"/>
            <p:cNvSpPr/>
            <p:nvPr/>
          </p:nvSpPr>
          <p:spPr>
            <a:xfrm>
              <a:off x="6620349" y="4507182"/>
              <a:ext cx="210933" cy="101368"/>
            </a:xfrm>
            <a:custGeom>
              <a:avLst/>
              <a:gdLst/>
              <a:ahLst/>
              <a:cxnLst/>
              <a:rect l="l" t="t" r="r" b="b"/>
              <a:pathLst>
                <a:path w="3711" h="1762" extrusionOk="0">
                  <a:moveTo>
                    <a:pt x="2420" y="0"/>
                  </a:moveTo>
                  <a:cubicBezTo>
                    <a:pt x="2378" y="0"/>
                    <a:pt x="2339" y="10"/>
                    <a:pt x="2304" y="36"/>
                  </a:cubicBezTo>
                  <a:cubicBezTo>
                    <a:pt x="2304" y="36"/>
                    <a:pt x="2200" y="112"/>
                    <a:pt x="1912" y="367"/>
                  </a:cubicBezTo>
                  <a:cubicBezTo>
                    <a:pt x="1629" y="623"/>
                    <a:pt x="1143" y="793"/>
                    <a:pt x="729" y="966"/>
                  </a:cubicBezTo>
                  <a:cubicBezTo>
                    <a:pt x="196" y="1187"/>
                    <a:pt x="48" y="1411"/>
                    <a:pt x="16" y="1566"/>
                  </a:cubicBezTo>
                  <a:cubicBezTo>
                    <a:pt x="1" y="1683"/>
                    <a:pt x="51" y="1761"/>
                    <a:pt x="51" y="1761"/>
                  </a:cubicBezTo>
                  <a:lnTo>
                    <a:pt x="3641" y="1761"/>
                  </a:lnTo>
                  <a:cubicBezTo>
                    <a:pt x="3666" y="1714"/>
                    <a:pt x="3679" y="1645"/>
                    <a:pt x="3685" y="1563"/>
                  </a:cubicBezTo>
                  <a:cubicBezTo>
                    <a:pt x="3711" y="1257"/>
                    <a:pt x="3613" y="774"/>
                    <a:pt x="3566" y="468"/>
                  </a:cubicBezTo>
                  <a:cubicBezTo>
                    <a:pt x="3562" y="433"/>
                    <a:pt x="3553" y="399"/>
                    <a:pt x="3550" y="370"/>
                  </a:cubicBezTo>
                  <a:cubicBezTo>
                    <a:pt x="3540" y="320"/>
                    <a:pt x="3537" y="276"/>
                    <a:pt x="3537" y="244"/>
                  </a:cubicBezTo>
                  <a:cubicBezTo>
                    <a:pt x="3537" y="60"/>
                    <a:pt x="3417" y="36"/>
                    <a:pt x="3354" y="36"/>
                  </a:cubicBezTo>
                  <a:cubicBezTo>
                    <a:pt x="3331" y="36"/>
                    <a:pt x="3316" y="39"/>
                    <a:pt x="3316" y="39"/>
                  </a:cubicBezTo>
                  <a:cubicBezTo>
                    <a:pt x="3221" y="132"/>
                    <a:pt x="3123" y="165"/>
                    <a:pt x="3025" y="165"/>
                  </a:cubicBezTo>
                  <a:cubicBezTo>
                    <a:pt x="2805" y="165"/>
                    <a:pt x="2588" y="0"/>
                    <a:pt x="2420" y="0"/>
                  </a:cubicBezTo>
                  <a:close/>
                </a:path>
              </a:pathLst>
            </a:custGeom>
            <a:solidFill>
              <a:srgbClr val="AD65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45"/>
            <p:cNvSpPr/>
            <p:nvPr/>
          </p:nvSpPr>
          <p:spPr>
            <a:xfrm>
              <a:off x="6620349" y="4597044"/>
              <a:ext cx="209512" cy="11506"/>
            </a:xfrm>
            <a:custGeom>
              <a:avLst/>
              <a:gdLst/>
              <a:ahLst/>
              <a:cxnLst/>
              <a:rect l="l" t="t" r="r" b="b"/>
              <a:pathLst>
                <a:path w="3686" h="200" extrusionOk="0">
                  <a:moveTo>
                    <a:pt x="20" y="1"/>
                  </a:moveTo>
                  <a:cubicBezTo>
                    <a:pt x="1" y="121"/>
                    <a:pt x="51" y="199"/>
                    <a:pt x="51" y="199"/>
                  </a:cubicBezTo>
                  <a:lnTo>
                    <a:pt x="3641" y="199"/>
                  </a:lnTo>
                  <a:cubicBezTo>
                    <a:pt x="3666" y="152"/>
                    <a:pt x="3679" y="83"/>
                    <a:pt x="3685" y="1"/>
                  </a:cubicBezTo>
                  <a:close/>
                </a:path>
              </a:pathLst>
            </a:custGeom>
            <a:solidFill>
              <a:srgbClr val="0116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45"/>
            <p:cNvSpPr/>
            <p:nvPr/>
          </p:nvSpPr>
          <p:spPr>
            <a:xfrm>
              <a:off x="6796098" y="4528468"/>
              <a:ext cx="26942" cy="80082"/>
            </a:xfrm>
            <a:custGeom>
              <a:avLst/>
              <a:gdLst/>
              <a:ahLst/>
              <a:cxnLst/>
              <a:rect l="l" t="t" r="r" b="b"/>
              <a:pathLst>
                <a:path w="474" h="1392" extrusionOk="0">
                  <a:moveTo>
                    <a:pt x="458" y="0"/>
                  </a:moveTo>
                  <a:cubicBezTo>
                    <a:pt x="300" y="123"/>
                    <a:pt x="26" y="391"/>
                    <a:pt x="7" y="814"/>
                  </a:cubicBezTo>
                  <a:cubicBezTo>
                    <a:pt x="0" y="1070"/>
                    <a:pt x="82" y="1259"/>
                    <a:pt x="180" y="1391"/>
                  </a:cubicBezTo>
                  <a:lnTo>
                    <a:pt x="287" y="1391"/>
                  </a:lnTo>
                  <a:cubicBezTo>
                    <a:pt x="180" y="1272"/>
                    <a:pt x="82" y="1085"/>
                    <a:pt x="95" y="817"/>
                  </a:cubicBezTo>
                  <a:cubicBezTo>
                    <a:pt x="111" y="461"/>
                    <a:pt x="322" y="221"/>
                    <a:pt x="474" y="98"/>
                  </a:cubicBezTo>
                  <a:cubicBezTo>
                    <a:pt x="470" y="63"/>
                    <a:pt x="461" y="29"/>
                    <a:pt x="458" y="0"/>
                  </a:cubicBezTo>
                  <a:close/>
                </a:path>
              </a:pathLst>
            </a:custGeom>
            <a:solidFill>
              <a:srgbClr val="0116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45"/>
            <p:cNvSpPr/>
            <p:nvPr/>
          </p:nvSpPr>
          <p:spPr>
            <a:xfrm>
              <a:off x="6717204" y="4529043"/>
              <a:ext cx="20121" cy="10010"/>
            </a:xfrm>
            <a:custGeom>
              <a:avLst/>
              <a:gdLst/>
              <a:ahLst/>
              <a:cxnLst/>
              <a:rect l="l" t="t" r="r" b="b"/>
              <a:pathLst>
                <a:path w="354" h="174" extrusionOk="0">
                  <a:moveTo>
                    <a:pt x="64" y="1"/>
                  </a:moveTo>
                  <a:cubicBezTo>
                    <a:pt x="38" y="1"/>
                    <a:pt x="15" y="20"/>
                    <a:pt x="7" y="44"/>
                  </a:cubicBezTo>
                  <a:cubicBezTo>
                    <a:pt x="0" y="79"/>
                    <a:pt x="19" y="107"/>
                    <a:pt x="51" y="116"/>
                  </a:cubicBezTo>
                  <a:lnTo>
                    <a:pt x="275" y="173"/>
                  </a:lnTo>
                  <a:lnTo>
                    <a:pt x="287" y="173"/>
                  </a:lnTo>
                  <a:cubicBezTo>
                    <a:pt x="316" y="173"/>
                    <a:pt x="338" y="151"/>
                    <a:pt x="347" y="129"/>
                  </a:cubicBezTo>
                  <a:cubicBezTo>
                    <a:pt x="354" y="98"/>
                    <a:pt x="335" y="66"/>
                    <a:pt x="303" y="56"/>
                  </a:cubicBezTo>
                  <a:lnTo>
                    <a:pt x="79" y="3"/>
                  </a:lnTo>
                  <a:cubicBezTo>
                    <a:pt x="74" y="1"/>
                    <a:pt x="69" y="1"/>
                    <a:pt x="6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45"/>
            <p:cNvSpPr/>
            <p:nvPr/>
          </p:nvSpPr>
          <p:spPr>
            <a:xfrm>
              <a:off x="6729766" y="4519091"/>
              <a:ext cx="20121" cy="9953"/>
            </a:xfrm>
            <a:custGeom>
              <a:avLst/>
              <a:gdLst/>
              <a:ahLst/>
              <a:cxnLst/>
              <a:rect l="l" t="t" r="r" b="b"/>
              <a:pathLst>
                <a:path w="354" h="173" extrusionOk="0">
                  <a:moveTo>
                    <a:pt x="64" y="0"/>
                  </a:moveTo>
                  <a:cubicBezTo>
                    <a:pt x="38" y="0"/>
                    <a:pt x="14" y="20"/>
                    <a:pt x="6" y="43"/>
                  </a:cubicBezTo>
                  <a:cubicBezTo>
                    <a:pt x="0" y="75"/>
                    <a:pt x="19" y="106"/>
                    <a:pt x="51" y="116"/>
                  </a:cubicBezTo>
                  <a:lnTo>
                    <a:pt x="275" y="173"/>
                  </a:lnTo>
                  <a:lnTo>
                    <a:pt x="287" y="173"/>
                  </a:lnTo>
                  <a:cubicBezTo>
                    <a:pt x="316" y="173"/>
                    <a:pt x="338" y="151"/>
                    <a:pt x="347" y="129"/>
                  </a:cubicBezTo>
                  <a:cubicBezTo>
                    <a:pt x="353" y="97"/>
                    <a:pt x="334" y="65"/>
                    <a:pt x="303" y="56"/>
                  </a:cubicBezTo>
                  <a:lnTo>
                    <a:pt x="79" y="2"/>
                  </a:lnTo>
                  <a:cubicBezTo>
                    <a:pt x="74" y="1"/>
                    <a:pt x="69" y="0"/>
                    <a:pt x="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45"/>
            <p:cNvSpPr/>
            <p:nvPr/>
          </p:nvSpPr>
          <p:spPr>
            <a:xfrm>
              <a:off x="6703733" y="4538133"/>
              <a:ext cx="20121" cy="9953"/>
            </a:xfrm>
            <a:custGeom>
              <a:avLst/>
              <a:gdLst/>
              <a:ahLst/>
              <a:cxnLst/>
              <a:rect l="l" t="t" r="r" b="b"/>
              <a:pathLst>
                <a:path w="354" h="173" extrusionOk="0">
                  <a:moveTo>
                    <a:pt x="64" y="0"/>
                  </a:moveTo>
                  <a:cubicBezTo>
                    <a:pt x="38" y="0"/>
                    <a:pt x="15" y="20"/>
                    <a:pt x="7" y="44"/>
                  </a:cubicBezTo>
                  <a:cubicBezTo>
                    <a:pt x="1" y="78"/>
                    <a:pt x="20" y="107"/>
                    <a:pt x="51" y="116"/>
                  </a:cubicBezTo>
                  <a:lnTo>
                    <a:pt x="275" y="173"/>
                  </a:lnTo>
                  <a:cubicBezTo>
                    <a:pt x="275" y="171"/>
                    <a:pt x="276" y="170"/>
                    <a:pt x="278" y="170"/>
                  </a:cubicBezTo>
                  <a:cubicBezTo>
                    <a:pt x="281" y="170"/>
                    <a:pt x="286" y="173"/>
                    <a:pt x="288" y="173"/>
                  </a:cubicBezTo>
                  <a:cubicBezTo>
                    <a:pt x="316" y="173"/>
                    <a:pt x="338" y="151"/>
                    <a:pt x="348" y="129"/>
                  </a:cubicBezTo>
                  <a:cubicBezTo>
                    <a:pt x="354" y="97"/>
                    <a:pt x="335" y="66"/>
                    <a:pt x="303" y="56"/>
                  </a:cubicBezTo>
                  <a:lnTo>
                    <a:pt x="80" y="3"/>
                  </a:lnTo>
                  <a:cubicBezTo>
                    <a:pt x="74" y="1"/>
                    <a:pt x="69" y="0"/>
                    <a:pt x="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45"/>
            <p:cNvSpPr/>
            <p:nvPr/>
          </p:nvSpPr>
          <p:spPr>
            <a:xfrm>
              <a:off x="6691001" y="4545094"/>
              <a:ext cx="20121" cy="9895"/>
            </a:xfrm>
            <a:custGeom>
              <a:avLst/>
              <a:gdLst/>
              <a:ahLst/>
              <a:cxnLst/>
              <a:rect l="l" t="t" r="r" b="b"/>
              <a:pathLst>
                <a:path w="354" h="172" extrusionOk="0">
                  <a:moveTo>
                    <a:pt x="67" y="0"/>
                  </a:moveTo>
                  <a:cubicBezTo>
                    <a:pt x="40" y="0"/>
                    <a:pt x="15" y="18"/>
                    <a:pt x="7" y="46"/>
                  </a:cubicBezTo>
                  <a:cubicBezTo>
                    <a:pt x="1" y="77"/>
                    <a:pt x="20" y="109"/>
                    <a:pt x="51" y="118"/>
                  </a:cubicBezTo>
                  <a:lnTo>
                    <a:pt x="275" y="172"/>
                  </a:lnTo>
                  <a:lnTo>
                    <a:pt x="288" y="172"/>
                  </a:lnTo>
                  <a:cubicBezTo>
                    <a:pt x="313" y="172"/>
                    <a:pt x="338" y="153"/>
                    <a:pt x="348" y="131"/>
                  </a:cubicBezTo>
                  <a:cubicBezTo>
                    <a:pt x="354" y="96"/>
                    <a:pt x="335" y="68"/>
                    <a:pt x="304" y="58"/>
                  </a:cubicBezTo>
                  <a:lnTo>
                    <a:pt x="80" y="1"/>
                  </a:lnTo>
                  <a:cubicBezTo>
                    <a:pt x="75" y="1"/>
                    <a:pt x="71" y="0"/>
                    <a:pt x="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45"/>
            <p:cNvSpPr/>
            <p:nvPr/>
          </p:nvSpPr>
          <p:spPr>
            <a:xfrm>
              <a:off x="6677019" y="4551998"/>
              <a:ext cx="20349" cy="9895"/>
            </a:xfrm>
            <a:custGeom>
              <a:avLst/>
              <a:gdLst/>
              <a:ahLst/>
              <a:cxnLst/>
              <a:rect l="l" t="t" r="r" b="b"/>
              <a:pathLst>
                <a:path w="358" h="172" extrusionOk="0">
                  <a:moveTo>
                    <a:pt x="67" y="0"/>
                  </a:moveTo>
                  <a:cubicBezTo>
                    <a:pt x="40" y="0"/>
                    <a:pt x="16" y="18"/>
                    <a:pt x="10" y="46"/>
                  </a:cubicBezTo>
                  <a:cubicBezTo>
                    <a:pt x="1" y="77"/>
                    <a:pt x="20" y="109"/>
                    <a:pt x="51" y="115"/>
                  </a:cubicBezTo>
                  <a:lnTo>
                    <a:pt x="278" y="172"/>
                  </a:lnTo>
                  <a:lnTo>
                    <a:pt x="288" y="172"/>
                  </a:lnTo>
                  <a:cubicBezTo>
                    <a:pt x="316" y="172"/>
                    <a:pt x="341" y="153"/>
                    <a:pt x="348" y="128"/>
                  </a:cubicBezTo>
                  <a:cubicBezTo>
                    <a:pt x="357" y="96"/>
                    <a:pt x="335" y="64"/>
                    <a:pt x="303" y="55"/>
                  </a:cubicBezTo>
                  <a:lnTo>
                    <a:pt x="79" y="1"/>
                  </a:lnTo>
                  <a:cubicBezTo>
                    <a:pt x="75" y="1"/>
                    <a:pt x="71" y="0"/>
                    <a:pt x="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45"/>
            <p:cNvSpPr/>
            <p:nvPr/>
          </p:nvSpPr>
          <p:spPr>
            <a:xfrm>
              <a:off x="6661956" y="4557578"/>
              <a:ext cx="20349" cy="9953"/>
            </a:xfrm>
            <a:custGeom>
              <a:avLst/>
              <a:gdLst/>
              <a:ahLst/>
              <a:cxnLst/>
              <a:rect l="l" t="t" r="r" b="b"/>
              <a:pathLst>
                <a:path w="358" h="173" extrusionOk="0">
                  <a:moveTo>
                    <a:pt x="67" y="1"/>
                  </a:moveTo>
                  <a:cubicBezTo>
                    <a:pt x="40" y="1"/>
                    <a:pt x="16" y="19"/>
                    <a:pt x="10" y="46"/>
                  </a:cubicBezTo>
                  <a:cubicBezTo>
                    <a:pt x="1" y="78"/>
                    <a:pt x="23" y="109"/>
                    <a:pt x="54" y="116"/>
                  </a:cubicBezTo>
                  <a:lnTo>
                    <a:pt x="278" y="173"/>
                  </a:lnTo>
                  <a:lnTo>
                    <a:pt x="291" y="173"/>
                  </a:lnTo>
                  <a:cubicBezTo>
                    <a:pt x="316" y="173"/>
                    <a:pt x="341" y="154"/>
                    <a:pt x="348" y="128"/>
                  </a:cubicBezTo>
                  <a:cubicBezTo>
                    <a:pt x="357" y="97"/>
                    <a:pt x="338" y="65"/>
                    <a:pt x="307" y="59"/>
                  </a:cubicBezTo>
                  <a:lnTo>
                    <a:pt x="79" y="2"/>
                  </a:lnTo>
                  <a:cubicBezTo>
                    <a:pt x="75" y="1"/>
                    <a:pt x="71" y="1"/>
                    <a:pt x="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45"/>
            <p:cNvSpPr/>
            <p:nvPr/>
          </p:nvSpPr>
          <p:spPr>
            <a:xfrm>
              <a:off x="6742271" y="3781614"/>
              <a:ext cx="164893" cy="300594"/>
            </a:xfrm>
            <a:custGeom>
              <a:avLst/>
              <a:gdLst/>
              <a:ahLst/>
              <a:cxnLst/>
              <a:rect l="l" t="t" r="r" b="b"/>
              <a:pathLst>
                <a:path w="2901" h="5225" extrusionOk="0">
                  <a:moveTo>
                    <a:pt x="313" y="1"/>
                  </a:moveTo>
                  <a:lnTo>
                    <a:pt x="1" y="4837"/>
                  </a:lnTo>
                  <a:lnTo>
                    <a:pt x="7" y="5225"/>
                  </a:lnTo>
                  <a:lnTo>
                    <a:pt x="2364" y="5225"/>
                  </a:lnTo>
                  <a:lnTo>
                    <a:pt x="2364" y="5184"/>
                  </a:lnTo>
                  <a:cubicBezTo>
                    <a:pt x="2386" y="4351"/>
                    <a:pt x="2645" y="2244"/>
                    <a:pt x="2796" y="1092"/>
                  </a:cubicBezTo>
                  <a:cubicBezTo>
                    <a:pt x="2809" y="997"/>
                    <a:pt x="2821" y="909"/>
                    <a:pt x="2831" y="830"/>
                  </a:cubicBezTo>
                  <a:cubicBezTo>
                    <a:pt x="2875" y="508"/>
                    <a:pt x="2900" y="313"/>
                    <a:pt x="2900" y="313"/>
                  </a:cubicBezTo>
                  <a:lnTo>
                    <a:pt x="313" y="1"/>
                  </a:lnTo>
                  <a:close/>
                </a:path>
              </a:pathLst>
            </a:custGeom>
            <a:solidFill>
              <a:srgbClr val="94EA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45"/>
            <p:cNvSpPr/>
            <p:nvPr/>
          </p:nvSpPr>
          <p:spPr>
            <a:xfrm>
              <a:off x="6736189" y="4058391"/>
              <a:ext cx="143692" cy="29283"/>
            </a:xfrm>
            <a:custGeom>
              <a:avLst/>
              <a:gdLst/>
              <a:ahLst/>
              <a:cxnLst/>
              <a:rect l="l" t="t" r="r" b="b"/>
              <a:pathLst>
                <a:path w="2528" h="509" extrusionOk="0">
                  <a:moveTo>
                    <a:pt x="45" y="0"/>
                  </a:moveTo>
                  <a:lnTo>
                    <a:pt x="1" y="508"/>
                  </a:lnTo>
                  <a:lnTo>
                    <a:pt x="2477" y="508"/>
                  </a:lnTo>
                  <a:lnTo>
                    <a:pt x="2528" y="0"/>
                  </a:lnTo>
                  <a:close/>
                </a:path>
              </a:pathLst>
            </a:custGeom>
            <a:solidFill>
              <a:srgbClr val="0116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45"/>
            <p:cNvSpPr/>
            <p:nvPr/>
          </p:nvSpPr>
          <p:spPr>
            <a:xfrm>
              <a:off x="6847368" y="3841100"/>
              <a:ext cx="34672" cy="241511"/>
            </a:xfrm>
            <a:custGeom>
              <a:avLst/>
              <a:gdLst/>
              <a:ahLst/>
              <a:cxnLst/>
              <a:rect l="l" t="t" r="r" b="b"/>
              <a:pathLst>
                <a:path w="610" h="4198" extrusionOk="0">
                  <a:moveTo>
                    <a:pt x="546" y="0"/>
                  </a:moveTo>
                  <a:cubicBezTo>
                    <a:pt x="519" y="0"/>
                    <a:pt x="498" y="23"/>
                    <a:pt x="493" y="49"/>
                  </a:cubicBezTo>
                  <a:cubicBezTo>
                    <a:pt x="490" y="80"/>
                    <a:pt x="95" y="3260"/>
                    <a:pt x="1" y="4077"/>
                  </a:cubicBezTo>
                  <a:cubicBezTo>
                    <a:pt x="4" y="4077"/>
                    <a:pt x="4" y="4080"/>
                    <a:pt x="4" y="4087"/>
                  </a:cubicBezTo>
                  <a:cubicBezTo>
                    <a:pt x="4" y="4090"/>
                    <a:pt x="10" y="4128"/>
                    <a:pt x="13" y="4197"/>
                  </a:cubicBezTo>
                  <a:lnTo>
                    <a:pt x="124" y="4197"/>
                  </a:lnTo>
                  <a:cubicBezTo>
                    <a:pt x="120" y="4137"/>
                    <a:pt x="114" y="4096"/>
                    <a:pt x="114" y="4087"/>
                  </a:cubicBezTo>
                  <a:cubicBezTo>
                    <a:pt x="209" y="3260"/>
                    <a:pt x="600" y="96"/>
                    <a:pt x="603" y="64"/>
                  </a:cubicBezTo>
                  <a:cubicBezTo>
                    <a:pt x="609" y="30"/>
                    <a:pt x="584" y="4"/>
                    <a:pt x="556" y="1"/>
                  </a:cubicBezTo>
                  <a:cubicBezTo>
                    <a:pt x="552" y="1"/>
                    <a:pt x="549" y="0"/>
                    <a:pt x="546" y="0"/>
                  </a:cubicBezTo>
                  <a:close/>
                </a:path>
              </a:pathLst>
            </a:custGeom>
            <a:solidFill>
              <a:srgbClr val="0116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45"/>
            <p:cNvSpPr/>
            <p:nvPr/>
          </p:nvSpPr>
          <p:spPr>
            <a:xfrm>
              <a:off x="6756992" y="3716835"/>
              <a:ext cx="291078" cy="124898"/>
            </a:xfrm>
            <a:custGeom>
              <a:avLst/>
              <a:gdLst/>
              <a:ahLst/>
              <a:cxnLst/>
              <a:rect l="l" t="t" r="r" b="b"/>
              <a:pathLst>
                <a:path w="5121" h="2171" extrusionOk="0">
                  <a:moveTo>
                    <a:pt x="158" y="0"/>
                  </a:moveTo>
                  <a:cubicBezTo>
                    <a:pt x="16" y="619"/>
                    <a:pt x="1" y="1893"/>
                    <a:pt x="1" y="1893"/>
                  </a:cubicBezTo>
                  <a:cubicBezTo>
                    <a:pt x="569" y="2109"/>
                    <a:pt x="1573" y="2171"/>
                    <a:pt x="2528" y="2171"/>
                  </a:cubicBezTo>
                  <a:cubicBezTo>
                    <a:pt x="3774" y="2171"/>
                    <a:pt x="4935" y="2067"/>
                    <a:pt x="4935" y="2067"/>
                  </a:cubicBezTo>
                  <a:cubicBezTo>
                    <a:pt x="5121" y="1281"/>
                    <a:pt x="4884" y="3"/>
                    <a:pt x="4884" y="3"/>
                  </a:cubicBezTo>
                  <a:lnTo>
                    <a:pt x="158" y="0"/>
                  </a:lnTo>
                  <a:close/>
                </a:path>
              </a:pathLst>
            </a:custGeom>
            <a:solidFill>
              <a:srgbClr val="94EA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45"/>
            <p:cNvSpPr/>
            <p:nvPr/>
          </p:nvSpPr>
          <p:spPr>
            <a:xfrm>
              <a:off x="6930752" y="4046424"/>
              <a:ext cx="124707" cy="463404"/>
            </a:xfrm>
            <a:custGeom>
              <a:avLst/>
              <a:gdLst/>
              <a:ahLst/>
              <a:cxnLst/>
              <a:rect l="l" t="t" r="r" b="b"/>
              <a:pathLst>
                <a:path w="2194" h="8055" extrusionOk="0">
                  <a:moveTo>
                    <a:pt x="1" y="0"/>
                  </a:moveTo>
                  <a:cubicBezTo>
                    <a:pt x="4" y="196"/>
                    <a:pt x="4" y="385"/>
                    <a:pt x="10" y="574"/>
                  </a:cubicBezTo>
                  <a:cubicBezTo>
                    <a:pt x="13" y="697"/>
                    <a:pt x="16" y="817"/>
                    <a:pt x="19" y="934"/>
                  </a:cubicBezTo>
                  <a:cubicBezTo>
                    <a:pt x="79" y="2086"/>
                    <a:pt x="297" y="3250"/>
                    <a:pt x="553" y="4660"/>
                  </a:cubicBezTo>
                  <a:cubicBezTo>
                    <a:pt x="628" y="5070"/>
                    <a:pt x="698" y="5531"/>
                    <a:pt x="770" y="6010"/>
                  </a:cubicBezTo>
                  <a:cubicBezTo>
                    <a:pt x="878" y="6691"/>
                    <a:pt x="991" y="7398"/>
                    <a:pt x="1136" y="8016"/>
                  </a:cubicBezTo>
                  <a:lnTo>
                    <a:pt x="2193" y="8054"/>
                  </a:lnTo>
                  <a:lnTo>
                    <a:pt x="2083" y="5934"/>
                  </a:lnTo>
                  <a:lnTo>
                    <a:pt x="1840" y="1205"/>
                  </a:lnTo>
                  <a:lnTo>
                    <a:pt x="1802" y="543"/>
                  </a:lnTo>
                  <a:lnTo>
                    <a:pt x="1777" y="0"/>
                  </a:lnTo>
                  <a:close/>
                </a:path>
              </a:pathLst>
            </a:custGeom>
            <a:solidFill>
              <a:srgbClr val="E79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45"/>
            <p:cNvSpPr/>
            <p:nvPr/>
          </p:nvSpPr>
          <p:spPr>
            <a:xfrm>
              <a:off x="6974690" y="4387635"/>
              <a:ext cx="80940" cy="122366"/>
            </a:xfrm>
            <a:custGeom>
              <a:avLst/>
              <a:gdLst/>
              <a:ahLst/>
              <a:cxnLst/>
              <a:rect l="l" t="t" r="r" b="b"/>
              <a:pathLst>
                <a:path w="1424" h="2127" extrusionOk="0">
                  <a:moveTo>
                    <a:pt x="1316" y="0"/>
                  </a:moveTo>
                  <a:cubicBezTo>
                    <a:pt x="928" y="13"/>
                    <a:pt x="398" y="29"/>
                    <a:pt x="0" y="82"/>
                  </a:cubicBezTo>
                  <a:cubicBezTo>
                    <a:pt x="13" y="161"/>
                    <a:pt x="26" y="243"/>
                    <a:pt x="41" y="322"/>
                  </a:cubicBezTo>
                  <a:cubicBezTo>
                    <a:pt x="48" y="379"/>
                    <a:pt x="60" y="439"/>
                    <a:pt x="67" y="492"/>
                  </a:cubicBezTo>
                  <a:cubicBezTo>
                    <a:pt x="76" y="552"/>
                    <a:pt x="89" y="612"/>
                    <a:pt x="95" y="666"/>
                  </a:cubicBezTo>
                  <a:cubicBezTo>
                    <a:pt x="101" y="723"/>
                    <a:pt x="114" y="779"/>
                    <a:pt x="123" y="836"/>
                  </a:cubicBezTo>
                  <a:cubicBezTo>
                    <a:pt x="193" y="1268"/>
                    <a:pt x="275" y="1694"/>
                    <a:pt x="366" y="2085"/>
                  </a:cubicBezTo>
                  <a:lnTo>
                    <a:pt x="1423" y="2126"/>
                  </a:lnTo>
                  <a:lnTo>
                    <a:pt x="1423" y="2126"/>
                  </a:lnTo>
                  <a:lnTo>
                    <a:pt x="1354" y="776"/>
                  </a:lnTo>
                  <a:lnTo>
                    <a:pt x="1344" y="603"/>
                  </a:lnTo>
                  <a:lnTo>
                    <a:pt x="1338" y="423"/>
                  </a:lnTo>
                  <a:lnTo>
                    <a:pt x="1329" y="249"/>
                  </a:lnTo>
                  <a:lnTo>
                    <a:pt x="13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45"/>
            <p:cNvSpPr/>
            <p:nvPr/>
          </p:nvSpPr>
          <p:spPr>
            <a:xfrm>
              <a:off x="6976679" y="4401960"/>
              <a:ext cx="74119" cy="14037"/>
            </a:xfrm>
            <a:custGeom>
              <a:avLst/>
              <a:gdLst/>
              <a:ahLst/>
              <a:cxnLst/>
              <a:rect l="l" t="t" r="r" b="b"/>
              <a:pathLst>
                <a:path w="1304" h="244" extrusionOk="0">
                  <a:moveTo>
                    <a:pt x="1075" y="0"/>
                  </a:moveTo>
                  <a:cubicBezTo>
                    <a:pt x="790" y="0"/>
                    <a:pt x="410" y="16"/>
                    <a:pt x="0" y="73"/>
                  </a:cubicBezTo>
                  <a:cubicBezTo>
                    <a:pt x="10" y="130"/>
                    <a:pt x="22" y="190"/>
                    <a:pt x="29" y="243"/>
                  </a:cubicBezTo>
                  <a:cubicBezTo>
                    <a:pt x="427" y="189"/>
                    <a:pt x="805" y="174"/>
                    <a:pt x="1086" y="174"/>
                  </a:cubicBezTo>
                  <a:cubicBezTo>
                    <a:pt x="1167" y="174"/>
                    <a:pt x="1240" y="175"/>
                    <a:pt x="1303" y="177"/>
                  </a:cubicBezTo>
                  <a:lnTo>
                    <a:pt x="1294" y="4"/>
                  </a:lnTo>
                  <a:cubicBezTo>
                    <a:pt x="1229" y="1"/>
                    <a:pt x="1156" y="0"/>
                    <a:pt x="1075" y="0"/>
                  </a:cubicBezTo>
                  <a:close/>
                </a:path>
              </a:pathLst>
            </a:custGeom>
            <a:solidFill>
              <a:srgbClr val="8E09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45"/>
            <p:cNvSpPr/>
            <p:nvPr/>
          </p:nvSpPr>
          <p:spPr>
            <a:xfrm>
              <a:off x="6979862" y="4422210"/>
              <a:ext cx="71789" cy="13577"/>
            </a:xfrm>
            <a:custGeom>
              <a:avLst/>
              <a:gdLst/>
              <a:ahLst/>
              <a:cxnLst/>
              <a:rect l="l" t="t" r="r" b="b"/>
              <a:pathLst>
                <a:path w="1263" h="236" extrusionOk="0">
                  <a:moveTo>
                    <a:pt x="1088" y="1"/>
                  </a:moveTo>
                  <a:cubicBezTo>
                    <a:pt x="810" y="1"/>
                    <a:pt x="420" y="10"/>
                    <a:pt x="1" y="65"/>
                  </a:cubicBezTo>
                  <a:cubicBezTo>
                    <a:pt x="7" y="122"/>
                    <a:pt x="20" y="178"/>
                    <a:pt x="29" y="235"/>
                  </a:cubicBezTo>
                  <a:cubicBezTo>
                    <a:pt x="427" y="186"/>
                    <a:pt x="797" y="173"/>
                    <a:pt x="1067" y="173"/>
                  </a:cubicBezTo>
                  <a:cubicBezTo>
                    <a:pt x="1140" y="173"/>
                    <a:pt x="1206" y="174"/>
                    <a:pt x="1263" y="175"/>
                  </a:cubicBezTo>
                  <a:lnTo>
                    <a:pt x="1253" y="2"/>
                  </a:lnTo>
                  <a:cubicBezTo>
                    <a:pt x="1204" y="1"/>
                    <a:pt x="1149" y="1"/>
                    <a:pt x="1088" y="1"/>
                  </a:cubicBezTo>
                  <a:close/>
                </a:path>
              </a:pathLst>
            </a:custGeom>
            <a:solidFill>
              <a:srgbClr val="8E09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45"/>
            <p:cNvSpPr/>
            <p:nvPr/>
          </p:nvSpPr>
          <p:spPr>
            <a:xfrm>
              <a:off x="6931264" y="4077606"/>
              <a:ext cx="104245" cy="38200"/>
            </a:xfrm>
            <a:custGeom>
              <a:avLst/>
              <a:gdLst/>
              <a:ahLst/>
              <a:cxnLst/>
              <a:rect l="l" t="t" r="r" b="b"/>
              <a:pathLst>
                <a:path w="1834" h="664" extrusionOk="0">
                  <a:moveTo>
                    <a:pt x="1799" y="1"/>
                  </a:moveTo>
                  <a:lnTo>
                    <a:pt x="1" y="32"/>
                  </a:lnTo>
                  <a:cubicBezTo>
                    <a:pt x="4" y="152"/>
                    <a:pt x="7" y="275"/>
                    <a:pt x="10" y="392"/>
                  </a:cubicBezTo>
                  <a:lnTo>
                    <a:pt x="1834" y="663"/>
                  </a:lnTo>
                  <a:lnTo>
                    <a:pt x="1799" y="1"/>
                  </a:lnTo>
                  <a:close/>
                </a:path>
              </a:pathLst>
            </a:custGeom>
            <a:solidFill>
              <a:srgbClr val="C569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45"/>
            <p:cNvSpPr/>
            <p:nvPr/>
          </p:nvSpPr>
          <p:spPr>
            <a:xfrm>
              <a:off x="6976111" y="4490326"/>
              <a:ext cx="134029" cy="118052"/>
            </a:xfrm>
            <a:custGeom>
              <a:avLst/>
              <a:gdLst/>
              <a:ahLst/>
              <a:cxnLst/>
              <a:rect l="l" t="t" r="r" b="b"/>
              <a:pathLst>
                <a:path w="2358" h="2052" extrusionOk="0">
                  <a:moveTo>
                    <a:pt x="912" y="1"/>
                  </a:moveTo>
                  <a:cubicBezTo>
                    <a:pt x="360" y="1"/>
                    <a:pt x="310" y="269"/>
                    <a:pt x="250" y="411"/>
                  </a:cubicBezTo>
                  <a:cubicBezTo>
                    <a:pt x="228" y="471"/>
                    <a:pt x="193" y="594"/>
                    <a:pt x="162" y="739"/>
                  </a:cubicBezTo>
                  <a:cubicBezTo>
                    <a:pt x="146" y="799"/>
                    <a:pt x="133" y="862"/>
                    <a:pt x="117" y="925"/>
                  </a:cubicBezTo>
                  <a:cubicBezTo>
                    <a:pt x="83" y="1086"/>
                    <a:pt x="51" y="1250"/>
                    <a:pt x="29" y="1386"/>
                  </a:cubicBezTo>
                  <a:cubicBezTo>
                    <a:pt x="7" y="1534"/>
                    <a:pt x="1" y="1679"/>
                    <a:pt x="4" y="1799"/>
                  </a:cubicBezTo>
                  <a:lnTo>
                    <a:pt x="4" y="1827"/>
                  </a:lnTo>
                  <a:cubicBezTo>
                    <a:pt x="4" y="1865"/>
                    <a:pt x="7" y="1906"/>
                    <a:pt x="7" y="1938"/>
                  </a:cubicBezTo>
                  <a:cubicBezTo>
                    <a:pt x="10" y="2007"/>
                    <a:pt x="13" y="2051"/>
                    <a:pt x="13" y="2051"/>
                  </a:cubicBezTo>
                  <a:lnTo>
                    <a:pt x="2345" y="2051"/>
                  </a:lnTo>
                  <a:cubicBezTo>
                    <a:pt x="2345" y="2051"/>
                    <a:pt x="2357" y="1960"/>
                    <a:pt x="2348" y="1827"/>
                  </a:cubicBezTo>
                  <a:cubicBezTo>
                    <a:pt x="2332" y="1591"/>
                    <a:pt x="2253" y="1212"/>
                    <a:pt x="1935" y="963"/>
                  </a:cubicBezTo>
                  <a:cubicBezTo>
                    <a:pt x="1493" y="625"/>
                    <a:pt x="1663" y="695"/>
                    <a:pt x="1575" y="537"/>
                  </a:cubicBezTo>
                  <a:cubicBezTo>
                    <a:pt x="1565" y="521"/>
                    <a:pt x="1487" y="256"/>
                    <a:pt x="1477" y="237"/>
                  </a:cubicBezTo>
                  <a:cubicBezTo>
                    <a:pt x="1401" y="76"/>
                    <a:pt x="1332" y="1"/>
                    <a:pt x="912" y="1"/>
                  </a:cubicBezTo>
                  <a:close/>
                </a:path>
              </a:pathLst>
            </a:custGeom>
            <a:solidFill>
              <a:srgbClr val="AD65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45"/>
            <p:cNvSpPr/>
            <p:nvPr/>
          </p:nvSpPr>
          <p:spPr>
            <a:xfrm>
              <a:off x="6976281" y="4532783"/>
              <a:ext cx="22111" cy="69036"/>
            </a:xfrm>
            <a:custGeom>
              <a:avLst/>
              <a:gdLst/>
              <a:ahLst/>
              <a:cxnLst/>
              <a:rect l="l" t="t" r="r" b="b"/>
              <a:pathLst>
                <a:path w="389" h="1200" extrusionOk="0">
                  <a:moveTo>
                    <a:pt x="159" y="1"/>
                  </a:moveTo>
                  <a:lnTo>
                    <a:pt x="155" y="4"/>
                  </a:lnTo>
                  <a:cubicBezTo>
                    <a:pt x="140" y="64"/>
                    <a:pt x="127" y="127"/>
                    <a:pt x="111" y="190"/>
                  </a:cubicBezTo>
                  <a:cubicBezTo>
                    <a:pt x="162" y="351"/>
                    <a:pt x="225" y="619"/>
                    <a:pt x="140" y="846"/>
                  </a:cubicBezTo>
                  <a:cubicBezTo>
                    <a:pt x="111" y="932"/>
                    <a:pt x="64" y="1001"/>
                    <a:pt x="1" y="1061"/>
                  </a:cubicBezTo>
                  <a:lnTo>
                    <a:pt x="1" y="1089"/>
                  </a:lnTo>
                  <a:cubicBezTo>
                    <a:pt x="1" y="1127"/>
                    <a:pt x="4" y="1168"/>
                    <a:pt x="4" y="1200"/>
                  </a:cubicBezTo>
                  <a:cubicBezTo>
                    <a:pt x="118" y="1121"/>
                    <a:pt x="196" y="1014"/>
                    <a:pt x="244" y="884"/>
                  </a:cubicBezTo>
                  <a:cubicBezTo>
                    <a:pt x="389" y="490"/>
                    <a:pt x="165" y="20"/>
                    <a:pt x="159" y="1"/>
                  </a:cubicBezTo>
                  <a:close/>
                </a:path>
              </a:pathLst>
            </a:custGeom>
            <a:solidFill>
              <a:srgbClr val="0116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45"/>
            <p:cNvSpPr/>
            <p:nvPr/>
          </p:nvSpPr>
          <p:spPr>
            <a:xfrm>
              <a:off x="6976281" y="4595433"/>
              <a:ext cx="133858" cy="12944"/>
            </a:xfrm>
            <a:custGeom>
              <a:avLst/>
              <a:gdLst/>
              <a:ahLst/>
              <a:cxnLst/>
              <a:rect l="l" t="t" r="r" b="b"/>
              <a:pathLst>
                <a:path w="2355" h="225" extrusionOk="0">
                  <a:moveTo>
                    <a:pt x="1" y="0"/>
                  </a:moveTo>
                  <a:cubicBezTo>
                    <a:pt x="4" y="133"/>
                    <a:pt x="13" y="224"/>
                    <a:pt x="13" y="224"/>
                  </a:cubicBezTo>
                  <a:lnTo>
                    <a:pt x="2342" y="224"/>
                  </a:lnTo>
                  <a:cubicBezTo>
                    <a:pt x="2342" y="224"/>
                    <a:pt x="2354" y="133"/>
                    <a:pt x="2348" y="0"/>
                  </a:cubicBezTo>
                  <a:close/>
                </a:path>
              </a:pathLst>
            </a:custGeom>
            <a:solidFill>
              <a:srgbClr val="0116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45"/>
            <p:cNvSpPr/>
            <p:nvPr/>
          </p:nvSpPr>
          <p:spPr>
            <a:xfrm>
              <a:off x="7019536" y="4522140"/>
              <a:ext cx="40925" cy="10183"/>
            </a:xfrm>
            <a:custGeom>
              <a:avLst/>
              <a:gdLst/>
              <a:ahLst/>
              <a:cxnLst/>
              <a:rect l="l" t="t" r="r" b="b"/>
              <a:pathLst>
                <a:path w="720" h="177" extrusionOk="0">
                  <a:moveTo>
                    <a:pt x="388" y="0"/>
                  </a:moveTo>
                  <a:cubicBezTo>
                    <a:pt x="293" y="0"/>
                    <a:pt x="179" y="11"/>
                    <a:pt x="57" y="44"/>
                  </a:cubicBezTo>
                  <a:cubicBezTo>
                    <a:pt x="19" y="50"/>
                    <a:pt x="0" y="91"/>
                    <a:pt x="10" y="126"/>
                  </a:cubicBezTo>
                  <a:cubicBezTo>
                    <a:pt x="16" y="158"/>
                    <a:pt x="41" y="176"/>
                    <a:pt x="73" y="176"/>
                  </a:cubicBezTo>
                  <a:cubicBezTo>
                    <a:pt x="76" y="176"/>
                    <a:pt x="82" y="176"/>
                    <a:pt x="88" y="173"/>
                  </a:cubicBezTo>
                  <a:cubicBezTo>
                    <a:pt x="198" y="145"/>
                    <a:pt x="301" y="136"/>
                    <a:pt x="387" y="136"/>
                  </a:cubicBezTo>
                  <a:cubicBezTo>
                    <a:pt x="530" y="136"/>
                    <a:pt x="626" y="161"/>
                    <a:pt x="628" y="161"/>
                  </a:cubicBezTo>
                  <a:cubicBezTo>
                    <a:pt x="633" y="162"/>
                    <a:pt x="639" y="163"/>
                    <a:pt x="644" y="163"/>
                  </a:cubicBezTo>
                  <a:cubicBezTo>
                    <a:pt x="673" y="163"/>
                    <a:pt x="699" y="143"/>
                    <a:pt x="710" y="113"/>
                  </a:cubicBezTo>
                  <a:cubicBezTo>
                    <a:pt x="719" y="79"/>
                    <a:pt x="697" y="44"/>
                    <a:pt x="663" y="31"/>
                  </a:cubicBezTo>
                  <a:cubicBezTo>
                    <a:pt x="655" y="29"/>
                    <a:pt x="547" y="0"/>
                    <a:pt x="3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45"/>
            <p:cNvSpPr/>
            <p:nvPr/>
          </p:nvSpPr>
          <p:spPr>
            <a:xfrm>
              <a:off x="7017888" y="4507872"/>
              <a:ext cx="40925" cy="10298"/>
            </a:xfrm>
            <a:custGeom>
              <a:avLst/>
              <a:gdLst/>
              <a:ahLst/>
              <a:cxnLst/>
              <a:rect l="l" t="t" r="r" b="b"/>
              <a:pathLst>
                <a:path w="720" h="179" extrusionOk="0">
                  <a:moveTo>
                    <a:pt x="392" y="1"/>
                  </a:moveTo>
                  <a:cubicBezTo>
                    <a:pt x="296" y="1"/>
                    <a:pt x="181" y="11"/>
                    <a:pt x="57" y="43"/>
                  </a:cubicBezTo>
                  <a:cubicBezTo>
                    <a:pt x="23" y="52"/>
                    <a:pt x="1" y="90"/>
                    <a:pt x="10" y="125"/>
                  </a:cubicBezTo>
                  <a:cubicBezTo>
                    <a:pt x="16" y="156"/>
                    <a:pt x="42" y="178"/>
                    <a:pt x="73" y="178"/>
                  </a:cubicBezTo>
                  <a:cubicBezTo>
                    <a:pt x="76" y="178"/>
                    <a:pt x="86" y="178"/>
                    <a:pt x="89" y="172"/>
                  </a:cubicBezTo>
                  <a:cubicBezTo>
                    <a:pt x="197" y="146"/>
                    <a:pt x="298" y="137"/>
                    <a:pt x="382" y="137"/>
                  </a:cubicBezTo>
                  <a:cubicBezTo>
                    <a:pt x="529" y="137"/>
                    <a:pt x="626" y="163"/>
                    <a:pt x="628" y="163"/>
                  </a:cubicBezTo>
                  <a:cubicBezTo>
                    <a:pt x="633" y="163"/>
                    <a:pt x="637" y="164"/>
                    <a:pt x="642" y="164"/>
                  </a:cubicBezTo>
                  <a:cubicBezTo>
                    <a:pt x="672" y="164"/>
                    <a:pt x="702" y="146"/>
                    <a:pt x="711" y="115"/>
                  </a:cubicBezTo>
                  <a:cubicBezTo>
                    <a:pt x="720" y="77"/>
                    <a:pt x="698" y="43"/>
                    <a:pt x="663" y="30"/>
                  </a:cubicBezTo>
                  <a:cubicBezTo>
                    <a:pt x="657" y="28"/>
                    <a:pt x="551" y="1"/>
                    <a:pt x="3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45"/>
            <p:cNvSpPr/>
            <p:nvPr/>
          </p:nvSpPr>
          <p:spPr>
            <a:xfrm>
              <a:off x="7025050" y="4534164"/>
              <a:ext cx="40982" cy="10298"/>
            </a:xfrm>
            <a:custGeom>
              <a:avLst/>
              <a:gdLst/>
              <a:ahLst/>
              <a:cxnLst/>
              <a:rect l="l" t="t" r="r" b="b"/>
              <a:pathLst>
                <a:path w="721" h="179" extrusionOk="0">
                  <a:moveTo>
                    <a:pt x="393" y="1"/>
                  </a:moveTo>
                  <a:cubicBezTo>
                    <a:pt x="297" y="1"/>
                    <a:pt x="181" y="11"/>
                    <a:pt x="58" y="43"/>
                  </a:cubicBezTo>
                  <a:cubicBezTo>
                    <a:pt x="23" y="53"/>
                    <a:pt x="1" y="91"/>
                    <a:pt x="10" y="125"/>
                  </a:cubicBezTo>
                  <a:cubicBezTo>
                    <a:pt x="17" y="157"/>
                    <a:pt x="45" y="179"/>
                    <a:pt x="73" y="179"/>
                  </a:cubicBezTo>
                  <a:cubicBezTo>
                    <a:pt x="77" y="179"/>
                    <a:pt x="86" y="179"/>
                    <a:pt x="89" y="173"/>
                  </a:cubicBezTo>
                  <a:cubicBezTo>
                    <a:pt x="197" y="146"/>
                    <a:pt x="298" y="138"/>
                    <a:pt x="383" y="138"/>
                  </a:cubicBezTo>
                  <a:cubicBezTo>
                    <a:pt x="529" y="138"/>
                    <a:pt x="627" y="163"/>
                    <a:pt x="629" y="163"/>
                  </a:cubicBezTo>
                  <a:cubicBezTo>
                    <a:pt x="633" y="164"/>
                    <a:pt x="638" y="164"/>
                    <a:pt x="642" y="164"/>
                  </a:cubicBezTo>
                  <a:cubicBezTo>
                    <a:pt x="673" y="164"/>
                    <a:pt x="702" y="146"/>
                    <a:pt x="711" y="116"/>
                  </a:cubicBezTo>
                  <a:cubicBezTo>
                    <a:pt x="720" y="78"/>
                    <a:pt x="701" y="43"/>
                    <a:pt x="663" y="31"/>
                  </a:cubicBezTo>
                  <a:cubicBezTo>
                    <a:pt x="657" y="29"/>
                    <a:pt x="551" y="1"/>
                    <a:pt x="3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45"/>
            <p:cNvSpPr/>
            <p:nvPr/>
          </p:nvSpPr>
          <p:spPr>
            <a:xfrm>
              <a:off x="7031871" y="4547971"/>
              <a:ext cx="40754" cy="10298"/>
            </a:xfrm>
            <a:custGeom>
              <a:avLst/>
              <a:gdLst/>
              <a:ahLst/>
              <a:cxnLst/>
              <a:rect l="l" t="t" r="r" b="b"/>
              <a:pathLst>
                <a:path w="717" h="179" extrusionOk="0">
                  <a:moveTo>
                    <a:pt x="387" y="1"/>
                  </a:moveTo>
                  <a:cubicBezTo>
                    <a:pt x="291" y="1"/>
                    <a:pt x="177" y="11"/>
                    <a:pt x="54" y="43"/>
                  </a:cubicBezTo>
                  <a:cubicBezTo>
                    <a:pt x="20" y="52"/>
                    <a:pt x="1" y="90"/>
                    <a:pt x="7" y="128"/>
                  </a:cubicBezTo>
                  <a:cubicBezTo>
                    <a:pt x="13" y="160"/>
                    <a:pt x="39" y="179"/>
                    <a:pt x="70" y="179"/>
                  </a:cubicBezTo>
                  <a:cubicBezTo>
                    <a:pt x="76" y="179"/>
                    <a:pt x="83" y="179"/>
                    <a:pt x="86" y="175"/>
                  </a:cubicBezTo>
                  <a:cubicBezTo>
                    <a:pt x="197" y="147"/>
                    <a:pt x="300" y="138"/>
                    <a:pt x="386" y="138"/>
                  </a:cubicBezTo>
                  <a:cubicBezTo>
                    <a:pt x="529" y="138"/>
                    <a:pt x="625" y="163"/>
                    <a:pt x="629" y="163"/>
                  </a:cubicBezTo>
                  <a:cubicBezTo>
                    <a:pt x="633" y="164"/>
                    <a:pt x="637" y="164"/>
                    <a:pt x="642" y="164"/>
                  </a:cubicBezTo>
                  <a:cubicBezTo>
                    <a:pt x="672" y="164"/>
                    <a:pt x="700" y="146"/>
                    <a:pt x="711" y="116"/>
                  </a:cubicBezTo>
                  <a:cubicBezTo>
                    <a:pt x="717" y="81"/>
                    <a:pt x="698" y="43"/>
                    <a:pt x="663" y="34"/>
                  </a:cubicBezTo>
                  <a:cubicBezTo>
                    <a:pt x="655" y="30"/>
                    <a:pt x="547" y="1"/>
                    <a:pt x="3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45"/>
            <p:cNvSpPr/>
            <p:nvPr/>
          </p:nvSpPr>
          <p:spPr>
            <a:xfrm>
              <a:off x="6899888" y="3812622"/>
              <a:ext cx="148182" cy="269988"/>
            </a:xfrm>
            <a:custGeom>
              <a:avLst/>
              <a:gdLst/>
              <a:ahLst/>
              <a:cxnLst/>
              <a:rect l="l" t="t" r="r" b="b"/>
              <a:pathLst>
                <a:path w="2607" h="4693" extrusionOk="0">
                  <a:moveTo>
                    <a:pt x="2462" y="1"/>
                  </a:moveTo>
                  <a:lnTo>
                    <a:pt x="55" y="294"/>
                  </a:lnTo>
                  <a:lnTo>
                    <a:pt x="1" y="298"/>
                  </a:lnTo>
                  <a:cubicBezTo>
                    <a:pt x="1" y="298"/>
                    <a:pt x="7" y="392"/>
                    <a:pt x="23" y="559"/>
                  </a:cubicBezTo>
                  <a:cubicBezTo>
                    <a:pt x="83" y="1231"/>
                    <a:pt x="247" y="3099"/>
                    <a:pt x="402" y="4692"/>
                  </a:cubicBezTo>
                  <a:lnTo>
                    <a:pt x="2607" y="4692"/>
                  </a:lnTo>
                  <a:lnTo>
                    <a:pt x="2462" y="1"/>
                  </a:lnTo>
                  <a:close/>
                </a:path>
              </a:pathLst>
            </a:custGeom>
            <a:solidFill>
              <a:srgbClr val="94EA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45"/>
            <p:cNvSpPr/>
            <p:nvPr/>
          </p:nvSpPr>
          <p:spPr>
            <a:xfrm>
              <a:off x="6917281" y="4058391"/>
              <a:ext cx="137098" cy="29283"/>
            </a:xfrm>
            <a:custGeom>
              <a:avLst/>
              <a:gdLst/>
              <a:ahLst/>
              <a:cxnLst/>
              <a:rect l="l" t="t" r="r" b="b"/>
              <a:pathLst>
                <a:path w="2412" h="509" extrusionOk="0">
                  <a:moveTo>
                    <a:pt x="1" y="0"/>
                  </a:moveTo>
                  <a:lnTo>
                    <a:pt x="48" y="508"/>
                  </a:lnTo>
                  <a:lnTo>
                    <a:pt x="2411" y="508"/>
                  </a:lnTo>
                  <a:lnTo>
                    <a:pt x="2370" y="0"/>
                  </a:lnTo>
                  <a:close/>
                </a:path>
              </a:pathLst>
            </a:custGeom>
            <a:solidFill>
              <a:srgbClr val="0116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45"/>
            <p:cNvSpPr/>
            <p:nvPr/>
          </p:nvSpPr>
          <p:spPr>
            <a:xfrm>
              <a:off x="6895057" y="3708320"/>
              <a:ext cx="8128" cy="122194"/>
            </a:xfrm>
            <a:custGeom>
              <a:avLst/>
              <a:gdLst/>
              <a:ahLst/>
              <a:cxnLst/>
              <a:rect l="l" t="t" r="r" b="b"/>
              <a:pathLst>
                <a:path w="143" h="2124" extrusionOk="0">
                  <a:moveTo>
                    <a:pt x="1" y="0"/>
                  </a:moveTo>
                  <a:cubicBezTo>
                    <a:pt x="7" y="16"/>
                    <a:pt x="7" y="38"/>
                    <a:pt x="7" y="54"/>
                  </a:cubicBezTo>
                  <a:cubicBezTo>
                    <a:pt x="23" y="426"/>
                    <a:pt x="42" y="959"/>
                    <a:pt x="54" y="1499"/>
                  </a:cubicBezTo>
                  <a:lnTo>
                    <a:pt x="54" y="1587"/>
                  </a:lnTo>
                  <a:cubicBezTo>
                    <a:pt x="54" y="1751"/>
                    <a:pt x="58" y="1918"/>
                    <a:pt x="58" y="2079"/>
                  </a:cubicBezTo>
                  <a:cubicBezTo>
                    <a:pt x="58" y="2104"/>
                    <a:pt x="76" y="2123"/>
                    <a:pt x="102" y="2123"/>
                  </a:cubicBezTo>
                  <a:cubicBezTo>
                    <a:pt x="124" y="2123"/>
                    <a:pt x="143" y="2104"/>
                    <a:pt x="143" y="2079"/>
                  </a:cubicBezTo>
                  <a:cubicBezTo>
                    <a:pt x="143" y="1915"/>
                    <a:pt x="143" y="1741"/>
                    <a:pt x="140" y="1571"/>
                  </a:cubicBezTo>
                  <a:lnTo>
                    <a:pt x="140" y="1480"/>
                  </a:lnTo>
                  <a:cubicBezTo>
                    <a:pt x="127" y="943"/>
                    <a:pt x="108" y="416"/>
                    <a:pt x="92" y="44"/>
                  </a:cubicBezTo>
                  <a:lnTo>
                    <a:pt x="92" y="0"/>
                  </a:lnTo>
                  <a:close/>
                </a:path>
              </a:pathLst>
            </a:custGeom>
            <a:solidFill>
              <a:srgbClr val="0116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45"/>
            <p:cNvSpPr/>
            <p:nvPr/>
          </p:nvSpPr>
          <p:spPr>
            <a:xfrm>
              <a:off x="6874992" y="3708320"/>
              <a:ext cx="38253" cy="91703"/>
            </a:xfrm>
            <a:custGeom>
              <a:avLst/>
              <a:gdLst/>
              <a:ahLst/>
              <a:cxnLst/>
              <a:rect l="l" t="t" r="r" b="b"/>
              <a:pathLst>
                <a:path w="673" h="1594" extrusionOk="0">
                  <a:moveTo>
                    <a:pt x="0" y="0"/>
                  </a:moveTo>
                  <a:cubicBezTo>
                    <a:pt x="0" y="25"/>
                    <a:pt x="4" y="47"/>
                    <a:pt x="4" y="76"/>
                  </a:cubicBezTo>
                  <a:cubicBezTo>
                    <a:pt x="29" y="565"/>
                    <a:pt x="63" y="1256"/>
                    <a:pt x="86" y="1420"/>
                  </a:cubicBezTo>
                  <a:cubicBezTo>
                    <a:pt x="95" y="1483"/>
                    <a:pt x="127" y="1536"/>
                    <a:pt x="177" y="1562"/>
                  </a:cubicBezTo>
                  <a:cubicBezTo>
                    <a:pt x="218" y="1587"/>
                    <a:pt x="269" y="1593"/>
                    <a:pt x="319" y="1593"/>
                  </a:cubicBezTo>
                  <a:cubicBezTo>
                    <a:pt x="347" y="1593"/>
                    <a:pt x="376" y="1590"/>
                    <a:pt x="401" y="1587"/>
                  </a:cubicBezTo>
                  <a:cubicBezTo>
                    <a:pt x="433" y="1577"/>
                    <a:pt x="461" y="1574"/>
                    <a:pt x="489" y="1568"/>
                  </a:cubicBezTo>
                  <a:cubicBezTo>
                    <a:pt x="568" y="1546"/>
                    <a:pt x="631" y="1524"/>
                    <a:pt x="644" y="1514"/>
                  </a:cubicBezTo>
                  <a:cubicBezTo>
                    <a:pt x="666" y="1508"/>
                    <a:pt x="672" y="1483"/>
                    <a:pt x="666" y="1461"/>
                  </a:cubicBezTo>
                  <a:cubicBezTo>
                    <a:pt x="659" y="1441"/>
                    <a:pt x="644" y="1433"/>
                    <a:pt x="626" y="1433"/>
                  </a:cubicBezTo>
                  <a:cubicBezTo>
                    <a:pt x="621" y="1433"/>
                    <a:pt x="615" y="1434"/>
                    <a:pt x="609" y="1435"/>
                  </a:cubicBezTo>
                  <a:cubicBezTo>
                    <a:pt x="587" y="1448"/>
                    <a:pt x="543" y="1464"/>
                    <a:pt x="493" y="1480"/>
                  </a:cubicBezTo>
                  <a:cubicBezTo>
                    <a:pt x="464" y="1489"/>
                    <a:pt x="433" y="1495"/>
                    <a:pt x="407" y="1499"/>
                  </a:cubicBezTo>
                  <a:cubicBezTo>
                    <a:pt x="377" y="1504"/>
                    <a:pt x="348" y="1507"/>
                    <a:pt x="320" y="1507"/>
                  </a:cubicBezTo>
                  <a:cubicBezTo>
                    <a:pt x="283" y="1507"/>
                    <a:pt x="250" y="1502"/>
                    <a:pt x="224" y="1489"/>
                  </a:cubicBezTo>
                  <a:cubicBezTo>
                    <a:pt x="196" y="1473"/>
                    <a:pt x="180" y="1448"/>
                    <a:pt x="177" y="1410"/>
                  </a:cubicBezTo>
                  <a:cubicBezTo>
                    <a:pt x="155" y="1246"/>
                    <a:pt x="117" y="558"/>
                    <a:pt x="95" y="73"/>
                  </a:cubicBezTo>
                  <a:cubicBezTo>
                    <a:pt x="95" y="47"/>
                    <a:pt x="92" y="25"/>
                    <a:pt x="92" y="0"/>
                  </a:cubicBezTo>
                  <a:close/>
                </a:path>
              </a:pathLst>
            </a:custGeom>
            <a:solidFill>
              <a:srgbClr val="0116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45"/>
            <p:cNvSpPr/>
            <p:nvPr/>
          </p:nvSpPr>
          <p:spPr>
            <a:xfrm>
              <a:off x="6920010" y="3838223"/>
              <a:ext cx="22281" cy="243985"/>
            </a:xfrm>
            <a:custGeom>
              <a:avLst/>
              <a:gdLst/>
              <a:ahLst/>
              <a:cxnLst/>
              <a:rect l="l" t="t" r="r" b="b"/>
              <a:pathLst>
                <a:path w="392" h="4241" extrusionOk="0">
                  <a:moveTo>
                    <a:pt x="56" y="1"/>
                  </a:moveTo>
                  <a:cubicBezTo>
                    <a:pt x="54" y="1"/>
                    <a:pt x="53" y="1"/>
                    <a:pt x="51" y="1"/>
                  </a:cubicBezTo>
                  <a:cubicBezTo>
                    <a:pt x="25" y="7"/>
                    <a:pt x="0" y="35"/>
                    <a:pt x="0" y="61"/>
                  </a:cubicBezTo>
                  <a:cubicBezTo>
                    <a:pt x="0" y="92"/>
                    <a:pt x="161" y="2695"/>
                    <a:pt x="281" y="4241"/>
                  </a:cubicBezTo>
                  <a:lnTo>
                    <a:pt x="391" y="4241"/>
                  </a:lnTo>
                  <a:cubicBezTo>
                    <a:pt x="272" y="2695"/>
                    <a:pt x="111" y="86"/>
                    <a:pt x="111" y="54"/>
                  </a:cubicBezTo>
                  <a:cubicBezTo>
                    <a:pt x="108" y="25"/>
                    <a:pt x="85" y="1"/>
                    <a:pt x="56" y="1"/>
                  </a:cubicBezTo>
                  <a:close/>
                </a:path>
              </a:pathLst>
            </a:custGeom>
            <a:solidFill>
              <a:srgbClr val="0116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45"/>
            <p:cNvSpPr/>
            <p:nvPr/>
          </p:nvSpPr>
          <p:spPr>
            <a:xfrm>
              <a:off x="6695150" y="3371482"/>
              <a:ext cx="114248" cy="297258"/>
            </a:xfrm>
            <a:custGeom>
              <a:avLst/>
              <a:gdLst/>
              <a:ahLst/>
              <a:cxnLst/>
              <a:rect l="l" t="t" r="r" b="b"/>
              <a:pathLst>
                <a:path w="2010" h="5167" extrusionOk="0">
                  <a:moveTo>
                    <a:pt x="1223" y="1"/>
                  </a:moveTo>
                  <a:cubicBezTo>
                    <a:pt x="1204" y="1"/>
                    <a:pt x="1184" y="1"/>
                    <a:pt x="1164" y="3"/>
                  </a:cubicBezTo>
                  <a:cubicBezTo>
                    <a:pt x="757" y="35"/>
                    <a:pt x="458" y="391"/>
                    <a:pt x="489" y="798"/>
                  </a:cubicBezTo>
                  <a:cubicBezTo>
                    <a:pt x="537" y="1410"/>
                    <a:pt x="578" y="3202"/>
                    <a:pt x="167" y="4114"/>
                  </a:cubicBezTo>
                  <a:cubicBezTo>
                    <a:pt x="0" y="4483"/>
                    <a:pt x="167" y="4918"/>
                    <a:pt x="537" y="5082"/>
                  </a:cubicBezTo>
                  <a:cubicBezTo>
                    <a:pt x="654" y="5137"/>
                    <a:pt x="728" y="5166"/>
                    <a:pt x="796" y="5166"/>
                  </a:cubicBezTo>
                  <a:cubicBezTo>
                    <a:pt x="872" y="5166"/>
                    <a:pt x="939" y="5129"/>
                    <a:pt x="1048" y="5051"/>
                  </a:cubicBezTo>
                  <a:cubicBezTo>
                    <a:pt x="1149" y="4978"/>
                    <a:pt x="1350" y="4773"/>
                    <a:pt x="1404" y="4650"/>
                  </a:cubicBezTo>
                  <a:cubicBezTo>
                    <a:pt x="1685" y="4025"/>
                    <a:pt x="1953" y="3218"/>
                    <a:pt x="1985" y="2117"/>
                  </a:cubicBezTo>
                  <a:cubicBezTo>
                    <a:pt x="2010" y="1325"/>
                    <a:pt x="1962" y="706"/>
                    <a:pt x="1956" y="678"/>
                  </a:cubicBezTo>
                  <a:cubicBezTo>
                    <a:pt x="1926" y="291"/>
                    <a:pt x="1605" y="1"/>
                    <a:pt x="1223" y="1"/>
                  </a:cubicBezTo>
                  <a:close/>
                </a:path>
              </a:pathLst>
            </a:custGeom>
            <a:solidFill>
              <a:srgbClr val="E79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45"/>
            <p:cNvSpPr/>
            <p:nvPr/>
          </p:nvSpPr>
          <p:spPr>
            <a:xfrm>
              <a:off x="6713965" y="3368721"/>
              <a:ext cx="98504" cy="189734"/>
            </a:xfrm>
            <a:custGeom>
              <a:avLst/>
              <a:gdLst/>
              <a:ahLst/>
              <a:cxnLst/>
              <a:rect l="l" t="t" r="r" b="b"/>
              <a:pathLst>
                <a:path w="1733" h="3298" extrusionOk="0">
                  <a:moveTo>
                    <a:pt x="581" y="1"/>
                  </a:moveTo>
                  <a:cubicBezTo>
                    <a:pt x="581" y="1"/>
                    <a:pt x="86" y="294"/>
                    <a:pt x="10" y="852"/>
                  </a:cubicBezTo>
                  <a:lnTo>
                    <a:pt x="0" y="852"/>
                  </a:lnTo>
                  <a:lnTo>
                    <a:pt x="7" y="915"/>
                  </a:lnTo>
                  <a:cubicBezTo>
                    <a:pt x="0" y="960"/>
                    <a:pt x="0" y="1007"/>
                    <a:pt x="0" y="1057"/>
                  </a:cubicBezTo>
                  <a:cubicBezTo>
                    <a:pt x="32" y="1751"/>
                    <a:pt x="64" y="2499"/>
                    <a:pt x="64" y="2499"/>
                  </a:cubicBezTo>
                  <a:lnTo>
                    <a:pt x="1717" y="3297"/>
                  </a:lnTo>
                  <a:lnTo>
                    <a:pt x="1732" y="2057"/>
                  </a:lnTo>
                  <a:cubicBezTo>
                    <a:pt x="1729" y="2054"/>
                    <a:pt x="972" y="1266"/>
                    <a:pt x="385" y="966"/>
                  </a:cubicBezTo>
                  <a:lnTo>
                    <a:pt x="395" y="912"/>
                  </a:lnTo>
                  <a:lnTo>
                    <a:pt x="581" y="1"/>
                  </a:ln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45"/>
            <p:cNvSpPr/>
            <p:nvPr/>
          </p:nvSpPr>
          <p:spPr>
            <a:xfrm>
              <a:off x="6620349" y="3586127"/>
              <a:ext cx="155003" cy="211998"/>
            </a:xfrm>
            <a:custGeom>
              <a:avLst/>
              <a:gdLst/>
              <a:ahLst/>
              <a:cxnLst/>
              <a:rect l="l" t="t" r="r" b="b"/>
              <a:pathLst>
                <a:path w="2727" h="3685" extrusionOk="0">
                  <a:moveTo>
                    <a:pt x="1875" y="1"/>
                  </a:moveTo>
                  <a:cubicBezTo>
                    <a:pt x="1789" y="10"/>
                    <a:pt x="1707" y="23"/>
                    <a:pt x="1625" y="39"/>
                  </a:cubicBezTo>
                  <a:lnTo>
                    <a:pt x="1625" y="42"/>
                  </a:lnTo>
                  <a:cubicBezTo>
                    <a:pt x="1606" y="105"/>
                    <a:pt x="1581" y="178"/>
                    <a:pt x="1553" y="244"/>
                  </a:cubicBezTo>
                  <a:cubicBezTo>
                    <a:pt x="1502" y="383"/>
                    <a:pt x="1439" y="525"/>
                    <a:pt x="1373" y="667"/>
                  </a:cubicBezTo>
                  <a:cubicBezTo>
                    <a:pt x="1307" y="808"/>
                    <a:pt x="1234" y="950"/>
                    <a:pt x="1158" y="1096"/>
                  </a:cubicBezTo>
                  <a:cubicBezTo>
                    <a:pt x="1013" y="1383"/>
                    <a:pt x="852" y="1673"/>
                    <a:pt x="685" y="1957"/>
                  </a:cubicBezTo>
                  <a:cubicBezTo>
                    <a:pt x="603" y="2099"/>
                    <a:pt x="521" y="2241"/>
                    <a:pt x="433" y="2383"/>
                  </a:cubicBezTo>
                  <a:lnTo>
                    <a:pt x="304" y="2594"/>
                  </a:lnTo>
                  <a:lnTo>
                    <a:pt x="174" y="2799"/>
                  </a:lnTo>
                  <a:lnTo>
                    <a:pt x="165" y="2805"/>
                  </a:lnTo>
                  <a:cubicBezTo>
                    <a:pt x="1" y="3077"/>
                    <a:pt x="80" y="3430"/>
                    <a:pt x="348" y="3594"/>
                  </a:cubicBezTo>
                  <a:cubicBezTo>
                    <a:pt x="442" y="3656"/>
                    <a:pt x="548" y="3685"/>
                    <a:pt x="653" y="3685"/>
                  </a:cubicBezTo>
                  <a:cubicBezTo>
                    <a:pt x="828" y="3685"/>
                    <a:pt x="1001" y="3603"/>
                    <a:pt x="1111" y="3455"/>
                  </a:cubicBezTo>
                  <a:lnTo>
                    <a:pt x="1190" y="3348"/>
                  </a:lnTo>
                  <a:lnTo>
                    <a:pt x="1266" y="3241"/>
                  </a:lnTo>
                  <a:lnTo>
                    <a:pt x="1417" y="3029"/>
                  </a:lnTo>
                  <a:cubicBezTo>
                    <a:pt x="1518" y="2887"/>
                    <a:pt x="1613" y="2745"/>
                    <a:pt x="1711" y="2604"/>
                  </a:cubicBezTo>
                  <a:cubicBezTo>
                    <a:pt x="1906" y="2313"/>
                    <a:pt x="2095" y="2023"/>
                    <a:pt x="2275" y="1723"/>
                  </a:cubicBezTo>
                  <a:cubicBezTo>
                    <a:pt x="2367" y="1572"/>
                    <a:pt x="2458" y="1421"/>
                    <a:pt x="2543" y="1263"/>
                  </a:cubicBezTo>
                  <a:cubicBezTo>
                    <a:pt x="2606" y="1152"/>
                    <a:pt x="2666" y="1036"/>
                    <a:pt x="2726" y="919"/>
                  </a:cubicBezTo>
                  <a:lnTo>
                    <a:pt x="1875" y="1"/>
                  </a:lnTo>
                  <a:close/>
                </a:path>
              </a:pathLst>
            </a:custGeom>
            <a:solidFill>
              <a:srgbClr val="E79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45"/>
            <p:cNvSpPr/>
            <p:nvPr/>
          </p:nvSpPr>
          <p:spPr>
            <a:xfrm>
              <a:off x="6630410" y="3727881"/>
              <a:ext cx="76961" cy="37107"/>
            </a:xfrm>
            <a:custGeom>
              <a:avLst/>
              <a:gdLst/>
              <a:ahLst/>
              <a:cxnLst/>
              <a:rect l="l" t="t" r="r" b="b"/>
              <a:pathLst>
                <a:path w="1354" h="645" extrusionOk="0">
                  <a:moveTo>
                    <a:pt x="461" y="1"/>
                  </a:moveTo>
                  <a:cubicBezTo>
                    <a:pt x="373" y="1"/>
                    <a:pt x="280" y="12"/>
                    <a:pt x="183" y="39"/>
                  </a:cubicBezTo>
                  <a:cubicBezTo>
                    <a:pt x="177" y="39"/>
                    <a:pt x="57" y="92"/>
                    <a:pt x="0" y="307"/>
                  </a:cubicBezTo>
                  <a:cubicBezTo>
                    <a:pt x="0" y="307"/>
                    <a:pt x="145" y="222"/>
                    <a:pt x="364" y="222"/>
                  </a:cubicBezTo>
                  <a:cubicBezTo>
                    <a:pt x="584" y="222"/>
                    <a:pt x="879" y="307"/>
                    <a:pt x="1180" y="644"/>
                  </a:cubicBezTo>
                  <a:cubicBezTo>
                    <a:pt x="1180" y="644"/>
                    <a:pt x="1303" y="540"/>
                    <a:pt x="1354" y="398"/>
                  </a:cubicBezTo>
                  <a:cubicBezTo>
                    <a:pt x="1354" y="398"/>
                    <a:pt x="986" y="1"/>
                    <a:pt x="461" y="1"/>
                  </a:cubicBezTo>
                  <a:close/>
                </a:path>
              </a:pathLst>
            </a:custGeom>
            <a:solidFill>
              <a:srgbClr val="0116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45"/>
            <p:cNvSpPr/>
            <p:nvPr/>
          </p:nvSpPr>
          <p:spPr>
            <a:xfrm>
              <a:off x="6709133" y="3592225"/>
              <a:ext cx="31603" cy="6156"/>
            </a:xfrm>
            <a:custGeom>
              <a:avLst/>
              <a:gdLst/>
              <a:ahLst/>
              <a:cxnLst/>
              <a:rect l="l" t="t" r="r" b="b"/>
              <a:pathLst>
                <a:path w="556" h="107" extrusionOk="0">
                  <a:moveTo>
                    <a:pt x="281" y="0"/>
                  </a:moveTo>
                  <a:cubicBezTo>
                    <a:pt x="196" y="0"/>
                    <a:pt x="104" y="7"/>
                    <a:pt x="32" y="31"/>
                  </a:cubicBezTo>
                  <a:cubicBezTo>
                    <a:pt x="13" y="40"/>
                    <a:pt x="0" y="59"/>
                    <a:pt x="3" y="84"/>
                  </a:cubicBezTo>
                  <a:cubicBezTo>
                    <a:pt x="16" y="94"/>
                    <a:pt x="32" y="106"/>
                    <a:pt x="48" y="106"/>
                  </a:cubicBezTo>
                  <a:lnTo>
                    <a:pt x="60" y="106"/>
                  </a:lnTo>
                  <a:cubicBezTo>
                    <a:pt x="125" y="86"/>
                    <a:pt x="209" y="80"/>
                    <a:pt x="287" y="80"/>
                  </a:cubicBezTo>
                  <a:cubicBezTo>
                    <a:pt x="403" y="80"/>
                    <a:pt x="506" y="94"/>
                    <a:pt x="508" y="94"/>
                  </a:cubicBezTo>
                  <a:cubicBezTo>
                    <a:pt x="512" y="95"/>
                    <a:pt x="516" y="95"/>
                    <a:pt x="519" y="95"/>
                  </a:cubicBezTo>
                  <a:cubicBezTo>
                    <a:pt x="539" y="95"/>
                    <a:pt x="552" y="80"/>
                    <a:pt x="552" y="59"/>
                  </a:cubicBezTo>
                  <a:cubicBezTo>
                    <a:pt x="556" y="37"/>
                    <a:pt x="540" y="15"/>
                    <a:pt x="518" y="15"/>
                  </a:cubicBezTo>
                  <a:cubicBezTo>
                    <a:pt x="510" y="15"/>
                    <a:pt x="404" y="0"/>
                    <a:pt x="281" y="0"/>
                  </a:cubicBezTo>
                  <a:close/>
                </a:path>
              </a:pathLst>
            </a:custGeom>
            <a:solidFill>
              <a:srgbClr val="C569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45"/>
            <p:cNvSpPr/>
            <p:nvPr/>
          </p:nvSpPr>
          <p:spPr>
            <a:xfrm>
              <a:off x="6710384" y="3581179"/>
              <a:ext cx="29443" cy="15648"/>
            </a:xfrm>
            <a:custGeom>
              <a:avLst/>
              <a:gdLst/>
              <a:ahLst/>
              <a:cxnLst/>
              <a:rect l="l" t="t" r="r" b="b"/>
              <a:pathLst>
                <a:path w="518" h="272" extrusionOk="0">
                  <a:moveTo>
                    <a:pt x="473" y="0"/>
                  </a:moveTo>
                  <a:cubicBezTo>
                    <a:pt x="470" y="0"/>
                    <a:pt x="467" y="1"/>
                    <a:pt x="464" y="2"/>
                  </a:cubicBezTo>
                  <a:cubicBezTo>
                    <a:pt x="451" y="5"/>
                    <a:pt x="164" y="77"/>
                    <a:pt x="22" y="200"/>
                  </a:cubicBezTo>
                  <a:cubicBezTo>
                    <a:pt x="7" y="216"/>
                    <a:pt x="0" y="238"/>
                    <a:pt x="16" y="254"/>
                  </a:cubicBezTo>
                  <a:cubicBezTo>
                    <a:pt x="23" y="265"/>
                    <a:pt x="33" y="271"/>
                    <a:pt x="45" y="271"/>
                  </a:cubicBezTo>
                  <a:cubicBezTo>
                    <a:pt x="50" y="271"/>
                    <a:pt x="55" y="270"/>
                    <a:pt x="60" y="267"/>
                  </a:cubicBezTo>
                  <a:cubicBezTo>
                    <a:pt x="63" y="267"/>
                    <a:pt x="70" y="264"/>
                    <a:pt x="73" y="260"/>
                  </a:cubicBezTo>
                  <a:cubicBezTo>
                    <a:pt x="202" y="150"/>
                    <a:pt x="483" y="77"/>
                    <a:pt x="483" y="77"/>
                  </a:cubicBezTo>
                  <a:cubicBezTo>
                    <a:pt x="502" y="74"/>
                    <a:pt x="518" y="49"/>
                    <a:pt x="511" y="30"/>
                  </a:cubicBezTo>
                  <a:cubicBezTo>
                    <a:pt x="506" y="14"/>
                    <a:pt x="489" y="0"/>
                    <a:pt x="473" y="0"/>
                  </a:cubicBezTo>
                  <a:close/>
                </a:path>
              </a:pathLst>
            </a:custGeom>
            <a:solidFill>
              <a:srgbClr val="C569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45"/>
            <p:cNvSpPr/>
            <p:nvPr/>
          </p:nvSpPr>
          <p:spPr>
            <a:xfrm>
              <a:off x="6582380" y="3741055"/>
              <a:ext cx="109929" cy="93314"/>
            </a:xfrm>
            <a:custGeom>
              <a:avLst/>
              <a:gdLst/>
              <a:ahLst/>
              <a:cxnLst/>
              <a:rect l="l" t="t" r="r" b="b"/>
              <a:pathLst>
                <a:path w="1934" h="1622" extrusionOk="0">
                  <a:moveTo>
                    <a:pt x="1101" y="0"/>
                  </a:moveTo>
                  <a:cubicBezTo>
                    <a:pt x="1039" y="0"/>
                    <a:pt x="978" y="12"/>
                    <a:pt x="924" y="43"/>
                  </a:cubicBezTo>
                  <a:cubicBezTo>
                    <a:pt x="467" y="302"/>
                    <a:pt x="107" y="333"/>
                    <a:pt x="28" y="532"/>
                  </a:cubicBezTo>
                  <a:cubicBezTo>
                    <a:pt x="0" y="606"/>
                    <a:pt x="113" y="625"/>
                    <a:pt x="236" y="625"/>
                  </a:cubicBezTo>
                  <a:cubicBezTo>
                    <a:pt x="364" y="625"/>
                    <a:pt x="501" y="605"/>
                    <a:pt x="501" y="605"/>
                  </a:cubicBezTo>
                  <a:lnTo>
                    <a:pt x="501" y="605"/>
                  </a:lnTo>
                  <a:cubicBezTo>
                    <a:pt x="501" y="605"/>
                    <a:pt x="104" y="971"/>
                    <a:pt x="325" y="1217"/>
                  </a:cubicBezTo>
                  <a:cubicBezTo>
                    <a:pt x="456" y="1364"/>
                    <a:pt x="951" y="1621"/>
                    <a:pt x="1326" y="1621"/>
                  </a:cubicBezTo>
                  <a:cubicBezTo>
                    <a:pt x="1456" y="1621"/>
                    <a:pt x="1572" y="1590"/>
                    <a:pt x="1653" y="1513"/>
                  </a:cubicBezTo>
                  <a:cubicBezTo>
                    <a:pt x="1934" y="1245"/>
                    <a:pt x="1896" y="627"/>
                    <a:pt x="1896" y="627"/>
                  </a:cubicBezTo>
                  <a:cubicBezTo>
                    <a:pt x="1817" y="210"/>
                    <a:pt x="1492" y="68"/>
                    <a:pt x="1271" y="24"/>
                  </a:cubicBezTo>
                  <a:cubicBezTo>
                    <a:pt x="1217" y="10"/>
                    <a:pt x="1158" y="0"/>
                    <a:pt x="1101" y="0"/>
                  </a:cubicBezTo>
                  <a:close/>
                </a:path>
              </a:pathLst>
            </a:custGeom>
            <a:solidFill>
              <a:srgbClr val="E79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45"/>
            <p:cNvSpPr/>
            <p:nvPr/>
          </p:nvSpPr>
          <p:spPr>
            <a:xfrm>
              <a:off x="6648144" y="3792142"/>
              <a:ext cx="17791" cy="30376"/>
            </a:xfrm>
            <a:custGeom>
              <a:avLst/>
              <a:gdLst/>
              <a:ahLst/>
              <a:cxnLst/>
              <a:rect l="l" t="t" r="r" b="b"/>
              <a:pathLst>
                <a:path w="313" h="528" extrusionOk="0">
                  <a:moveTo>
                    <a:pt x="272" y="0"/>
                  </a:moveTo>
                  <a:cubicBezTo>
                    <a:pt x="259" y="0"/>
                    <a:pt x="250" y="4"/>
                    <a:pt x="240" y="10"/>
                  </a:cubicBezTo>
                  <a:cubicBezTo>
                    <a:pt x="234" y="23"/>
                    <a:pt x="35" y="269"/>
                    <a:pt x="4" y="483"/>
                  </a:cubicBezTo>
                  <a:cubicBezTo>
                    <a:pt x="1" y="505"/>
                    <a:pt x="16" y="524"/>
                    <a:pt x="35" y="527"/>
                  </a:cubicBezTo>
                  <a:cubicBezTo>
                    <a:pt x="37" y="528"/>
                    <a:pt x="39" y="528"/>
                    <a:pt x="40" y="528"/>
                  </a:cubicBezTo>
                  <a:cubicBezTo>
                    <a:pt x="58" y="528"/>
                    <a:pt x="77" y="513"/>
                    <a:pt x="80" y="496"/>
                  </a:cubicBezTo>
                  <a:cubicBezTo>
                    <a:pt x="105" y="300"/>
                    <a:pt x="297" y="64"/>
                    <a:pt x="300" y="57"/>
                  </a:cubicBezTo>
                  <a:cubicBezTo>
                    <a:pt x="313" y="42"/>
                    <a:pt x="313" y="19"/>
                    <a:pt x="297" y="7"/>
                  </a:cubicBezTo>
                  <a:cubicBezTo>
                    <a:pt x="288" y="4"/>
                    <a:pt x="281" y="4"/>
                    <a:pt x="272" y="0"/>
                  </a:cubicBezTo>
                  <a:close/>
                </a:path>
              </a:pathLst>
            </a:custGeom>
            <a:solidFill>
              <a:srgbClr val="C569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45"/>
            <p:cNvSpPr/>
            <p:nvPr/>
          </p:nvSpPr>
          <p:spPr>
            <a:xfrm>
              <a:off x="6632172" y="3781441"/>
              <a:ext cx="17279" cy="33482"/>
            </a:xfrm>
            <a:custGeom>
              <a:avLst/>
              <a:gdLst/>
              <a:ahLst/>
              <a:cxnLst/>
              <a:rect l="l" t="t" r="r" b="b"/>
              <a:pathLst>
                <a:path w="304" h="582" extrusionOk="0">
                  <a:moveTo>
                    <a:pt x="272" y="0"/>
                  </a:moveTo>
                  <a:cubicBezTo>
                    <a:pt x="263" y="0"/>
                    <a:pt x="250" y="4"/>
                    <a:pt x="241" y="13"/>
                  </a:cubicBezTo>
                  <a:cubicBezTo>
                    <a:pt x="234" y="19"/>
                    <a:pt x="45" y="228"/>
                    <a:pt x="4" y="540"/>
                  </a:cubicBezTo>
                  <a:cubicBezTo>
                    <a:pt x="1" y="559"/>
                    <a:pt x="17" y="581"/>
                    <a:pt x="36" y="581"/>
                  </a:cubicBezTo>
                  <a:cubicBezTo>
                    <a:pt x="38" y="581"/>
                    <a:pt x="39" y="581"/>
                    <a:pt x="41" y="581"/>
                  </a:cubicBezTo>
                  <a:cubicBezTo>
                    <a:pt x="61" y="581"/>
                    <a:pt x="77" y="567"/>
                    <a:pt x="77" y="549"/>
                  </a:cubicBezTo>
                  <a:cubicBezTo>
                    <a:pt x="111" y="259"/>
                    <a:pt x="294" y="63"/>
                    <a:pt x="294" y="60"/>
                  </a:cubicBezTo>
                  <a:cubicBezTo>
                    <a:pt x="304" y="41"/>
                    <a:pt x="304" y="19"/>
                    <a:pt x="294" y="7"/>
                  </a:cubicBezTo>
                  <a:cubicBezTo>
                    <a:pt x="288" y="4"/>
                    <a:pt x="282" y="4"/>
                    <a:pt x="272" y="0"/>
                  </a:cubicBezTo>
                  <a:close/>
                </a:path>
              </a:pathLst>
            </a:custGeom>
            <a:solidFill>
              <a:srgbClr val="C569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45"/>
            <p:cNvSpPr/>
            <p:nvPr/>
          </p:nvSpPr>
          <p:spPr>
            <a:xfrm>
              <a:off x="6614608" y="3775976"/>
              <a:ext cx="16370" cy="30663"/>
            </a:xfrm>
            <a:custGeom>
              <a:avLst/>
              <a:gdLst/>
              <a:ahLst/>
              <a:cxnLst/>
              <a:rect l="l" t="t" r="r" b="b"/>
              <a:pathLst>
                <a:path w="288" h="533" extrusionOk="0">
                  <a:moveTo>
                    <a:pt x="250" y="1"/>
                  </a:moveTo>
                  <a:cubicBezTo>
                    <a:pt x="237" y="1"/>
                    <a:pt x="228" y="4"/>
                    <a:pt x="218" y="13"/>
                  </a:cubicBezTo>
                  <a:cubicBezTo>
                    <a:pt x="212" y="20"/>
                    <a:pt x="45" y="203"/>
                    <a:pt x="7" y="493"/>
                  </a:cubicBezTo>
                  <a:cubicBezTo>
                    <a:pt x="1" y="512"/>
                    <a:pt x="20" y="531"/>
                    <a:pt x="39" y="531"/>
                  </a:cubicBezTo>
                  <a:cubicBezTo>
                    <a:pt x="41" y="532"/>
                    <a:pt x="44" y="532"/>
                    <a:pt x="47" y="532"/>
                  </a:cubicBezTo>
                  <a:cubicBezTo>
                    <a:pt x="63" y="532"/>
                    <a:pt x="76" y="518"/>
                    <a:pt x="76" y="499"/>
                  </a:cubicBezTo>
                  <a:cubicBezTo>
                    <a:pt x="114" y="231"/>
                    <a:pt x="266" y="64"/>
                    <a:pt x="272" y="58"/>
                  </a:cubicBezTo>
                  <a:cubicBezTo>
                    <a:pt x="288" y="42"/>
                    <a:pt x="282" y="20"/>
                    <a:pt x="272" y="7"/>
                  </a:cubicBezTo>
                  <a:cubicBezTo>
                    <a:pt x="266" y="7"/>
                    <a:pt x="259" y="4"/>
                    <a:pt x="250" y="1"/>
                  </a:cubicBezTo>
                  <a:close/>
                </a:path>
              </a:pathLst>
            </a:custGeom>
            <a:solidFill>
              <a:srgbClr val="C569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45"/>
            <p:cNvSpPr/>
            <p:nvPr/>
          </p:nvSpPr>
          <p:spPr>
            <a:xfrm>
              <a:off x="6638993" y="3760385"/>
              <a:ext cx="27170" cy="22034"/>
            </a:xfrm>
            <a:custGeom>
              <a:avLst/>
              <a:gdLst/>
              <a:ahLst/>
              <a:cxnLst/>
              <a:rect l="l" t="t" r="r" b="b"/>
              <a:pathLst>
                <a:path w="478" h="383" extrusionOk="0">
                  <a:moveTo>
                    <a:pt x="442" y="0"/>
                  </a:moveTo>
                  <a:cubicBezTo>
                    <a:pt x="427" y="0"/>
                    <a:pt x="411" y="7"/>
                    <a:pt x="401" y="19"/>
                  </a:cubicBezTo>
                  <a:cubicBezTo>
                    <a:pt x="294" y="246"/>
                    <a:pt x="35" y="310"/>
                    <a:pt x="32" y="310"/>
                  </a:cubicBezTo>
                  <a:cubicBezTo>
                    <a:pt x="10" y="316"/>
                    <a:pt x="1" y="335"/>
                    <a:pt x="4" y="354"/>
                  </a:cubicBezTo>
                  <a:cubicBezTo>
                    <a:pt x="7" y="371"/>
                    <a:pt x="22" y="383"/>
                    <a:pt x="41" y="383"/>
                  </a:cubicBezTo>
                  <a:cubicBezTo>
                    <a:pt x="44" y="383"/>
                    <a:pt x="46" y="382"/>
                    <a:pt x="48" y="382"/>
                  </a:cubicBezTo>
                  <a:cubicBezTo>
                    <a:pt x="58" y="379"/>
                    <a:pt x="348" y="310"/>
                    <a:pt x="468" y="48"/>
                  </a:cubicBezTo>
                  <a:cubicBezTo>
                    <a:pt x="477" y="26"/>
                    <a:pt x="468" y="7"/>
                    <a:pt x="449" y="0"/>
                  </a:cubicBezTo>
                  <a:close/>
                </a:path>
              </a:pathLst>
            </a:custGeom>
            <a:solidFill>
              <a:srgbClr val="C569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45"/>
            <p:cNvSpPr/>
            <p:nvPr/>
          </p:nvSpPr>
          <p:spPr>
            <a:xfrm>
              <a:off x="6612676" y="3775803"/>
              <a:ext cx="66389" cy="27614"/>
            </a:xfrm>
            <a:custGeom>
              <a:avLst/>
              <a:gdLst/>
              <a:ahLst/>
              <a:cxnLst/>
              <a:rect l="l" t="t" r="r" b="b"/>
              <a:pathLst>
                <a:path w="1168" h="480" extrusionOk="0">
                  <a:moveTo>
                    <a:pt x="234" y="0"/>
                  </a:moveTo>
                  <a:cubicBezTo>
                    <a:pt x="169" y="0"/>
                    <a:pt x="101" y="7"/>
                    <a:pt x="32" y="19"/>
                  </a:cubicBezTo>
                  <a:cubicBezTo>
                    <a:pt x="13" y="23"/>
                    <a:pt x="0" y="42"/>
                    <a:pt x="6" y="64"/>
                  </a:cubicBezTo>
                  <a:cubicBezTo>
                    <a:pt x="9" y="79"/>
                    <a:pt x="22" y="91"/>
                    <a:pt x="37" y="91"/>
                  </a:cubicBezTo>
                  <a:cubicBezTo>
                    <a:pt x="41" y="91"/>
                    <a:pt x="44" y="90"/>
                    <a:pt x="47" y="89"/>
                  </a:cubicBezTo>
                  <a:cubicBezTo>
                    <a:pt x="105" y="78"/>
                    <a:pt x="162" y="73"/>
                    <a:pt x="217" y="73"/>
                  </a:cubicBezTo>
                  <a:cubicBezTo>
                    <a:pt x="706" y="73"/>
                    <a:pt x="1098" y="465"/>
                    <a:pt x="1101" y="467"/>
                  </a:cubicBezTo>
                  <a:cubicBezTo>
                    <a:pt x="1109" y="475"/>
                    <a:pt x="1118" y="479"/>
                    <a:pt x="1126" y="479"/>
                  </a:cubicBezTo>
                  <a:cubicBezTo>
                    <a:pt x="1135" y="479"/>
                    <a:pt x="1144" y="475"/>
                    <a:pt x="1152" y="467"/>
                  </a:cubicBezTo>
                  <a:cubicBezTo>
                    <a:pt x="1167" y="452"/>
                    <a:pt x="1167" y="433"/>
                    <a:pt x="1152" y="417"/>
                  </a:cubicBezTo>
                  <a:cubicBezTo>
                    <a:pt x="1136" y="401"/>
                    <a:pt x="798" y="57"/>
                    <a:pt x="338" y="7"/>
                  </a:cubicBezTo>
                  <a:cubicBezTo>
                    <a:pt x="304" y="2"/>
                    <a:pt x="269" y="0"/>
                    <a:pt x="234" y="0"/>
                  </a:cubicBezTo>
                  <a:close/>
                </a:path>
              </a:pathLst>
            </a:custGeom>
            <a:solidFill>
              <a:srgbClr val="C569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45"/>
            <p:cNvSpPr/>
            <p:nvPr/>
          </p:nvSpPr>
          <p:spPr>
            <a:xfrm>
              <a:off x="6945303" y="3299973"/>
              <a:ext cx="116920" cy="79506"/>
            </a:xfrm>
            <a:custGeom>
              <a:avLst/>
              <a:gdLst/>
              <a:ahLst/>
              <a:cxnLst/>
              <a:rect l="l" t="t" r="r" b="b"/>
              <a:pathLst>
                <a:path w="2057" h="1382" extrusionOk="0">
                  <a:moveTo>
                    <a:pt x="823" y="1"/>
                  </a:moveTo>
                  <a:cubicBezTo>
                    <a:pt x="402" y="1"/>
                    <a:pt x="0" y="230"/>
                    <a:pt x="0" y="230"/>
                  </a:cubicBezTo>
                  <a:lnTo>
                    <a:pt x="653" y="1382"/>
                  </a:lnTo>
                  <a:lnTo>
                    <a:pt x="2057" y="1113"/>
                  </a:lnTo>
                  <a:cubicBezTo>
                    <a:pt x="2057" y="1113"/>
                    <a:pt x="1700" y="293"/>
                    <a:pt x="1183" y="69"/>
                  </a:cubicBezTo>
                  <a:cubicBezTo>
                    <a:pt x="1068" y="20"/>
                    <a:pt x="945" y="1"/>
                    <a:pt x="823" y="1"/>
                  </a:cubicBezTo>
                  <a:close/>
                </a:path>
              </a:pathLst>
            </a:custGeom>
            <a:solidFill>
              <a:srgbClr val="0116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45"/>
            <p:cNvSpPr/>
            <p:nvPr/>
          </p:nvSpPr>
          <p:spPr>
            <a:xfrm>
              <a:off x="7031189" y="3397083"/>
              <a:ext cx="116408" cy="131053"/>
            </a:xfrm>
            <a:custGeom>
              <a:avLst/>
              <a:gdLst/>
              <a:ahLst/>
              <a:cxnLst/>
              <a:rect l="l" t="t" r="r" b="b"/>
              <a:pathLst>
                <a:path w="2048" h="2278" extrusionOk="0">
                  <a:moveTo>
                    <a:pt x="929" y="0"/>
                  </a:moveTo>
                  <a:cubicBezTo>
                    <a:pt x="469" y="0"/>
                    <a:pt x="0" y="536"/>
                    <a:pt x="0" y="536"/>
                  </a:cubicBezTo>
                  <a:lnTo>
                    <a:pt x="650" y="1687"/>
                  </a:lnTo>
                  <a:lnTo>
                    <a:pt x="1571" y="2277"/>
                  </a:lnTo>
                  <a:cubicBezTo>
                    <a:pt x="1571" y="2277"/>
                    <a:pt x="2048" y="1467"/>
                    <a:pt x="1492" y="407"/>
                  </a:cubicBezTo>
                  <a:cubicBezTo>
                    <a:pt x="1334" y="105"/>
                    <a:pt x="1132" y="0"/>
                    <a:pt x="929" y="0"/>
                  </a:cubicBezTo>
                  <a:close/>
                </a:path>
              </a:pathLst>
            </a:custGeom>
            <a:solidFill>
              <a:srgbClr val="0116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45"/>
            <p:cNvSpPr/>
            <p:nvPr/>
          </p:nvSpPr>
          <p:spPr>
            <a:xfrm>
              <a:off x="6868910" y="3296463"/>
              <a:ext cx="289600" cy="413871"/>
            </a:xfrm>
            <a:custGeom>
              <a:avLst/>
              <a:gdLst/>
              <a:ahLst/>
              <a:cxnLst/>
              <a:rect l="l" t="t" r="r" b="b"/>
              <a:pathLst>
                <a:path w="5095" h="7194" extrusionOk="0">
                  <a:moveTo>
                    <a:pt x="1229" y="0"/>
                  </a:moveTo>
                  <a:cubicBezTo>
                    <a:pt x="482" y="0"/>
                    <a:pt x="0" y="405"/>
                    <a:pt x="0" y="405"/>
                  </a:cubicBezTo>
                  <a:lnTo>
                    <a:pt x="1227" y="7030"/>
                  </a:lnTo>
                  <a:cubicBezTo>
                    <a:pt x="1227" y="7030"/>
                    <a:pt x="1684" y="7193"/>
                    <a:pt x="2268" y="7193"/>
                  </a:cubicBezTo>
                  <a:cubicBezTo>
                    <a:pt x="2753" y="7193"/>
                    <a:pt x="3326" y="7081"/>
                    <a:pt x="3798" y="6667"/>
                  </a:cubicBezTo>
                  <a:cubicBezTo>
                    <a:pt x="4839" y="5755"/>
                    <a:pt x="5095" y="2960"/>
                    <a:pt x="3294" y="1055"/>
                  </a:cubicBezTo>
                  <a:cubicBezTo>
                    <a:pt x="2516" y="233"/>
                    <a:pt x="1796" y="0"/>
                    <a:pt x="1229" y="0"/>
                  </a:cubicBezTo>
                  <a:close/>
                </a:path>
              </a:pathLst>
            </a:custGeom>
            <a:solidFill>
              <a:srgbClr val="0116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45"/>
            <p:cNvSpPr/>
            <p:nvPr/>
          </p:nvSpPr>
          <p:spPr>
            <a:xfrm>
              <a:off x="6708053" y="3313204"/>
              <a:ext cx="329274" cy="463059"/>
            </a:xfrm>
            <a:custGeom>
              <a:avLst/>
              <a:gdLst/>
              <a:ahLst/>
              <a:cxnLst/>
              <a:rect l="l" t="t" r="r" b="b"/>
              <a:pathLst>
                <a:path w="5793" h="8049" extrusionOk="0">
                  <a:moveTo>
                    <a:pt x="3313" y="0"/>
                  </a:moveTo>
                  <a:lnTo>
                    <a:pt x="1792" y="221"/>
                  </a:lnTo>
                  <a:cubicBezTo>
                    <a:pt x="1792" y="221"/>
                    <a:pt x="1045" y="521"/>
                    <a:pt x="521" y="1145"/>
                  </a:cubicBezTo>
                  <a:cubicBezTo>
                    <a:pt x="0" y="1767"/>
                    <a:pt x="593" y="2789"/>
                    <a:pt x="761" y="3675"/>
                  </a:cubicBezTo>
                  <a:cubicBezTo>
                    <a:pt x="776" y="3757"/>
                    <a:pt x="792" y="3865"/>
                    <a:pt x="808" y="3981"/>
                  </a:cubicBezTo>
                  <a:cubicBezTo>
                    <a:pt x="811" y="4022"/>
                    <a:pt x="821" y="4067"/>
                    <a:pt x="824" y="4114"/>
                  </a:cubicBezTo>
                  <a:cubicBezTo>
                    <a:pt x="871" y="4486"/>
                    <a:pt x="922" y="4981"/>
                    <a:pt x="994" y="5489"/>
                  </a:cubicBezTo>
                  <a:cubicBezTo>
                    <a:pt x="1000" y="5537"/>
                    <a:pt x="1004" y="5581"/>
                    <a:pt x="1013" y="5628"/>
                  </a:cubicBezTo>
                  <a:cubicBezTo>
                    <a:pt x="1171" y="6723"/>
                    <a:pt x="824" y="6736"/>
                    <a:pt x="887" y="7095"/>
                  </a:cubicBezTo>
                  <a:cubicBezTo>
                    <a:pt x="1013" y="7806"/>
                    <a:pt x="2175" y="8049"/>
                    <a:pt x="3317" y="8049"/>
                  </a:cubicBezTo>
                  <a:cubicBezTo>
                    <a:pt x="4371" y="8049"/>
                    <a:pt x="5408" y="7842"/>
                    <a:pt x="5603" y="7606"/>
                  </a:cubicBezTo>
                  <a:cubicBezTo>
                    <a:pt x="5792" y="7373"/>
                    <a:pt x="5682" y="5146"/>
                    <a:pt x="5445" y="3745"/>
                  </a:cubicBezTo>
                  <a:cubicBezTo>
                    <a:pt x="5436" y="3698"/>
                    <a:pt x="5430" y="3650"/>
                    <a:pt x="5420" y="3606"/>
                  </a:cubicBezTo>
                  <a:cubicBezTo>
                    <a:pt x="5357" y="3231"/>
                    <a:pt x="5310" y="2915"/>
                    <a:pt x="5294" y="2732"/>
                  </a:cubicBezTo>
                  <a:cubicBezTo>
                    <a:pt x="5237" y="1880"/>
                    <a:pt x="5064" y="978"/>
                    <a:pt x="4909" y="593"/>
                  </a:cubicBezTo>
                  <a:cubicBezTo>
                    <a:pt x="4755" y="212"/>
                    <a:pt x="3313" y="0"/>
                    <a:pt x="3313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45"/>
            <p:cNvSpPr/>
            <p:nvPr/>
          </p:nvSpPr>
          <p:spPr>
            <a:xfrm>
              <a:off x="6777455" y="3582560"/>
              <a:ext cx="200134" cy="128522"/>
            </a:xfrm>
            <a:custGeom>
              <a:avLst/>
              <a:gdLst/>
              <a:ahLst/>
              <a:cxnLst/>
              <a:rect l="l" t="t" r="r" b="b"/>
              <a:pathLst>
                <a:path w="3521" h="2234" extrusionOk="0">
                  <a:moveTo>
                    <a:pt x="56" y="0"/>
                  </a:moveTo>
                  <a:cubicBezTo>
                    <a:pt x="48" y="0"/>
                    <a:pt x="39" y="2"/>
                    <a:pt x="32" y="6"/>
                  </a:cubicBezTo>
                  <a:cubicBezTo>
                    <a:pt x="10" y="19"/>
                    <a:pt x="0" y="50"/>
                    <a:pt x="13" y="72"/>
                  </a:cubicBezTo>
                  <a:cubicBezTo>
                    <a:pt x="16" y="79"/>
                    <a:pt x="366" y="719"/>
                    <a:pt x="966" y="1296"/>
                  </a:cubicBezTo>
                  <a:cubicBezTo>
                    <a:pt x="1593" y="1902"/>
                    <a:pt x="2268" y="2218"/>
                    <a:pt x="2937" y="2233"/>
                  </a:cubicBezTo>
                  <a:cubicBezTo>
                    <a:pt x="2950" y="2234"/>
                    <a:pt x="2964" y="2234"/>
                    <a:pt x="2977" y="2234"/>
                  </a:cubicBezTo>
                  <a:cubicBezTo>
                    <a:pt x="3146" y="2234"/>
                    <a:pt x="3313" y="2215"/>
                    <a:pt x="3483" y="2180"/>
                  </a:cubicBezTo>
                  <a:cubicBezTo>
                    <a:pt x="3505" y="2170"/>
                    <a:pt x="3521" y="2148"/>
                    <a:pt x="3518" y="2120"/>
                  </a:cubicBezTo>
                  <a:cubicBezTo>
                    <a:pt x="3512" y="2100"/>
                    <a:pt x="3490" y="2085"/>
                    <a:pt x="3465" y="2085"/>
                  </a:cubicBezTo>
                  <a:cubicBezTo>
                    <a:pt x="3463" y="2085"/>
                    <a:pt x="3460" y="2085"/>
                    <a:pt x="3458" y="2085"/>
                  </a:cubicBezTo>
                  <a:cubicBezTo>
                    <a:pt x="3298" y="2120"/>
                    <a:pt x="3142" y="2137"/>
                    <a:pt x="2991" y="2137"/>
                  </a:cubicBezTo>
                  <a:cubicBezTo>
                    <a:pt x="2173" y="2137"/>
                    <a:pt x="1491" y="1664"/>
                    <a:pt x="1038" y="1230"/>
                  </a:cubicBezTo>
                  <a:cubicBezTo>
                    <a:pt x="451" y="659"/>
                    <a:pt x="104" y="34"/>
                    <a:pt x="98" y="25"/>
                  </a:cubicBezTo>
                  <a:cubicBezTo>
                    <a:pt x="91" y="10"/>
                    <a:pt x="74" y="0"/>
                    <a:pt x="56" y="0"/>
                  </a:cubicBezTo>
                  <a:close/>
                </a:path>
              </a:pathLst>
            </a:custGeom>
            <a:solidFill>
              <a:srgbClr val="0116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45"/>
            <p:cNvSpPr/>
            <p:nvPr/>
          </p:nvSpPr>
          <p:spPr>
            <a:xfrm>
              <a:off x="6806500" y="3569155"/>
              <a:ext cx="106916" cy="56667"/>
            </a:xfrm>
            <a:custGeom>
              <a:avLst/>
              <a:gdLst/>
              <a:ahLst/>
              <a:cxnLst/>
              <a:rect l="l" t="t" r="r" b="b"/>
              <a:pathLst>
                <a:path w="1881" h="985" extrusionOk="0">
                  <a:moveTo>
                    <a:pt x="57" y="1"/>
                  </a:moveTo>
                  <a:cubicBezTo>
                    <a:pt x="44" y="1"/>
                    <a:pt x="32" y="6"/>
                    <a:pt x="22" y="15"/>
                  </a:cubicBezTo>
                  <a:cubicBezTo>
                    <a:pt x="0" y="34"/>
                    <a:pt x="0" y="66"/>
                    <a:pt x="22" y="85"/>
                  </a:cubicBezTo>
                  <a:cubicBezTo>
                    <a:pt x="57" y="122"/>
                    <a:pt x="940" y="984"/>
                    <a:pt x="1795" y="984"/>
                  </a:cubicBezTo>
                  <a:cubicBezTo>
                    <a:pt x="1806" y="984"/>
                    <a:pt x="1816" y="984"/>
                    <a:pt x="1827" y="984"/>
                  </a:cubicBezTo>
                  <a:lnTo>
                    <a:pt x="1839" y="984"/>
                  </a:lnTo>
                  <a:cubicBezTo>
                    <a:pt x="1858" y="977"/>
                    <a:pt x="1881" y="958"/>
                    <a:pt x="1881" y="936"/>
                  </a:cubicBezTo>
                  <a:cubicBezTo>
                    <a:pt x="1881" y="905"/>
                    <a:pt x="1855" y="886"/>
                    <a:pt x="1827" y="886"/>
                  </a:cubicBezTo>
                  <a:cubicBezTo>
                    <a:pt x="1818" y="886"/>
                    <a:pt x="1809" y="886"/>
                    <a:pt x="1801" y="886"/>
                  </a:cubicBezTo>
                  <a:cubicBezTo>
                    <a:pt x="988" y="886"/>
                    <a:pt x="101" y="21"/>
                    <a:pt x="92" y="15"/>
                  </a:cubicBezTo>
                  <a:cubicBezTo>
                    <a:pt x="82" y="6"/>
                    <a:pt x="70" y="1"/>
                    <a:pt x="57" y="1"/>
                  </a:cubicBezTo>
                  <a:close/>
                </a:path>
              </a:pathLst>
            </a:custGeom>
            <a:solidFill>
              <a:srgbClr val="0116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45"/>
            <p:cNvSpPr/>
            <p:nvPr/>
          </p:nvSpPr>
          <p:spPr>
            <a:xfrm>
              <a:off x="6803090" y="3322869"/>
              <a:ext cx="106916" cy="52352"/>
            </a:xfrm>
            <a:custGeom>
              <a:avLst/>
              <a:gdLst/>
              <a:ahLst/>
              <a:cxnLst/>
              <a:rect l="l" t="t" r="r" b="b"/>
              <a:pathLst>
                <a:path w="1881" h="910" extrusionOk="0">
                  <a:moveTo>
                    <a:pt x="1827" y="1"/>
                  </a:moveTo>
                  <a:cubicBezTo>
                    <a:pt x="1812" y="1"/>
                    <a:pt x="1796" y="9"/>
                    <a:pt x="1786" y="21"/>
                  </a:cubicBezTo>
                  <a:cubicBezTo>
                    <a:pt x="1783" y="28"/>
                    <a:pt x="1259" y="769"/>
                    <a:pt x="694" y="810"/>
                  </a:cubicBezTo>
                  <a:cubicBezTo>
                    <a:pt x="681" y="811"/>
                    <a:pt x="668" y="812"/>
                    <a:pt x="655" y="812"/>
                  </a:cubicBezTo>
                  <a:cubicBezTo>
                    <a:pt x="278" y="812"/>
                    <a:pt x="104" y="428"/>
                    <a:pt x="98" y="413"/>
                  </a:cubicBezTo>
                  <a:cubicBezTo>
                    <a:pt x="89" y="394"/>
                    <a:pt x="71" y="382"/>
                    <a:pt x="54" y="382"/>
                  </a:cubicBezTo>
                  <a:cubicBezTo>
                    <a:pt x="47" y="382"/>
                    <a:pt x="41" y="384"/>
                    <a:pt x="35" y="387"/>
                  </a:cubicBezTo>
                  <a:cubicBezTo>
                    <a:pt x="10" y="400"/>
                    <a:pt x="0" y="428"/>
                    <a:pt x="10" y="450"/>
                  </a:cubicBezTo>
                  <a:cubicBezTo>
                    <a:pt x="16" y="469"/>
                    <a:pt x="211" y="909"/>
                    <a:pt x="652" y="909"/>
                  </a:cubicBezTo>
                  <a:cubicBezTo>
                    <a:pt x="667" y="909"/>
                    <a:pt x="682" y="909"/>
                    <a:pt x="698" y="908"/>
                  </a:cubicBezTo>
                  <a:cubicBezTo>
                    <a:pt x="1313" y="870"/>
                    <a:pt x="1846" y="107"/>
                    <a:pt x="1865" y="75"/>
                  </a:cubicBezTo>
                  <a:cubicBezTo>
                    <a:pt x="1881" y="53"/>
                    <a:pt x="1871" y="25"/>
                    <a:pt x="1852" y="9"/>
                  </a:cubicBezTo>
                  <a:cubicBezTo>
                    <a:pt x="1844" y="3"/>
                    <a:pt x="1836" y="1"/>
                    <a:pt x="1827" y="1"/>
                  </a:cubicBezTo>
                  <a:close/>
                </a:path>
              </a:pathLst>
            </a:custGeom>
            <a:solidFill>
              <a:srgbClr val="0116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45"/>
            <p:cNvSpPr/>
            <p:nvPr/>
          </p:nvSpPr>
          <p:spPr>
            <a:xfrm>
              <a:off x="6721297" y="3417852"/>
              <a:ext cx="30750" cy="96650"/>
            </a:xfrm>
            <a:custGeom>
              <a:avLst/>
              <a:gdLst/>
              <a:ahLst/>
              <a:cxnLst/>
              <a:rect l="l" t="t" r="r" b="b"/>
              <a:pathLst>
                <a:path w="541" h="1680" extrusionOk="0">
                  <a:moveTo>
                    <a:pt x="42" y="1"/>
                  </a:moveTo>
                  <a:cubicBezTo>
                    <a:pt x="40" y="1"/>
                    <a:pt x="38" y="1"/>
                    <a:pt x="36" y="1"/>
                  </a:cubicBezTo>
                  <a:cubicBezTo>
                    <a:pt x="13" y="11"/>
                    <a:pt x="1" y="30"/>
                    <a:pt x="7" y="55"/>
                  </a:cubicBezTo>
                  <a:cubicBezTo>
                    <a:pt x="10" y="65"/>
                    <a:pt x="338" y="1169"/>
                    <a:pt x="455" y="1651"/>
                  </a:cubicBezTo>
                  <a:cubicBezTo>
                    <a:pt x="461" y="1667"/>
                    <a:pt x="477" y="1680"/>
                    <a:pt x="496" y="1680"/>
                  </a:cubicBezTo>
                  <a:lnTo>
                    <a:pt x="502" y="1680"/>
                  </a:lnTo>
                  <a:cubicBezTo>
                    <a:pt x="524" y="1673"/>
                    <a:pt x="540" y="1651"/>
                    <a:pt x="534" y="1632"/>
                  </a:cubicBezTo>
                  <a:cubicBezTo>
                    <a:pt x="417" y="1150"/>
                    <a:pt x="86" y="42"/>
                    <a:pt x="86" y="30"/>
                  </a:cubicBezTo>
                  <a:cubicBezTo>
                    <a:pt x="77" y="13"/>
                    <a:pt x="61" y="1"/>
                    <a:pt x="42" y="1"/>
                  </a:cubicBezTo>
                  <a:close/>
                </a:path>
              </a:pathLst>
            </a:custGeom>
            <a:solidFill>
              <a:srgbClr val="0116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45"/>
            <p:cNvSpPr/>
            <p:nvPr/>
          </p:nvSpPr>
          <p:spPr>
            <a:xfrm>
              <a:off x="6729766" y="3095684"/>
              <a:ext cx="189561" cy="120640"/>
            </a:xfrm>
            <a:custGeom>
              <a:avLst/>
              <a:gdLst/>
              <a:ahLst/>
              <a:cxnLst/>
              <a:rect l="l" t="t" r="r" b="b"/>
              <a:pathLst>
                <a:path w="3335" h="2097" extrusionOk="0">
                  <a:moveTo>
                    <a:pt x="2789" y="0"/>
                  </a:moveTo>
                  <a:cubicBezTo>
                    <a:pt x="2630" y="0"/>
                    <a:pt x="2593" y="166"/>
                    <a:pt x="2593" y="166"/>
                  </a:cubicBezTo>
                  <a:cubicBezTo>
                    <a:pt x="2593" y="166"/>
                    <a:pt x="2418" y="150"/>
                    <a:pt x="2176" y="150"/>
                  </a:cubicBezTo>
                  <a:cubicBezTo>
                    <a:pt x="1942" y="150"/>
                    <a:pt x="1645" y="165"/>
                    <a:pt x="1388" y="223"/>
                  </a:cubicBezTo>
                  <a:cubicBezTo>
                    <a:pt x="1295" y="245"/>
                    <a:pt x="1207" y="253"/>
                    <a:pt x="1125" y="253"/>
                  </a:cubicBezTo>
                  <a:cubicBezTo>
                    <a:pt x="856" y="253"/>
                    <a:pt x="642" y="164"/>
                    <a:pt x="464" y="164"/>
                  </a:cubicBezTo>
                  <a:cubicBezTo>
                    <a:pt x="390" y="164"/>
                    <a:pt x="322" y="179"/>
                    <a:pt x="259" y="223"/>
                  </a:cubicBezTo>
                  <a:cubicBezTo>
                    <a:pt x="0" y="406"/>
                    <a:pt x="382" y="664"/>
                    <a:pt x="382" y="664"/>
                  </a:cubicBezTo>
                  <a:cubicBezTo>
                    <a:pt x="382" y="664"/>
                    <a:pt x="293" y="619"/>
                    <a:pt x="211" y="619"/>
                  </a:cubicBezTo>
                  <a:cubicBezTo>
                    <a:pt x="148" y="619"/>
                    <a:pt x="89" y="647"/>
                    <a:pt x="79" y="743"/>
                  </a:cubicBezTo>
                  <a:cubicBezTo>
                    <a:pt x="60" y="964"/>
                    <a:pt x="511" y="1229"/>
                    <a:pt x="511" y="1229"/>
                  </a:cubicBezTo>
                  <a:lnTo>
                    <a:pt x="2984" y="2097"/>
                  </a:lnTo>
                  <a:cubicBezTo>
                    <a:pt x="2984" y="2097"/>
                    <a:pt x="3335" y="1475"/>
                    <a:pt x="3297" y="1090"/>
                  </a:cubicBezTo>
                  <a:cubicBezTo>
                    <a:pt x="3256" y="708"/>
                    <a:pt x="2953" y="548"/>
                    <a:pt x="2953" y="548"/>
                  </a:cubicBezTo>
                  <a:cubicBezTo>
                    <a:pt x="2953" y="548"/>
                    <a:pt x="3155" y="346"/>
                    <a:pt x="3095" y="223"/>
                  </a:cubicBezTo>
                  <a:cubicBezTo>
                    <a:pt x="3080" y="193"/>
                    <a:pt x="3055" y="181"/>
                    <a:pt x="3026" y="181"/>
                  </a:cubicBezTo>
                  <a:cubicBezTo>
                    <a:pt x="2938" y="181"/>
                    <a:pt x="2814" y="283"/>
                    <a:pt x="2814" y="283"/>
                  </a:cubicBezTo>
                  <a:cubicBezTo>
                    <a:pt x="2814" y="283"/>
                    <a:pt x="2997" y="24"/>
                    <a:pt x="2814" y="2"/>
                  </a:cubicBezTo>
                  <a:cubicBezTo>
                    <a:pt x="2805" y="1"/>
                    <a:pt x="2797" y="0"/>
                    <a:pt x="2789" y="0"/>
                  </a:cubicBezTo>
                  <a:close/>
                </a:path>
              </a:pathLst>
            </a:custGeom>
            <a:solidFill>
              <a:srgbClr val="0116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45"/>
            <p:cNvSpPr/>
            <p:nvPr/>
          </p:nvSpPr>
          <p:spPr>
            <a:xfrm>
              <a:off x="6807921" y="3267813"/>
              <a:ext cx="90262" cy="74674"/>
            </a:xfrm>
            <a:custGeom>
              <a:avLst/>
              <a:gdLst/>
              <a:ahLst/>
              <a:cxnLst/>
              <a:rect l="l" t="t" r="r" b="b"/>
              <a:pathLst>
                <a:path w="1588" h="1298" extrusionOk="0">
                  <a:moveTo>
                    <a:pt x="1515" y="0"/>
                  </a:moveTo>
                  <a:lnTo>
                    <a:pt x="174" y="543"/>
                  </a:lnTo>
                  <a:lnTo>
                    <a:pt x="1" y="685"/>
                  </a:lnTo>
                  <a:lnTo>
                    <a:pt x="48" y="1101"/>
                  </a:lnTo>
                  <a:cubicBezTo>
                    <a:pt x="98" y="1136"/>
                    <a:pt x="146" y="1161"/>
                    <a:pt x="199" y="1187"/>
                  </a:cubicBezTo>
                  <a:cubicBezTo>
                    <a:pt x="361" y="1267"/>
                    <a:pt x="520" y="1298"/>
                    <a:pt x="669" y="1298"/>
                  </a:cubicBezTo>
                  <a:cubicBezTo>
                    <a:pt x="1185" y="1298"/>
                    <a:pt x="1587" y="928"/>
                    <a:pt x="1587" y="928"/>
                  </a:cubicBezTo>
                  <a:lnTo>
                    <a:pt x="1515" y="0"/>
                  </a:lnTo>
                  <a:close/>
                </a:path>
              </a:pathLst>
            </a:custGeom>
            <a:solidFill>
              <a:srgbClr val="E79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45"/>
            <p:cNvSpPr/>
            <p:nvPr/>
          </p:nvSpPr>
          <p:spPr>
            <a:xfrm>
              <a:off x="6807921" y="3278859"/>
              <a:ext cx="61899" cy="57242"/>
            </a:xfrm>
            <a:custGeom>
              <a:avLst/>
              <a:gdLst/>
              <a:ahLst/>
              <a:cxnLst/>
              <a:rect l="l" t="t" r="r" b="b"/>
              <a:pathLst>
                <a:path w="1089" h="995" extrusionOk="0">
                  <a:moveTo>
                    <a:pt x="1089" y="1"/>
                  </a:moveTo>
                  <a:lnTo>
                    <a:pt x="174" y="351"/>
                  </a:lnTo>
                  <a:lnTo>
                    <a:pt x="1" y="493"/>
                  </a:lnTo>
                  <a:lnTo>
                    <a:pt x="48" y="909"/>
                  </a:lnTo>
                  <a:cubicBezTo>
                    <a:pt x="98" y="944"/>
                    <a:pt x="146" y="969"/>
                    <a:pt x="199" y="995"/>
                  </a:cubicBezTo>
                  <a:cubicBezTo>
                    <a:pt x="742" y="689"/>
                    <a:pt x="1089" y="1"/>
                    <a:pt x="1089" y="1"/>
                  </a:cubicBezTo>
                  <a:close/>
                </a:path>
              </a:pathLst>
            </a:custGeom>
            <a:solidFill>
              <a:srgbClr val="0116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45"/>
            <p:cNvSpPr/>
            <p:nvPr/>
          </p:nvSpPr>
          <p:spPr>
            <a:xfrm>
              <a:off x="6748239" y="3216324"/>
              <a:ext cx="26772" cy="47175"/>
            </a:xfrm>
            <a:custGeom>
              <a:avLst/>
              <a:gdLst/>
              <a:ahLst/>
              <a:cxnLst/>
              <a:rect l="l" t="t" r="r" b="b"/>
              <a:pathLst>
                <a:path w="471" h="820" extrusionOk="0">
                  <a:moveTo>
                    <a:pt x="233" y="0"/>
                  </a:moveTo>
                  <a:cubicBezTo>
                    <a:pt x="176" y="0"/>
                    <a:pt x="120" y="33"/>
                    <a:pt x="85" y="135"/>
                  </a:cubicBezTo>
                  <a:cubicBezTo>
                    <a:pt x="0" y="378"/>
                    <a:pt x="116" y="819"/>
                    <a:pt x="375" y="819"/>
                  </a:cubicBezTo>
                  <a:cubicBezTo>
                    <a:pt x="405" y="819"/>
                    <a:pt x="436" y="814"/>
                    <a:pt x="470" y="801"/>
                  </a:cubicBezTo>
                  <a:lnTo>
                    <a:pt x="429" y="94"/>
                  </a:lnTo>
                  <a:cubicBezTo>
                    <a:pt x="429" y="94"/>
                    <a:pt x="330" y="0"/>
                    <a:pt x="233" y="0"/>
                  </a:cubicBezTo>
                  <a:close/>
                </a:path>
              </a:pathLst>
            </a:custGeom>
            <a:solidFill>
              <a:srgbClr val="C569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45"/>
            <p:cNvSpPr/>
            <p:nvPr/>
          </p:nvSpPr>
          <p:spPr>
            <a:xfrm>
              <a:off x="6756822" y="3127613"/>
              <a:ext cx="137041" cy="179206"/>
            </a:xfrm>
            <a:custGeom>
              <a:avLst/>
              <a:gdLst/>
              <a:ahLst/>
              <a:cxnLst/>
              <a:rect l="l" t="t" r="r" b="b"/>
              <a:pathLst>
                <a:path w="2411" h="3115" extrusionOk="0">
                  <a:moveTo>
                    <a:pt x="1312" y="0"/>
                  </a:moveTo>
                  <a:cubicBezTo>
                    <a:pt x="799" y="0"/>
                    <a:pt x="354" y="160"/>
                    <a:pt x="139" y="456"/>
                  </a:cubicBezTo>
                  <a:cubicBezTo>
                    <a:pt x="130" y="469"/>
                    <a:pt x="123" y="482"/>
                    <a:pt x="114" y="488"/>
                  </a:cubicBezTo>
                  <a:cubicBezTo>
                    <a:pt x="41" y="608"/>
                    <a:pt x="0" y="740"/>
                    <a:pt x="0" y="898"/>
                  </a:cubicBezTo>
                  <a:lnTo>
                    <a:pt x="73" y="1740"/>
                  </a:lnTo>
                  <a:lnTo>
                    <a:pt x="89" y="1945"/>
                  </a:lnTo>
                  <a:lnTo>
                    <a:pt x="130" y="2396"/>
                  </a:lnTo>
                  <a:cubicBezTo>
                    <a:pt x="130" y="2396"/>
                    <a:pt x="228" y="3114"/>
                    <a:pt x="941" y="3114"/>
                  </a:cubicBezTo>
                  <a:cubicBezTo>
                    <a:pt x="983" y="3114"/>
                    <a:pt x="1027" y="3112"/>
                    <a:pt x="1073" y="3106"/>
                  </a:cubicBezTo>
                  <a:cubicBezTo>
                    <a:pt x="1903" y="3012"/>
                    <a:pt x="2385" y="2472"/>
                    <a:pt x="2411" y="2441"/>
                  </a:cubicBezTo>
                  <a:lnTo>
                    <a:pt x="2398" y="2270"/>
                  </a:lnTo>
                  <a:lnTo>
                    <a:pt x="2348" y="1393"/>
                  </a:lnTo>
                  <a:lnTo>
                    <a:pt x="2319" y="923"/>
                  </a:lnTo>
                  <a:cubicBezTo>
                    <a:pt x="2319" y="923"/>
                    <a:pt x="2332" y="71"/>
                    <a:pt x="1515" y="8"/>
                  </a:cubicBezTo>
                  <a:cubicBezTo>
                    <a:pt x="1446" y="3"/>
                    <a:pt x="1379" y="0"/>
                    <a:pt x="1312" y="0"/>
                  </a:cubicBezTo>
                  <a:close/>
                </a:path>
              </a:pathLst>
            </a:custGeom>
            <a:solidFill>
              <a:srgbClr val="E79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45"/>
            <p:cNvSpPr/>
            <p:nvPr/>
          </p:nvSpPr>
          <p:spPr>
            <a:xfrm>
              <a:off x="6804511" y="3266950"/>
              <a:ext cx="14039" cy="7479"/>
            </a:xfrm>
            <a:custGeom>
              <a:avLst/>
              <a:gdLst/>
              <a:ahLst/>
              <a:cxnLst/>
              <a:rect l="l" t="t" r="r" b="b"/>
              <a:pathLst>
                <a:path w="247" h="130" extrusionOk="0">
                  <a:moveTo>
                    <a:pt x="217" y="1"/>
                  </a:moveTo>
                  <a:cubicBezTo>
                    <a:pt x="208" y="1"/>
                    <a:pt x="200" y="5"/>
                    <a:pt x="196" y="12"/>
                  </a:cubicBezTo>
                  <a:cubicBezTo>
                    <a:pt x="153" y="69"/>
                    <a:pt x="93" y="77"/>
                    <a:pt x="61" y="77"/>
                  </a:cubicBezTo>
                  <a:cubicBezTo>
                    <a:pt x="48" y="77"/>
                    <a:pt x="39" y="75"/>
                    <a:pt x="38" y="75"/>
                  </a:cubicBezTo>
                  <a:cubicBezTo>
                    <a:pt x="35" y="74"/>
                    <a:pt x="32" y="73"/>
                    <a:pt x="29" y="73"/>
                  </a:cubicBezTo>
                  <a:cubicBezTo>
                    <a:pt x="18" y="73"/>
                    <a:pt x="9" y="82"/>
                    <a:pt x="7" y="94"/>
                  </a:cubicBezTo>
                  <a:cubicBezTo>
                    <a:pt x="1" y="110"/>
                    <a:pt x="10" y="123"/>
                    <a:pt x="26" y="126"/>
                  </a:cubicBezTo>
                  <a:cubicBezTo>
                    <a:pt x="26" y="129"/>
                    <a:pt x="32" y="129"/>
                    <a:pt x="45" y="129"/>
                  </a:cubicBezTo>
                  <a:cubicBezTo>
                    <a:pt x="50" y="129"/>
                    <a:pt x="56" y="130"/>
                    <a:pt x="62" y="130"/>
                  </a:cubicBezTo>
                  <a:cubicBezTo>
                    <a:pt x="109" y="130"/>
                    <a:pt x="181" y="116"/>
                    <a:pt x="234" y="44"/>
                  </a:cubicBezTo>
                  <a:cubicBezTo>
                    <a:pt x="247" y="34"/>
                    <a:pt x="244" y="15"/>
                    <a:pt x="231" y="6"/>
                  </a:cubicBezTo>
                  <a:cubicBezTo>
                    <a:pt x="227" y="2"/>
                    <a:pt x="222" y="1"/>
                    <a:pt x="217" y="1"/>
                  </a:cubicBezTo>
                  <a:close/>
                </a:path>
              </a:pathLst>
            </a:custGeom>
            <a:solidFill>
              <a:srgbClr val="C569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45"/>
            <p:cNvSpPr/>
            <p:nvPr/>
          </p:nvSpPr>
          <p:spPr>
            <a:xfrm>
              <a:off x="6817982" y="3198260"/>
              <a:ext cx="10459" cy="16799"/>
            </a:xfrm>
            <a:custGeom>
              <a:avLst/>
              <a:gdLst/>
              <a:ahLst/>
              <a:cxnLst/>
              <a:rect l="l" t="t" r="r" b="b"/>
              <a:pathLst>
                <a:path w="184" h="292" extrusionOk="0">
                  <a:moveTo>
                    <a:pt x="79" y="1"/>
                  </a:moveTo>
                  <a:cubicBezTo>
                    <a:pt x="77" y="1"/>
                    <a:pt x="75" y="1"/>
                    <a:pt x="73" y="1"/>
                  </a:cubicBezTo>
                  <a:cubicBezTo>
                    <a:pt x="29" y="11"/>
                    <a:pt x="0" y="77"/>
                    <a:pt x="10" y="156"/>
                  </a:cubicBezTo>
                  <a:cubicBezTo>
                    <a:pt x="16" y="231"/>
                    <a:pt x="56" y="292"/>
                    <a:pt x="101" y="292"/>
                  </a:cubicBezTo>
                  <a:cubicBezTo>
                    <a:pt x="103" y="292"/>
                    <a:pt x="105" y="292"/>
                    <a:pt x="107" y="291"/>
                  </a:cubicBezTo>
                  <a:cubicBezTo>
                    <a:pt x="152" y="285"/>
                    <a:pt x="183" y="216"/>
                    <a:pt x="171" y="137"/>
                  </a:cubicBezTo>
                  <a:cubicBezTo>
                    <a:pt x="165" y="62"/>
                    <a:pt x="124" y="1"/>
                    <a:pt x="79" y="1"/>
                  </a:cubicBezTo>
                  <a:close/>
                </a:path>
              </a:pathLst>
            </a:custGeom>
            <a:solidFill>
              <a:srgbClr val="0116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45"/>
            <p:cNvSpPr/>
            <p:nvPr/>
          </p:nvSpPr>
          <p:spPr>
            <a:xfrm>
              <a:off x="6772964" y="3203552"/>
              <a:ext cx="10459" cy="16626"/>
            </a:xfrm>
            <a:custGeom>
              <a:avLst/>
              <a:gdLst/>
              <a:ahLst/>
              <a:cxnLst/>
              <a:rect l="l" t="t" r="r" b="b"/>
              <a:pathLst>
                <a:path w="184" h="289" extrusionOk="0">
                  <a:moveTo>
                    <a:pt x="79" y="0"/>
                  </a:moveTo>
                  <a:cubicBezTo>
                    <a:pt x="77" y="0"/>
                    <a:pt x="75" y="0"/>
                    <a:pt x="73" y="1"/>
                  </a:cubicBezTo>
                  <a:cubicBezTo>
                    <a:pt x="29" y="4"/>
                    <a:pt x="0" y="76"/>
                    <a:pt x="10" y="155"/>
                  </a:cubicBezTo>
                  <a:cubicBezTo>
                    <a:pt x="16" y="229"/>
                    <a:pt x="55" y="289"/>
                    <a:pt x="98" y="289"/>
                  </a:cubicBezTo>
                  <a:cubicBezTo>
                    <a:pt x="101" y="289"/>
                    <a:pt x="104" y="288"/>
                    <a:pt x="108" y="288"/>
                  </a:cubicBezTo>
                  <a:cubicBezTo>
                    <a:pt x="152" y="285"/>
                    <a:pt x="183" y="215"/>
                    <a:pt x="171" y="136"/>
                  </a:cubicBezTo>
                  <a:cubicBezTo>
                    <a:pt x="162" y="61"/>
                    <a:pt x="121" y="0"/>
                    <a:pt x="79" y="0"/>
                  </a:cubicBezTo>
                  <a:close/>
                </a:path>
              </a:pathLst>
            </a:custGeom>
            <a:solidFill>
              <a:srgbClr val="0116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45"/>
            <p:cNvSpPr/>
            <p:nvPr/>
          </p:nvSpPr>
          <p:spPr>
            <a:xfrm>
              <a:off x="6786208" y="3190320"/>
              <a:ext cx="18189" cy="43378"/>
            </a:xfrm>
            <a:custGeom>
              <a:avLst/>
              <a:gdLst/>
              <a:ahLst/>
              <a:cxnLst/>
              <a:rect l="l" t="t" r="r" b="b"/>
              <a:pathLst>
                <a:path w="320" h="754" extrusionOk="0">
                  <a:moveTo>
                    <a:pt x="243" y="0"/>
                  </a:moveTo>
                  <a:cubicBezTo>
                    <a:pt x="230" y="0"/>
                    <a:pt x="219" y="10"/>
                    <a:pt x="212" y="22"/>
                  </a:cubicBezTo>
                  <a:cubicBezTo>
                    <a:pt x="209" y="22"/>
                    <a:pt x="108" y="322"/>
                    <a:pt x="4" y="612"/>
                  </a:cubicBezTo>
                  <a:cubicBezTo>
                    <a:pt x="1" y="622"/>
                    <a:pt x="4" y="635"/>
                    <a:pt x="7" y="641"/>
                  </a:cubicBezTo>
                  <a:cubicBezTo>
                    <a:pt x="13" y="644"/>
                    <a:pt x="80" y="754"/>
                    <a:pt x="244" y="754"/>
                  </a:cubicBezTo>
                  <a:cubicBezTo>
                    <a:pt x="258" y="754"/>
                    <a:pt x="273" y="753"/>
                    <a:pt x="288" y="751"/>
                  </a:cubicBezTo>
                  <a:cubicBezTo>
                    <a:pt x="307" y="748"/>
                    <a:pt x="319" y="732"/>
                    <a:pt x="319" y="720"/>
                  </a:cubicBezTo>
                  <a:cubicBezTo>
                    <a:pt x="319" y="705"/>
                    <a:pt x="306" y="691"/>
                    <a:pt x="290" y="691"/>
                  </a:cubicBezTo>
                  <a:cubicBezTo>
                    <a:pt x="288" y="691"/>
                    <a:pt x="286" y="691"/>
                    <a:pt x="285" y="691"/>
                  </a:cubicBezTo>
                  <a:cubicBezTo>
                    <a:pt x="273" y="692"/>
                    <a:pt x="262" y="693"/>
                    <a:pt x="252" y="693"/>
                  </a:cubicBezTo>
                  <a:cubicBezTo>
                    <a:pt x="150" y="693"/>
                    <a:pt x="97" y="642"/>
                    <a:pt x="77" y="622"/>
                  </a:cubicBezTo>
                  <a:cubicBezTo>
                    <a:pt x="174" y="338"/>
                    <a:pt x="275" y="48"/>
                    <a:pt x="275" y="45"/>
                  </a:cubicBezTo>
                  <a:cubicBezTo>
                    <a:pt x="285" y="26"/>
                    <a:pt x="272" y="10"/>
                    <a:pt x="256" y="4"/>
                  </a:cubicBezTo>
                  <a:cubicBezTo>
                    <a:pt x="252" y="1"/>
                    <a:pt x="247" y="0"/>
                    <a:pt x="243" y="0"/>
                  </a:cubicBezTo>
                  <a:close/>
                </a:path>
              </a:pathLst>
            </a:custGeom>
            <a:solidFill>
              <a:srgbClr val="0116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45"/>
            <p:cNvSpPr/>
            <p:nvPr/>
          </p:nvSpPr>
          <p:spPr>
            <a:xfrm>
              <a:off x="6754321" y="3119098"/>
              <a:ext cx="150853" cy="96018"/>
            </a:xfrm>
            <a:custGeom>
              <a:avLst/>
              <a:gdLst/>
              <a:ahLst/>
              <a:cxnLst/>
              <a:rect l="l" t="t" r="r" b="b"/>
              <a:pathLst>
                <a:path w="2654" h="1669" extrusionOk="0">
                  <a:moveTo>
                    <a:pt x="1683" y="1"/>
                  </a:moveTo>
                  <a:cubicBezTo>
                    <a:pt x="1672" y="1"/>
                    <a:pt x="1661" y="1"/>
                    <a:pt x="1650" y="2"/>
                  </a:cubicBezTo>
                  <a:cubicBezTo>
                    <a:pt x="959" y="33"/>
                    <a:pt x="85" y="358"/>
                    <a:pt x="41" y="677"/>
                  </a:cubicBezTo>
                  <a:cubicBezTo>
                    <a:pt x="0" y="995"/>
                    <a:pt x="76" y="1251"/>
                    <a:pt x="76" y="1251"/>
                  </a:cubicBezTo>
                  <a:cubicBezTo>
                    <a:pt x="76" y="1251"/>
                    <a:pt x="174" y="1144"/>
                    <a:pt x="149" y="951"/>
                  </a:cubicBezTo>
                  <a:cubicBezTo>
                    <a:pt x="117" y="759"/>
                    <a:pt x="243" y="667"/>
                    <a:pt x="467" y="614"/>
                  </a:cubicBezTo>
                  <a:cubicBezTo>
                    <a:pt x="612" y="570"/>
                    <a:pt x="1063" y="535"/>
                    <a:pt x="1332" y="516"/>
                  </a:cubicBezTo>
                  <a:cubicBezTo>
                    <a:pt x="1338" y="515"/>
                    <a:pt x="1344" y="515"/>
                    <a:pt x="1351" y="515"/>
                  </a:cubicBezTo>
                  <a:cubicBezTo>
                    <a:pt x="1432" y="515"/>
                    <a:pt x="1510" y="570"/>
                    <a:pt x="1530" y="652"/>
                  </a:cubicBezTo>
                  <a:cubicBezTo>
                    <a:pt x="1546" y="715"/>
                    <a:pt x="1600" y="787"/>
                    <a:pt x="1716" y="841"/>
                  </a:cubicBezTo>
                  <a:cubicBezTo>
                    <a:pt x="1994" y="977"/>
                    <a:pt x="1969" y="1204"/>
                    <a:pt x="1934" y="1399"/>
                  </a:cubicBezTo>
                  <a:cubicBezTo>
                    <a:pt x="1910" y="1515"/>
                    <a:pt x="2047" y="1669"/>
                    <a:pt x="2200" y="1669"/>
                  </a:cubicBezTo>
                  <a:cubicBezTo>
                    <a:pt x="2302" y="1669"/>
                    <a:pt x="2411" y="1600"/>
                    <a:pt x="2483" y="1406"/>
                  </a:cubicBezTo>
                  <a:cubicBezTo>
                    <a:pt x="2654" y="928"/>
                    <a:pt x="2345" y="1"/>
                    <a:pt x="1683" y="1"/>
                  </a:cubicBezTo>
                  <a:close/>
                </a:path>
              </a:pathLst>
            </a:custGeom>
            <a:solidFill>
              <a:srgbClr val="0116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45"/>
            <p:cNvSpPr/>
            <p:nvPr/>
          </p:nvSpPr>
          <p:spPr>
            <a:xfrm>
              <a:off x="6809910" y="3173522"/>
              <a:ext cx="34445" cy="15188"/>
            </a:xfrm>
            <a:custGeom>
              <a:avLst/>
              <a:gdLst/>
              <a:ahLst/>
              <a:cxnLst/>
              <a:rect l="l" t="t" r="r" b="b"/>
              <a:pathLst>
                <a:path w="606" h="264" extrusionOk="0">
                  <a:moveTo>
                    <a:pt x="200" y="0"/>
                  </a:moveTo>
                  <a:cubicBezTo>
                    <a:pt x="99" y="0"/>
                    <a:pt x="23" y="15"/>
                    <a:pt x="16" y="15"/>
                  </a:cubicBezTo>
                  <a:cubicBezTo>
                    <a:pt x="16" y="15"/>
                    <a:pt x="16" y="15"/>
                    <a:pt x="16" y="15"/>
                  </a:cubicBezTo>
                  <a:lnTo>
                    <a:pt x="16" y="15"/>
                  </a:lnTo>
                  <a:cubicBezTo>
                    <a:pt x="0" y="113"/>
                    <a:pt x="73" y="204"/>
                    <a:pt x="171" y="217"/>
                  </a:cubicBezTo>
                  <a:cubicBezTo>
                    <a:pt x="243" y="223"/>
                    <a:pt x="309" y="239"/>
                    <a:pt x="369" y="255"/>
                  </a:cubicBezTo>
                  <a:cubicBezTo>
                    <a:pt x="388" y="261"/>
                    <a:pt x="408" y="264"/>
                    <a:pt x="427" y="264"/>
                  </a:cubicBezTo>
                  <a:cubicBezTo>
                    <a:pt x="506" y="264"/>
                    <a:pt x="580" y="213"/>
                    <a:pt x="606" y="132"/>
                  </a:cubicBezTo>
                  <a:cubicBezTo>
                    <a:pt x="495" y="24"/>
                    <a:pt x="328" y="0"/>
                    <a:pt x="200" y="0"/>
                  </a:cubicBezTo>
                  <a:close/>
                </a:path>
              </a:pathLst>
            </a:custGeom>
            <a:solidFill>
              <a:srgbClr val="0116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45"/>
            <p:cNvSpPr/>
            <p:nvPr/>
          </p:nvSpPr>
          <p:spPr>
            <a:xfrm>
              <a:off x="6758584" y="3177031"/>
              <a:ext cx="33081" cy="19503"/>
            </a:xfrm>
            <a:custGeom>
              <a:avLst/>
              <a:gdLst/>
              <a:ahLst/>
              <a:cxnLst/>
              <a:rect l="l" t="t" r="r" b="b"/>
              <a:pathLst>
                <a:path w="582" h="339" extrusionOk="0">
                  <a:moveTo>
                    <a:pt x="536" y="1"/>
                  </a:moveTo>
                  <a:cubicBezTo>
                    <a:pt x="483" y="1"/>
                    <a:pt x="143" y="24"/>
                    <a:pt x="1" y="244"/>
                  </a:cubicBezTo>
                  <a:cubicBezTo>
                    <a:pt x="35" y="305"/>
                    <a:pt x="98" y="338"/>
                    <a:pt x="163" y="338"/>
                  </a:cubicBezTo>
                  <a:cubicBezTo>
                    <a:pt x="195" y="338"/>
                    <a:pt x="227" y="330"/>
                    <a:pt x="257" y="313"/>
                  </a:cubicBezTo>
                  <a:cubicBezTo>
                    <a:pt x="310" y="282"/>
                    <a:pt x="373" y="253"/>
                    <a:pt x="439" y="228"/>
                  </a:cubicBezTo>
                  <a:cubicBezTo>
                    <a:pt x="534" y="197"/>
                    <a:pt x="581" y="93"/>
                    <a:pt x="544" y="1"/>
                  </a:cubicBezTo>
                  <a:cubicBezTo>
                    <a:pt x="544" y="1"/>
                    <a:pt x="541" y="1"/>
                    <a:pt x="536" y="1"/>
                  </a:cubicBezTo>
                  <a:close/>
                </a:path>
              </a:pathLst>
            </a:custGeom>
            <a:solidFill>
              <a:srgbClr val="0116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45"/>
            <p:cNvSpPr/>
            <p:nvPr/>
          </p:nvSpPr>
          <p:spPr>
            <a:xfrm>
              <a:off x="6876982" y="3250727"/>
              <a:ext cx="16881" cy="17144"/>
            </a:xfrm>
            <a:custGeom>
              <a:avLst/>
              <a:gdLst/>
              <a:ahLst/>
              <a:cxnLst/>
              <a:rect l="l" t="t" r="r" b="b"/>
              <a:pathLst>
                <a:path w="297" h="298" extrusionOk="0">
                  <a:moveTo>
                    <a:pt x="0" y="1"/>
                  </a:moveTo>
                  <a:lnTo>
                    <a:pt x="0" y="1"/>
                  </a:lnTo>
                  <a:cubicBezTo>
                    <a:pt x="3" y="10"/>
                    <a:pt x="139" y="241"/>
                    <a:pt x="297" y="297"/>
                  </a:cubicBezTo>
                  <a:lnTo>
                    <a:pt x="284" y="127"/>
                  </a:lnTo>
                  <a:cubicBezTo>
                    <a:pt x="287" y="127"/>
                    <a:pt x="155" y="121"/>
                    <a:pt x="0" y="1"/>
                  </a:cubicBezTo>
                  <a:close/>
                </a:path>
              </a:pathLst>
            </a:custGeom>
            <a:solidFill>
              <a:srgbClr val="0116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45"/>
            <p:cNvSpPr/>
            <p:nvPr/>
          </p:nvSpPr>
          <p:spPr>
            <a:xfrm>
              <a:off x="6881643" y="3202804"/>
              <a:ext cx="42346" cy="55401"/>
            </a:xfrm>
            <a:custGeom>
              <a:avLst/>
              <a:gdLst/>
              <a:ahLst/>
              <a:cxnLst/>
              <a:rect l="l" t="t" r="r" b="b"/>
              <a:pathLst>
                <a:path w="745" h="963" extrusionOk="0">
                  <a:moveTo>
                    <a:pt x="346" y="1"/>
                  </a:moveTo>
                  <a:cubicBezTo>
                    <a:pt x="154" y="1"/>
                    <a:pt x="0" y="263"/>
                    <a:pt x="0" y="263"/>
                  </a:cubicBezTo>
                  <a:lnTo>
                    <a:pt x="76" y="929"/>
                  </a:lnTo>
                  <a:cubicBezTo>
                    <a:pt x="123" y="952"/>
                    <a:pt x="169" y="963"/>
                    <a:pt x="212" y="963"/>
                  </a:cubicBezTo>
                  <a:cubicBezTo>
                    <a:pt x="545" y="963"/>
                    <a:pt x="744" y="334"/>
                    <a:pt x="546" y="108"/>
                  </a:cubicBezTo>
                  <a:cubicBezTo>
                    <a:pt x="478" y="30"/>
                    <a:pt x="410" y="1"/>
                    <a:pt x="346" y="1"/>
                  </a:cubicBezTo>
                  <a:close/>
                </a:path>
              </a:pathLst>
            </a:custGeom>
            <a:solidFill>
              <a:srgbClr val="E79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45"/>
            <p:cNvSpPr/>
            <p:nvPr/>
          </p:nvSpPr>
          <p:spPr>
            <a:xfrm>
              <a:off x="6885564" y="3215173"/>
              <a:ext cx="20121" cy="33080"/>
            </a:xfrm>
            <a:custGeom>
              <a:avLst/>
              <a:gdLst/>
              <a:ahLst/>
              <a:cxnLst/>
              <a:rect l="l" t="t" r="r" b="b"/>
              <a:pathLst>
                <a:path w="354" h="575" extrusionOk="0">
                  <a:moveTo>
                    <a:pt x="319" y="1"/>
                  </a:moveTo>
                  <a:cubicBezTo>
                    <a:pt x="314" y="1"/>
                    <a:pt x="308" y="2"/>
                    <a:pt x="303" y="4"/>
                  </a:cubicBezTo>
                  <a:cubicBezTo>
                    <a:pt x="291" y="13"/>
                    <a:pt x="1" y="174"/>
                    <a:pt x="1" y="543"/>
                  </a:cubicBezTo>
                  <a:cubicBezTo>
                    <a:pt x="1" y="559"/>
                    <a:pt x="10" y="575"/>
                    <a:pt x="35" y="575"/>
                  </a:cubicBezTo>
                  <a:cubicBezTo>
                    <a:pt x="54" y="575"/>
                    <a:pt x="67" y="559"/>
                    <a:pt x="67" y="540"/>
                  </a:cubicBezTo>
                  <a:cubicBezTo>
                    <a:pt x="60" y="209"/>
                    <a:pt x="322" y="67"/>
                    <a:pt x="335" y="57"/>
                  </a:cubicBezTo>
                  <a:cubicBezTo>
                    <a:pt x="351" y="51"/>
                    <a:pt x="354" y="32"/>
                    <a:pt x="344" y="16"/>
                  </a:cubicBezTo>
                  <a:cubicBezTo>
                    <a:pt x="340" y="6"/>
                    <a:pt x="330" y="1"/>
                    <a:pt x="319" y="1"/>
                  </a:cubicBezTo>
                  <a:close/>
                </a:path>
              </a:pathLst>
            </a:custGeom>
            <a:solidFill>
              <a:srgbClr val="0116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45"/>
            <p:cNvSpPr/>
            <p:nvPr/>
          </p:nvSpPr>
          <p:spPr>
            <a:xfrm>
              <a:off x="6889486" y="3227715"/>
              <a:ext cx="16370" cy="7306"/>
            </a:xfrm>
            <a:custGeom>
              <a:avLst/>
              <a:gdLst/>
              <a:ahLst/>
              <a:cxnLst/>
              <a:rect l="l" t="t" r="r" b="b"/>
              <a:pathLst>
                <a:path w="288" h="127" extrusionOk="0">
                  <a:moveTo>
                    <a:pt x="82" y="1"/>
                  </a:moveTo>
                  <a:cubicBezTo>
                    <a:pt x="64" y="1"/>
                    <a:pt x="46" y="4"/>
                    <a:pt x="29" y="10"/>
                  </a:cubicBezTo>
                  <a:cubicBezTo>
                    <a:pt x="14" y="19"/>
                    <a:pt x="1" y="38"/>
                    <a:pt x="10" y="54"/>
                  </a:cubicBezTo>
                  <a:cubicBezTo>
                    <a:pt x="15" y="66"/>
                    <a:pt x="27" y="76"/>
                    <a:pt x="40" y="76"/>
                  </a:cubicBezTo>
                  <a:cubicBezTo>
                    <a:pt x="44" y="76"/>
                    <a:pt x="48" y="75"/>
                    <a:pt x="51" y="73"/>
                  </a:cubicBezTo>
                  <a:cubicBezTo>
                    <a:pt x="61" y="70"/>
                    <a:pt x="71" y="68"/>
                    <a:pt x="81" y="68"/>
                  </a:cubicBezTo>
                  <a:cubicBezTo>
                    <a:pt x="137" y="68"/>
                    <a:pt x="208" y="104"/>
                    <a:pt x="234" y="120"/>
                  </a:cubicBezTo>
                  <a:cubicBezTo>
                    <a:pt x="238" y="126"/>
                    <a:pt x="247" y="126"/>
                    <a:pt x="253" y="126"/>
                  </a:cubicBezTo>
                  <a:cubicBezTo>
                    <a:pt x="263" y="120"/>
                    <a:pt x="269" y="117"/>
                    <a:pt x="282" y="111"/>
                  </a:cubicBezTo>
                  <a:cubicBezTo>
                    <a:pt x="288" y="95"/>
                    <a:pt x="285" y="73"/>
                    <a:pt x="269" y="63"/>
                  </a:cubicBezTo>
                  <a:cubicBezTo>
                    <a:pt x="256" y="56"/>
                    <a:pt x="167" y="1"/>
                    <a:pt x="82" y="1"/>
                  </a:cubicBezTo>
                  <a:close/>
                </a:path>
              </a:pathLst>
            </a:custGeom>
            <a:solidFill>
              <a:srgbClr val="0116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45"/>
            <p:cNvSpPr/>
            <p:nvPr/>
          </p:nvSpPr>
          <p:spPr>
            <a:xfrm>
              <a:off x="6786379" y="3248713"/>
              <a:ext cx="37742" cy="12599"/>
            </a:xfrm>
            <a:custGeom>
              <a:avLst/>
              <a:gdLst/>
              <a:ahLst/>
              <a:cxnLst/>
              <a:rect l="l" t="t" r="r" b="b"/>
              <a:pathLst>
                <a:path w="664" h="219" extrusionOk="0">
                  <a:moveTo>
                    <a:pt x="626" y="1"/>
                  </a:moveTo>
                  <a:cubicBezTo>
                    <a:pt x="622" y="1"/>
                    <a:pt x="617" y="2"/>
                    <a:pt x="613" y="4"/>
                  </a:cubicBezTo>
                  <a:cubicBezTo>
                    <a:pt x="408" y="112"/>
                    <a:pt x="36" y="149"/>
                    <a:pt x="33" y="149"/>
                  </a:cubicBezTo>
                  <a:cubicBezTo>
                    <a:pt x="14" y="149"/>
                    <a:pt x="1" y="165"/>
                    <a:pt x="1" y="187"/>
                  </a:cubicBezTo>
                  <a:cubicBezTo>
                    <a:pt x="1" y="206"/>
                    <a:pt x="17" y="219"/>
                    <a:pt x="33" y="219"/>
                  </a:cubicBezTo>
                  <a:cubicBezTo>
                    <a:pt x="51" y="219"/>
                    <a:pt x="424" y="178"/>
                    <a:pt x="641" y="64"/>
                  </a:cubicBezTo>
                  <a:cubicBezTo>
                    <a:pt x="657" y="55"/>
                    <a:pt x="663" y="36"/>
                    <a:pt x="657" y="20"/>
                  </a:cubicBezTo>
                  <a:cubicBezTo>
                    <a:pt x="650" y="9"/>
                    <a:pt x="638" y="1"/>
                    <a:pt x="626" y="1"/>
                  </a:cubicBezTo>
                  <a:close/>
                </a:path>
              </a:pathLst>
            </a:custGeom>
            <a:solidFill>
              <a:srgbClr val="0116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45"/>
            <p:cNvSpPr/>
            <p:nvPr/>
          </p:nvSpPr>
          <p:spPr>
            <a:xfrm>
              <a:off x="6748012" y="3564726"/>
              <a:ext cx="422719" cy="384646"/>
            </a:xfrm>
            <a:custGeom>
              <a:avLst/>
              <a:gdLst/>
              <a:ahLst/>
              <a:cxnLst/>
              <a:rect l="l" t="t" r="r" b="b"/>
              <a:pathLst>
                <a:path w="7437" h="6686" extrusionOk="0">
                  <a:moveTo>
                    <a:pt x="1868" y="1"/>
                  </a:moveTo>
                  <a:cubicBezTo>
                    <a:pt x="1048" y="609"/>
                    <a:pt x="427" y="1382"/>
                    <a:pt x="1" y="2307"/>
                  </a:cubicBezTo>
                  <a:cubicBezTo>
                    <a:pt x="1875" y="3818"/>
                    <a:pt x="3941" y="5253"/>
                    <a:pt x="6089" y="6685"/>
                  </a:cubicBezTo>
                  <a:cubicBezTo>
                    <a:pt x="6632" y="6203"/>
                    <a:pt x="7077" y="5648"/>
                    <a:pt x="7437" y="5020"/>
                  </a:cubicBezTo>
                  <a:cubicBezTo>
                    <a:pt x="5582" y="3228"/>
                    <a:pt x="3739" y="1512"/>
                    <a:pt x="18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45"/>
            <p:cNvSpPr/>
            <p:nvPr/>
          </p:nvSpPr>
          <p:spPr>
            <a:xfrm>
              <a:off x="6748012" y="3564726"/>
              <a:ext cx="422719" cy="384646"/>
            </a:xfrm>
            <a:custGeom>
              <a:avLst/>
              <a:gdLst/>
              <a:ahLst/>
              <a:cxnLst/>
              <a:rect l="l" t="t" r="r" b="b"/>
              <a:pathLst>
                <a:path w="7437" h="6686" extrusionOk="0">
                  <a:moveTo>
                    <a:pt x="1868" y="1"/>
                  </a:moveTo>
                  <a:cubicBezTo>
                    <a:pt x="1048" y="609"/>
                    <a:pt x="427" y="1382"/>
                    <a:pt x="1" y="2307"/>
                  </a:cubicBezTo>
                  <a:cubicBezTo>
                    <a:pt x="1875" y="3818"/>
                    <a:pt x="3941" y="5253"/>
                    <a:pt x="6089" y="6685"/>
                  </a:cubicBezTo>
                  <a:cubicBezTo>
                    <a:pt x="6632" y="6203"/>
                    <a:pt x="7077" y="5648"/>
                    <a:pt x="7437" y="5020"/>
                  </a:cubicBezTo>
                  <a:cubicBezTo>
                    <a:pt x="5582" y="3228"/>
                    <a:pt x="3739" y="1512"/>
                    <a:pt x="1868" y="1"/>
                  </a:cubicBezTo>
                  <a:close/>
                </a:path>
              </a:pathLst>
            </a:custGeom>
            <a:solidFill>
              <a:srgbClr val="8E09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45"/>
            <p:cNvSpPr/>
            <p:nvPr/>
          </p:nvSpPr>
          <p:spPr>
            <a:xfrm>
              <a:off x="6744601" y="3601602"/>
              <a:ext cx="413056" cy="363532"/>
            </a:xfrm>
            <a:custGeom>
              <a:avLst/>
              <a:gdLst/>
              <a:ahLst/>
              <a:cxnLst/>
              <a:rect l="l" t="t" r="r" b="b"/>
              <a:pathLst>
                <a:path w="7267" h="6319" extrusionOk="0">
                  <a:moveTo>
                    <a:pt x="982" y="0"/>
                  </a:moveTo>
                  <a:cubicBezTo>
                    <a:pt x="550" y="476"/>
                    <a:pt x="193" y="1088"/>
                    <a:pt x="1" y="1618"/>
                  </a:cubicBezTo>
                  <a:cubicBezTo>
                    <a:pt x="1979" y="3212"/>
                    <a:pt x="4127" y="4764"/>
                    <a:pt x="6351" y="6319"/>
                  </a:cubicBezTo>
                  <a:cubicBezTo>
                    <a:pt x="6724" y="6026"/>
                    <a:pt x="7026" y="5672"/>
                    <a:pt x="7266" y="5268"/>
                  </a:cubicBezTo>
                  <a:lnTo>
                    <a:pt x="982" y="0"/>
                  </a:lnTo>
                  <a:close/>
                </a:path>
              </a:pathLst>
            </a:custGeom>
            <a:solidFill>
              <a:srgbClr val="8E09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45"/>
            <p:cNvSpPr/>
            <p:nvPr/>
          </p:nvSpPr>
          <p:spPr>
            <a:xfrm>
              <a:off x="6953375" y="3415493"/>
              <a:ext cx="130050" cy="383265"/>
            </a:xfrm>
            <a:custGeom>
              <a:avLst/>
              <a:gdLst/>
              <a:ahLst/>
              <a:cxnLst/>
              <a:rect l="l" t="t" r="r" b="b"/>
              <a:pathLst>
                <a:path w="2288" h="6662" extrusionOk="0">
                  <a:moveTo>
                    <a:pt x="832" y="1"/>
                  </a:moveTo>
                  <a:cubicBezTo>
                    <a:pt x="758" y="1"/>
                    <a:pt x="683" y="12"/>
                    <a:pt x="609" y="36"/>
                  </a:cubicBezTo>
                  <a:cubicBezTo>
                    <a:pt x="211" y="159"/>
                    <a:pt x="0" y="563"/>
                    <a:pt x="126" y="948"/>
                  </a:cubicBezTo>
                  <a:lnTo>
                    <a:pt x="133" y="957"/>
                  </a:lnTo>
                  <a:lnTo>
                    <a:pt x="237" y="1285"/>
                  </a:lnTo>
                  <a:lnTo>
                    <a:pt x="309" y="1509"/>
                  </a:lnTo>
                  <a:lnTo>
                    <a:pt x="344" y="1617"/>
                  </a:lnTo>
                  <a:lnTo>
                    <a:pt x="385" y="1740"/>
                  </a:lnTo>
                  <a:lnTo>
                    <a:pt x="451" y="1948"/>
                  </a:lnTo>
                  <a:lnTo>
                    <a:pt x="552" y="2279"/>
                  </a:lnTo>
                  <a:cubicBezTo>
                    <a:pt x="618" y="2500"/>
                    <a:pt x="685" y="2721"/>
                    <a:pt x="741" y="2938"/>
                  </a:cubicBezTo>
                  <a:cubicBezTo>
                    <a:pt x="773" y="3049"/>
                    <a:pt x="801" y="3159"/>
                    <a:pt x="830" y="3267"/>
                  </a:cubicBezTo>
                  <a:cubicBezTo>
                    <a:pt x="855" y="3377"/>
                    <a:pt x="880" y="3481"/>
                    <a:pt x="902" y="3588"/>
                  </a:cubicBezTo>
                  <a:cubicBezTo>
                    <a:pt x="927" y="3696"/>
                    <a:pt x="946" y="3797"/>
                    <a:pt x="962" y="3901"/>
                  </a:cubicBezTo>
                  <a:lnTo>
                    <a:pt x="975" y="3970"/>
                  </a:lnTo>
                  <a:cubicBezTo>
                    <a:pt x="978" y="3992"/>
                    <a:pt x="981" y="4011"/>
                    <a:pt x="981" y="4033"/>
                  </a:cubicBezTo>
                  <a:cubicBezTo>
                    <a:pt x="987" y="4074"/>
                    <a:pt x="991" y="4115"/>
                    <a:pt x="994" y="4159"/>
                  </a:cubicBezTo>
                  <a:cubicBezTo>
                    <a:pt x="994" y="4204"/>
                    <a:pt x="1000" y="4248"/>
                    <a:pt x="994" y="4295"/>
                  </a:cubicBezTo>
                  <a:cubicBezTo>
                    <a:pt x="994" y="4342"/>
                    <a:pt x="991" y="4387"/>
                    <a:pt x="987" y="4434"/>
                  </a:cubicBezTo>
                  <a:cubicBezTo>
                    <a:pt x="978" y="4528"/>
                    <a:pt x="962" y="4623"/>
                    <a:pt x="946" y="4721"/>
                  </a:cubicBezTo>
                  <a:cubicBezTo>
                    <a:pt x="912" y="4916"/>
                    <a:pt x="852" y="5118"/>
                    <a:pt x="782" y="5317"/>
                  </a:cubicBezTo>
                  <a:cubicBezTo>
                    <a:pt x="748" y="5415"/>
                    <a:pt x="707" y="5516"/>
                    <a:pt x="669" y="5611"/>
                  </a:cubicBezTo>
                  <a:cubicBezTo>
                    <a:pt x="647" y="5658"/>
                    <a:pt x="625" y="5711"/>
                    <a:pt x="606" y="5756"/>
                  </a:cubicBezTo>
                  <a:lnTo>
                    <a:pt x="574" y="5828"/>
                  </a:lnTo>
                  <a:lnTo>
                    <a:pt x="558" y="5863"/>
                  </a:lnTo>
                  <a:lnTo>
                    <a:pt x="549" y="5879"/>
                  </a:lnTo>
                  <a:lnTo>
                    <a:pt x="546" y="5888"/>
                  </a:lnTo>
                  <a:cubicBezTo>
                    <a:pt x="546" y="5891"/>
                    <a:pt x="543" y="5891"/>
                    <a:pt x="546" y="5891"/>
                  </a:cubicBezTo>
                  <a:cubicBezTo>
                    <a:pt x="394" y="6122"/>
                    <a:pt x="454" y="6424"/>
                    <a:pt x="678" y="6579"/>
                  </a:cubicBezTo>
                  <a:cubicBezTo>
                    <a:pt x="763" y="6635"/>
                    <a:pt x="859" y="6662"/>
                    <a:pt x="953" y="6662"/>
                  </a:cubicBezTo>
                  <a:cubicBezTo>
                    <a:pt x="1112" y="6662"/>
                    <a:pt x="1269" y="6584"/>
                    <a:pt x="1366" y="6443"/>
                  </a:cubicBezTo>
                  <a:lnTo>
                    <a:pt x="1401" y="6396"/>
                  </a:lnTo>
                  <a:lnTo>
                    <a:pt x="1432" y="6358"/>
                  </a:lnTo>
                  <a:lnTo>
                    <a:pt x="1492" y="6273"/>
                  </a:lnTo>
                  <a:cubicBezTo>
                    <a:pt x="1527" y="6219"/>
                    <a:pt x="1568" y="6163"/>
                    <a:pt x="1603" y="6109"/>
                  </a:cubicBezTo>
                  <a:cubicBezTo>
                    <a:pt x="1672" y="5999"/>
                    <a:pt x="1735" y="5885"/>
                    <a:pt x="1798" y="5768"/>
                  </a:cubicBezTo>
                  <a:cubicBezTo>
                    <a:pt x="1921" y="5538"/>
                    <a:pt x="2028" y="5292"/>
                    <a:pt x="2114" y="5033"/>
                  </a:cubicBezTo>
                  <a:cubicBezTo>
                    <a:pt x="2199" y="4771"/>
                    <a:pt x="2262" y="4491"/>
                    <a:pt x="2281" y="4191"/>
                  </a:cubicBezTo>
                  <a:cubicBezTo>
                    <a:pt x="2284" y="4118"/>
                    <a:pt x="2287" y="4043"/>
                    <a:pt x="2284" y="3964"/>
                  </a:cubicBezTo>
                  <a:cubicBezTo>
                    <a:pt x="2284" y="3923"/>
                    <a:pt x="2284" y="3888"/>
                    <a:pt x="2281" y="3850"/>
                  </a:cubicBezTo>
                  <a:lnTo>
                    <a:pt x="2281" y="3822"/>
                  </a:lnTo>
                  <a:lnTo>
                    <a:pt x="2278" y="3793"/>
                  </a:lnTo>
                  <a:lnTo>
                    <a:pt x="2271" y="3743"/>
                  </a:lnTo>
                  <a:cubicBezTo>
                    <a:pt x="2262" y="3607"/>
                    <a:pt x="2246" y="3478"/>
                    <a:pt x="2224" y="3352"/>
                  </a:cubicBezTo>
                  <a:cubicBezTo>
                    <a:pt x="2205" y="3226"/>
                    <a:pt x="2186" y="3099"/>
                    <a:pt x="2161" y="2976"/>
                  </a:cubicBezTo>
                  <a:cubicBezTo>
                    <a:pt x="2139" y="2856"/>
                    <a:pt x="2114" y="2733"/>
                    <a:pt x="2088" y="2614"/>
                  </a:cubicBezTo>
                  <a:cubicBezTo>
                    <a:pt x="2035" y="2374"/>
                    <a:pt x="1981" y="2137"/>
                    <a:pt x="1921" y="1901"/>
                  </a:cubicBezTo>
                  <a:cubicBezTo>
                    <a:pt x="1893" y="1784"/>
                    <a:pt x="1861" y="1664"/>
                    <a:pt x="1830" y="1550"/>
                  </a:cubicBezTo>
                  <a:cubicBezTo>
                    <a:pt x="1827" y="1535"/>
                    <a:pt x="1823" y="1522"/>
                    <a:pt x="1820" y="1506"/>
                  </a:cubicBezTo>
                  <a:cubicBezTo>
                    <a:pt x="1792" y="1405"/>
                    <a:pt x="1763" y="1301"/>
                    <a:pt x="1732" y="1200"/>
                  </a:cubicBezTo>
                  <a:cubicBezTo>
                    <a:pt x="1732" y="1191"/>
                    <a:pt x="1729" y="1188"/>
                    <a:pt x="1729" y="1178"/>
                  </a:cubicBezTo>
                  <a:cubicBezTo>
                    <a:pt x="1697" y="1068"/>
                    <a:pt x="1666" y="957"/>
                    <a:pt x="1631" y="853"/>
                  </a:cubicBezTo>
                  <a:cubicBezTo>
                    <a:pt x="1609" y="793"/>
                    <a:pt x="1593" y="736"/>
                    <a:pt x="1574" y="680"/>
                  </a:cubicBezTo>
                  <a:lnTo>
                    <a:pt x="1521" y="500"/>
                  </a:lnTo>
                  <a:cubicBezTo>
                    <a:pt x="1422" y="195"/>
                    <a:pt x="1136" y="1"/>
                    <a:pt x="832" y="1"/>
                  </a:cubicBezTo>
                  <a:close/>
                </a:path>
              </a:pathLst>
            </a:custGeom>
            <a:solidFill>
              <a:srgbClr val="E79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45"/>
            <p:cNvSpPr/>
            <p:nvPr/>
          </p:nvSpPr>
          <p:spPr>
            <a:xfrm>
              <a:off x="6970768" y="3482860"/>
              <a:ext cx="84862" cy="33195"/>
            </a:xfrm>
            <a:custGeom>
              <a:avLst/>
              <a:gdLst/>
              <a:ahLst/>
              <a:cxnLst/>
              <a:rect l="l" t="t" r="r" b="b"/>
              <a:pathLst>
                <a:path w="1493" h="577" extrusionOk="0">
                  <a:moveTo>
                    <a:pt x="1404" y="1"/>
                  </a:moveTo>
                  <a:lnTo>
                    <a:pt x="0" y="332"/>
                  </a:lnTo>
                  <a:lnTo>
                    <a:pt x="35" y="439"/>
                  </a:lnTo>
                  <a:lnTo>
                    <a:pt x="73" y="559"/>
                  </a:lnTo>
                  <a:cubicBezTo>
                    <a:pt x="133" y="569"/>
                    <a:pt x="208" y="576"/>
                    <a:pt x="299" y="576"/>
                  </a:cubicBezTo>
                  <a:cubicBezTo>
                    <a:pt x="555" y="576"/>
                    <a:pt x="939" y="522"/>
                    <a:pt x="1492" y="329"/>
                  </a:cubicBezTo>
                  <a:cubicBezTo>
                    <a:pt x="1467" y="225"/>
                    <a:pt x="1439" y="124"/>
                    <a:pt x="1407" y="20"/>
                  </a:cubicBezTo>
                  <a:cubicBezTo>
                    <a:pt x="1407" y="13"/>
                    <a:pt x="1404" y="7"/>
                    <a:pt x="1404" y="1"/>
                  </a:cubicBezTo>
                  <a:close/>
                </a:path>
              </a:pathLst>
            </a:custGeom>
            <a:solidFill>
              <a:srgbClr val="C569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45"/>
            <p:cNvSpPr/>
            <p:nvPr/>
          </p:nvSpPr>
          <p:spPr>
            <a:xfrm>
              <a:off x="7006065" y="3613338"/>
              <a:ext cx="36832" cy="18064"/>
            </a:xfrm>
            <a:custGeom>
              <a:avLst/>
              <a:gdLst/>
              <a:ahLst/>
              <a:cxnLst/>
              <a:rect l="l" t="t" r="r" b="b"/>
              <a:pathLst>
                <a:path w="648" h="314" extrusionOk="0">
                  <a:moveTo>
                    <a:pt x="608" y="1"/>
                  </a:moveTo>
                  <a:cubicBezTo>
                    <a:pt x="603" y="1"/>
                    <a:pt x="598" y="2"/>
                    <a:pt x="594" y="4"/>
                  </a:cubicBezTo>
                  <a:cubicBezTo>
                    <a:pt x="291" y="111"/>
                    <a:pt x="45" y="231"/>
                    <a:pt x="29" y="241"/>
                  </a:cubicBezTo>
                  <a:cubicBezTo>
                    <a:pt x="10" y="253"/>
                    <a:pt x="0" y="276"/>
                    <a:pt x="13" y="291"/>
                  </a:cubicBezTo>
                  <a:cubicBezTo>
                    <a:pt x="18" y="305"/>
                    <a:pt x="32" y="314"/>
                    <a:pt x="48" y="314"/>
                  </a:cubicBezTo>
                  <a:cubicBezTo>
                    <a:pt x="53" y="314"/>
                    <a:pt x="59" y="313"/>
                    <a:pt x="64" y="310"/>
                  </a:cubicBezTo>
                  <a:cubicBezTo>
                    <a:pt x="67" y="310"/>
                    <a:pt x="319" y="190"/>
                    <a:pt x="619" y="80"/>
                  </a:cubicBezTo>
                  <a:cubicBezTo>
                    <a:pt x="635" y="70"/>
                    <a:pt x="647" y="58"/>
                    <a:pt x="647" y="42"/>
                  </a:cubicBezTo>
                  <a:cubicBezTo>
                    <a:pt x="647" y="21"/>
                    <a:pt x="628" y="1"/>
                    <a:pt x="608" y="1"/>
                  </a:cubicBezTo>
                  <a:close/>
                </a:path>
              </a:pathLst>
            </a:custGeom>
            <a:solidFill>
              <a:srgbClr val="C569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45"/>
            <p:cNvSpPr/>
            <p:nvPr/>
          </p:nvSpPr>
          <p:spPr>
            <a:xfrm>
              <a:off x="7012147" y="3602695"/>
              <a:ext cx="22281" cy="25198"/>
            </a:xfrm>
            <a:custGeom>
              <a:avLst/>
              <a:gdLst/>
              <a:ahLst/>
              <a:cxnLst/>
              <a:rect l="l" t="t" r="r" b="b"/>
              <a:pathLst>
                <a:path w="392" h="438" extrusionOk="0">
                  <a:moveTo>
                    <a:pt x="344" y="1"/>
                  </a:moveTo>
                  <a:cubicBezTo>
                    <a:pt x="335" y="1"/>
                    <a:pt x="326" y="4"/>
                    <a:pt x="319" y="13"/>
                  </a:cubicBezTo>
                  <a:cubicBezTo>
                    <a:pt x="313" y="19"/>
                    <a:pt x="86" y="211"/>
                    <a:pt x="7" y="382"/>
                  </a:cubicBezTo>
                  <a:cubicBezTo>
                    <a:pt x="1" y="401"/>
                    <a:pt x="7" y="426"/>
                    <a:pt x="26" y="432"/>
                  </a:cubicBezTo>
                  <a:cubicBezTo>
                    <a:pt x="33" y="436"/>
                    <a:pt x="41" y="438"/>
                    <a:pt x="48" y="438"/>
                  </a:cubicBezTo>
                  <a:cubicBezTo>
                    <a:pt x="59" y="438"/>
                    <a:pt x="69" y="433"/>
                    <a:pt x="76" y="426"/>
                  </a:cubicBezTo>
                  <a:cubicBezTo>
                    <a:pt x="80" y="423"/>
                    <a:pt x="80" y="416"/>
                    <a:pt x="83" y="413"/>
                  </a:cubicBezTo>
                  <a:cubicBezTo>
                    <a:pt x="149" y="259"/>
                    <a:pt x="370" y="76"/>
                    <a:pt x="370" y="69"/>
                  </a:cubicBezTo>
                  <a:cubicBezTo>
                    <a:pt x="386" y="54"/>
                    <a:pt x="392" y="32"/>
                    <a:pt x="376" y="16"/>
                  </a:cubicBezTo>
                  <a:cubicBezTo>
                    <a:pt x="367" y="7"/>
                    <a:pt x="355" y="1"/>
                    <a:pt x="344" y="1"/>
                  </a:cubicBezTo>
                  <a:close/>
                </a:path>
              </a:pathLst>
            </a:custGeom>
            <a:solidFill>
              <a:srgbClr val="C569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45"/>
            <p:cNvSpPr/>
            <p:nvPr/>
          </p:nvSpPr>
          <p:spPr>
            <a:xfrm>
              <a:off x="6890225" y="3744047"/>
              <a:ext cx="141020" cy="123632"/>
            </a:xfrm>
            <a:custGeom>
              <a:avLst/>
              <a:gdLst/>
              <a:ahLst/>
              <a:cxnLst/>
              <a:rect l="l" t="t" r="r" b="b"/>
              <a:pathLst>
                <a:path w="2481" h="2149" extrusionOk="0">
                  <a:moveTo>
                    <a:pt x="1726" y="0"/>
                  </a:moveTo>
                  <a:cubicBezTo>
                    <a:pt x="1704" y="38"/>
                    <a:pt x="1606" y="259"/>
                    <a:pt x="1597" y="272"/>
                  </a:cubicBezTo>
                  <a:cubicBezTo>
                    <a:pt x="1408" y="508"/>
                    <a:pt x="1045" y="452"/>
                    <a:pt x="922" y="606"/>
                  </a:cubicBezTo>
                  <a:cubicBezTo>
                    <a:pt x="922" y="606"/>
                    <a:pt x="1" y="1351"/>
                    <a:pt x="221" y="1445"/>
                  </a:cubicBezTo>
                  <a:cubicBezTo>
                    <a:pt x="244" y="1456"/>
                    <a:pt x="270" y="1460"/>
                    <a:pt x="297" y="1460"/>
                  </a:cubicBezTo>
                  <a:cubicBezTo>
                    <a:pt x="411" y="1460"/>
                    <a:pt x="554" y="1380"/>
                    <a:pt x="666" y="1303"/>
                  </a:cubicBezTo>
                  <a:lnTo>
                    <a:pt x="666" y="1303"/>
                  </a:lnTo>
                  <a:cubicBezTo>
                    <a:pt x="663" y="1316"/>
                    <a:pt x="654" y="1329"/>
                    <a:pt x="650" y="1341"/>
                  </a:cubicBezTo>
                  <a:cubicBezTo>
                    <a:pt x="543" y="1572"/>
                    <a:pt x="165" y="1837"/>
                    <a:pt x="303" y="1997"/>
                  </a:cubicBezTo>
                  <a:cubicBezTo>
                    <a:pt x="338" y="2039"/>
                    <a:pt x="379" y="2054"/>
                    <a:pt x="420" y="2054"/>
                  </a:cubicBezTo>
                  <a:cubicBezTo>
                    <a:pt x="541" y="2054"/>
                    <a:pt x="666" y="1919"/>
                    <a:pt x="666" y="1919"/>
                  </a:cubicBezTo>
                  <a:cubicBezTo>
                    <a:pt x="666" y="1919"/>
                    <a:pt x="715" y="2032"/>
                    <a:pt x="868" y="2032"/>
                  </a:cubicBezTo>
                  <a:cubicBezTo>
                    <a:pt x="916" y="2032"/>
                    <a:pt x="975" y="2021"/>
                    <a:pt x="1045" y="1991"/>
                  </a:cubicBezTo>
                  <a:cubicBezTo>
                    <a:pt x="1045" y="1991"/>
                    <a:pt x="1118" y="2087"/>
                    <a:pt x="1243" y="2087"/>
                  </a:cubicBezTo>
                  <a:cubicBezTo>
                    <a:pt x="1274" y="2087"/>
                    <a:pt x="1308" y="2081"/>
                    <a:pt x="1344" y="2067"/>
                  </a:cubicBezTo>
                  <a:cubicBezTo>
                    <a:pt x="1344" y="2067"/>
                    <a:pt x="1433" y="2148"/>
                    <a:pt x="1547" y="2148"/>
                  </a:cubicBezTo>
                  <a:cubicBezTo>
                    <a:pt x="1591" y="2148"/>
                    <a:pt x="1640" y="2136"/>
                    <a:pt x="1688" y="2102"/>
                  </a:cubicBezTo>
                  <a:cubicBezTo>
                    <a:pt x="1837" y="1994"/>
                    <a:pt x="2124" y="1493"/>
                    <a:pt x="2480" y="641"/>
                  </a:cubicBezTo>
                  <a:cubicBezTo>
                    <a:pt x="2326" y="354"/>
                    <a:pt x="2133" y="152"/>
                    <a:pt x="1726" y="0"/>
                  </a:cubicBezTo>
                  <a:close/>
                </a:path>
              </a:pathLst>
            </a:custGeom>
            <a:solidFill>
              <a:srgbClr val="E79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45"/>
            <p:cNvSpPr/>
            <p:nvPr/>
          </p:nvSpPr>
          <p:spPr>
            <a:xfrm>
              <a:off x="6919612" y="3332535"/>
              <a:ext cx="137269" cy="176329"/>
            </a:xfrm>
            <a:custGeom>
              <a:avLst/>
              <a:gdLst/>
              <a:ahLst/>
              <a:cxnLst/>
              <a:rect l="l" t="t" r="r" b="b"/>
              <a:pathLst>
                <a:path w="2415" h="3065" extrusionOk="0">
                  <a:moveTo>
                    <a:pt x="686" y="1"/>
                  </a:moveTo>
                  <a:cubicBezTo>
                    <a:pt x="194" y="1"/>
                    <a:pt x="0" y="591"/>
                    <a:pt x="105" y="1169"/>
                  </a:cubicBezTo>
                  <a:cubicBezTo>
                    <a:pt x="238" y="1860"/>
                    <a:pt x="783" y="3062"/>
                    <a:pt x="783" y="3062"/>
                  </a:cubicBezTo>
                  <a:cubicBezTo>
                    <a:pt x="823" y="3064"/>
                    <a:pt x="863" y="3065"/>
                    <a:pt x="902" y="3065"/>
                  </a:cubicBezTo>
                  <a:cubicBezTo>
                    <a:pt x="1754" y="3065"/>
                    <a:pt x="2414" y="2595"/>
                    <a:pt x="2414" y="2595"/>
                  </a:cubicBezTo>
                  <a:cubicBezTo>
                    <a:pt x="1919" y="488"/>
                    <a:pt x="1020" y="77"/>
                    <a:pt x="1020" y="77"/>
                  </a:cubicBezTo>
                  <a:cubicBezTo>
                    <a:pt x="897" y="25"/>
                    <a:pt x="785" y="1"/>
                    <a:pt x="686" y="1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45"/>
            <p:cNvSpPr/>
            <p:nvPr/>
          </p:nvSpPr>
          <p:spPr>
            <a:xfrm>
              <a:off x="6923590" y="3406000"/>
              <a:ext cx="34275" cy="95442"/>
            </a:xfrm>
            <a:custGeom>
              <a:avLst/>
              <a:gdLst/>
              <a:ahLst/>
              <a:cxnLst/>
              <a:rect l="l" t="t" r="r" b="b"/>
              <a:pathLst>
                <a:path w="603" h="1659" extrusionOk="0">
                  <a:moveTo>
                    <a:pt x="42" y="1"/>
                  </a:moveTo>
                  <a:cubicBezTo>
                    <a:pt x="39" y="1"/>
                    <a:pt x="35" y="1"/>
                    <a:pt x="32" y="2"/>
                  </a:cubicBezTo>
                  <a:cubicBezTo>
                    <a:pt x="13" y="12"/>
                    <a:pt x="0" y="34"/>
                    <a:pt x="7" y="56"/>
                  </a:cubicBezTo>
                  <a:cubicBezTo>
                    <a:pt x="13" y="65"/>
                    <a:pt x="382" y="1160"/>
                    <a:pt x="521" y="1633"/>
                  </a:cubicBezTo>
                  <a:cubicBezTo>
                    <a:pt x="524" y="1649"/>
                    <a:pt x="540" y="1659"/>
                    <a:pt x="562" y="1659"/>
                  </a:cubicBezTo>
                  <a:lnTo>
                    <a:pt x="568" y="1659"/>
                  </a:lnTo>
                  <a:cubicBezTo>
                    <a:pt x="587" y="1652"/>
                    <a:pt x="603" y="1633"/>
                    <a:pt x="597" y="1608"/>
                  </a:cubicBezTo>
                  <a:cubicBezTo>
                    <a:pt x="458" y="1132"/>
                    <a:pt x="86" y="34"/>
                    <a:pt x="82" y="28"/>
                  </a:cubicBezTo>
                  <a:cubicBezTo>
                    <a:pt x="77" y="12"/>
                    <a:pt x="59" y="1"/>
                    <a:pt x="42" y="1"/>
                  </a:cubicBezTo>
                  <a:close/>
                </a:path>
              </a:pathLst>
            </a:custGeom>
            <a:solidFill>
              <a:srgbClr val="0116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45"/>
            <p:cNvSpPr/>
            <p:nvPr/>
          </p:nvSpPr>
          <p:spPr>
            <a:xfrm>
              <a:off x="6880733" y="3314125"/>
              <a:ext cx="110326" cy="254858"/>
            </a:xfrm>
            <a:custGeom>
              <a:avLst/>
              <a:gdLst/>
              <a:ahLst/>
              <a:cxnLst/>
              <a:rect l="l" t="t" r="r" b="b"/>
              <a:pathLst>
                <a:path w="1941" h="4430" extrusionOk="0">
                  <a:moveTo>
                    <a:pt x="748" y="0"/>
                  </a:moveTo>
                  <a:cubicBezTo>
                    <a:pt x="639" y="0"/>
                    <a:pt x="568" y="25"/>
                    <a:pt x="568" y="25"/>
                  </a:cubicBezTo>
                  <a:cubicBezTo>
                    <a:pt x="568" y="25"/>
                    <a:pt x="0" y="113"/>
                    <a:pt x="104" y="1757"/>
                  </a:cubicBezTo>
                  <a:cubicBezTo>
                    <a:pt x="202" y="3407"/>
                    <a:pt x="1941" y="4429"/>
                    <a:pt x="1941" y="4429"/>
                  </a:cubicBezTo>
                  <a:lnTo>
                    <a:pt x="1726" y="3700"/>
                  </a:lnTo>
                  <a:cubicBezTo>
                    <a:pt x="1332" y="3306"/>
                    <a:pt x="915" y="2748"/>
                    <a:pt x="764" y="1647"/>
                  </a:cubicBezTo>
                  <a:cubicBezTo>
                    <a:pt x="609" y="549"/>
                    <a:pt x="1256" y="205"/>
                    <a:pt x="1256" y="205"/>
                  </a:cubicBezTo>
                  <a:cubicBezTo>
                    <a:pt x="1071" y="38"/>
                    <a:pt x="881" y="0"/>
                    <a:pt x="748" y="0"/>
                  </a:cubicBezTo>
                  <a:close/>
                </a:path>
              </a:pathLst>
            </a:custGeom>
            <a:solidFill>
              <a:srgbClr val="0116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45"/>
            <p:cNvSpPr/>
            <p:nvPr/>
          </p:nvSpPr>
          <p:spPr>
            <a:xfrm>
              <a:off x="6725446" y="3337885"/>
              <a:ext cx="60989" cy="186627"/>
            </a:xfrm>
            <a:custGeom>
              <a:avLst/>
              <a:gdLst/>
              <a:ahLst/>
              <a:cxnLst/>
              <a:rect l="l" t="t" r="r" b="b"/>
              <a:pathLst>
                <a:path w="1073" h="3244" extrusionOk="0">
                  <a:moveTo>
                    <a:pt x="1073" y="0"/>
                  </a:moveTo>
                  <a:lnTo>
                    <a:pt x="1073" y="0"/>
                  </a:lnTo>
                  <a:cubicBezTo>
                    <a:pt x="597" y="35"/>
                    <a:pt x="457" y="429"/>
                    <a:pt x="455" y="429"/>
                  </a:cubicBezTo>
                  <a:cubicBezTo>
                    <a:pt x="455" y="429"/>
                    <a:pt x="455" y="429"/>
                    <a:pt x="455" y="429"/>
                  </a:cubicBezTo>
                  <a:cubicBezTo>
                    <a:pt x="0" y="991"/>
                    <a:pt x="231" y="2180"/>
                    <a:pt x="231" y="2180"/>
                  </a:cubicBezTo>
                  <a:lnTo>
                    <a:pt x="455" y="3243"/>
                  </a:lnTo>
                  <a:cubicBezTo>
                    <a:pt x="41" y="1259"/>
                    <a:pt x="1073" y="0"/>
                    <a:pt x="1073" y="0"/>
                  </a:cubicBezTo>
                  <a:close/>
                </a:path>
              </a:pathLst>
            </a:custGeom>
            <a:solidFill>
              <a:srgbClr val="0116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p46"/>
          <p:cNvSpPr txBox="1">
            <a:spLocks noGrp="1"/>
          </p:cNvSpPr>
          <p:nvPr>
            <p:ph type="title"/>
          </p:nvPr>
        </p:nvSpPr>
        <p:spPr>
          <a:xfrm>
            <a:off x="4534425" y="1943550"/>
            <a:ext cx="4551600" cy="11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Why Every Enterprise Matters</a:t>
            </a:r>
            <a:endParaRPr sz="4200"/>
          </a:p>
        </p:txBody>
      </p:sp>
      <p:sp>
        <p:nvSpPr>
          <p:cNvPr id="1706" name="Google Shape;1706;p46"/>
          <p:cNvSpPr txBox="1">
            <a:spLocks noGrp="1"/>
          </p:cNvSpPr>
          <p:nvPr>
            <p:ph type="title" idx="2"/>
          </p:nvPr>
        </p:nvSpPr>
        <p:spPr>
          <a:xfrm>
            <a:off x="4651737" y="1024888"/>
            <a:ext cx="1324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</a:t>
            </a:r>
            <a:endParaRPr/>
          </a:p>
        </p:txBody>
      </p:sp>
      <p:grpSp>
        <p:nvGrpSpPr>
          <p:cNvPr id="1707" name="Google Shape;1707;p46"/>
          <p:cNvGrpSpPr/>
          <p:nvPr/>
        </p:nvGrpSpPr>
        <p:grpSpPr>
          <a:xfrm>
            <a:off x="766638" y="1190625"/>
            <a:ext cx="3981707" cy="2762251"/>
            <a:chOff x="503475" y="1080254"/>
            <a:chExt cx="4299900" cy="2982992"/>
          </a:xfrm>
        </p:grpSpPr>
        <p:sp>
          <p:nvSpPr>
            <p:cNvPr id="1708" name="Google Shape;1708;p46"/>
            <p:cNvSpPr/>
            <p:nvPr/>
          </p:nvSpPr>
          <p:spPr>
            <a:xfrm>
              <a:off x="503475" y="3849046"/>
              <a:ext cx="4299900" cy="214200"/>
            </a:xfrm>
            <a:prstGeom prst="ellipse">
              <a:avLst/>
            </a:prstGeom>
            <a:solidFill>
              <a:srgbClr val="011627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46"/>
            <p:cNvSpPr/>
            <p:nvPr/>
          </p:nvSpPr>
          <p:spPr>
            <a:xfrm>
              <a:off x="1313025" y="3897646"/>
              <a:ext cx="1122600" cy="117000"/>
            </a:xfrm>
            <a:prstGeom prst="ellipse">
              <a:avLst/>
            </a:prstGeom>
            <a:solidFill>
              <a:srgbClr val="011627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46"/>
            <p:cNvSpPr/>
            <p:nvPr/>
          </p:nvSpPr>
          <p:spPr>
            <a:xfrm>
              <a:off x="2496850" y="3897646"/>
              <a:ext cx="1122600" cy="117000"/>
            </a:xfrm>
            <a:prstGeom prst="ellipse">
              <a:avLst/>
            </a:prstGeom>
            <a:solidFill>
              <a:srgbClr val="011627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11" name="Google Shape;1711;p46"/>
            <p:cNvGrpSpPr/>
            <p:nvPr/>
          </p:nvGrpSpPr>
          <p:grpSpPr>
            <a:xfrm>
              <a:off x="849571" y="1253771"/>
              <a:ext cx="3520454" cy="2519075"/>
              <a:chOff x="672671" y="1476375"/>
              <a:chExt cx="3520454" cy="2519075"/>
            </a:xfrm>
          </p:grpSpPr>
          <p:sp>
            <p:nvSpPr>
              <p:cNvPr id="1712" name="Google Shape;1712;p46"/>
              <p:cNvSpPr/>
              <p:nvPr/>
            </p:nvSpPr>
            <p:spPr>
              <a:xfrm>
                <a:off x="672671" y="2204450"/>
                <a:ext cx="626700" cy="17910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713;p46"/>
              <p:cNvSpPr/>
              <p:nvPr/>
            </p:nvSpPr>
            <p:spPr>
              <a:xfrm>
                <a:off x="1299375" y="1532125"/>
                <a:ext cx="488100" cy="24633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46"/>
              <p:cNvSpPr/>
              <p:nvPr/>
            </p:nvSpPr>
            <p:spPr>
              <a:xfrm>
                <a:off x="2571347" y="3034400"/>
                <a:ext cx="749700" cy="9609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46"/>
              <p:cNvSpPr/>
              <p:nvPr/>
            </p:nvSpPr>
            <p:spPr>
              <a:xfrm>
                <a:off x="3321025" y="1476375"/>
                <a:ext cx="384000" cy="25188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Google Shape;1716;p46"/>
              <p:cNvSpPr/>
              <p:nvPr/>
            </p:nvSpPr>
            <p:spPr>
              <a:xfrm>
                <a:off x="3705025" y="2037775"/>
                <a:ext cx="488100" cy="19575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17" name="Google Shape;1717;p46"/>
            <p:cNvGrpSpPr/>
            <p:nvPr/>
          </p:nvGrpSpPr>
          <p:grpSpPr>
            <a:xfrm>
              <a:off x="2435619" y="1385714"/>
              <a:ext cx="1367492" cy="2608772"/>
              <a:chOff x="3167000" y="1252375"/>
              <a:chExt cx="315025" cy="600975"/>
            </a:xfrm>
          </p:grpSpPr>
          <p:sp>
            <p:nvSpPr>
              <p:cNvPr id="1718" name="Google Shape;1718;p46"/>
              <p:cNvSpPr/>
              <p:nvPr/>
            </p:nvSpPr>
            <p:spPr>
              <a:xfrm>
                <a:off x="3312200" y="1261750"/>
                <a:ext cx="46150" cy="120450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4818" extrusionOk="0">
                    <a:moveTo>
                      <a:pt x="971" y="0"/>
                    </a:moveTo>
                    <a:cubicBezTo>
                      <a:pt x="968" y="0"/>
                      <a:pt x="966" y="0"/>
                      <a:pt x="966" y="0"/>
                    </a:cubicBezTo>
                    <a:lnTo>
                      <a:pt x="464" y="571"/>
                    </a:lnTo>
                    <a:cubicBezTo>
                      <a:pt x="464" y="571"/>
                      <a:pt x="0" y="4133"/>
                      <a:pt x="256" y="4543"/>
                    </a:cubicBezTo>
                    <a:cubicBezTo>
                      <a:pt x="398" y="4768"/>
                      <a:pt x="848" y="4818"/>
                      <a:pt x="1219" y="4818"/>
                    </a:cubicBezTo>
                    <a:cubicBezTo>
                      <a:pt x="1515" y="4818"/>
                      <a:pt x="1761" y="4786"/>
                      <a:pt x="1761" y="4786"/>
                    </a:cubicBezTo>
                    <a:cubicBezTo>
                      <a:pt x="1761" y="4786"/>
                      <a:pt x="912" y="3622"/>
                      <a:pt x="1379" y="2650"/>
                    </a:cubicBezTo>
                    <a:cubicBezTo>
                      <a:pt x="1846" y="1675"/>
                      <a:pt x="1603" y="568"/>
                      <a:pt x="1508" y="278"/>
                    </a:cubicBezTo>
                    <a:cubicBezTo>
                      <a:pt x="1417" y="9"/>
                      <a:pt x="1020" y="0"/>
                      <a:pt x="971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46"/>
              <p:cNvSpPr/>
              <p:nvPr/>
            </p:nvSpPr>
            <p:spPr>
              <a:xfrm>
                <a:off x="3326875" y="1386075"/>
                <a:ext cx="136375" cy="159625"/>
              </a:xfrm>
              <a:custGeom>
                <a:avLst/>
                <a:gdLst/>
                <a:ahLst/>
                <a:cxnLst/>
                <a:rect l="l" t="t" r="r" b="b"/>
                <a:pathLst>
                  <a:path w="5455" h="6385" extrusionOk="0">
                    <a:moveTo>
                      <a:pt x="1300" y="1"/>
                    </a:moveTo>
                    <a:cubicBezTo>
                      <a:pt x="1019" y="1"/>
                      <a:pt x="699" y="56"/>
                      <a:pt x="697" y="56"/>
                    </a:cubicBezTo>
                    <a:lnTo>
                      <a:pt x="0" y="1021"/>
                    </a:lnTo>
                    <a:cubicBezTo>
                      <a:pt x="0" y="1021"/>
                      <a:pt x="1155" y="3927"/>
                      <a:pt x="1347" y="4173"/>
                    </a:cubicBezTo>
                    <a:cubicBezTo>
                      <a:pt x="1540" y="4416"/>
                      <a:pt x="5048" y="6384"/>
                      <a:pt x="5048" y="6384"/>
                    </a:cubicBezTo>
                    <a:lnTo>
                      <a:pt x="5455" y="5898"/>
                    </a:lnTo>
                    <a:cubicBezTo>
                      <a:pt x="5455" y="5898"/>
                      <a:pt x="2780" y="3797"/>
                      <a:pt x="2429" y="3315"/>
                    </a:cubicBezTo>
                    <a:cubicBezTo>
                      <a:pt x="2136" y="2107"/>
                      <a:pt x="1827" y="192"/>
                      <a:pt x="1675" y="75"/>
                    </a:cubicBezTo>
                    <a:cubicBezTo>
                      <a:pt x="1607" y="19"/>
                      <a:pt x="1459" y="1"/>
                      <a:pt x="1300" y="1"/>
                    </a:cubicBez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Google Shape;1720;p46"/>
              <p:cNvSpPr/>
              <p:nvPr/>
            </p:nvSpPr>
            <p:spPr>
              <a:xfrm>
                <a:off x="3326950" y="1607275"/>
                <a:ext cx="25" cy="100"/>
              </a:xfrm>
              <a:custGeom>
                <a:avLst/>
                <a:gdLst/>
                <a:ahLst/>
                <a:cxnLst/>
                <a:rect l="l" t="t" r="r" b="b"/>
                <a:pathLst>
                  <a:path w="1" h="4" extrusionOk="0">
                    <a:moveTo>
                      <a:pt x="0" y="0"/>
                    </a:moveTo>
                    <a:lnTo>
                      <a:pt x="0" y="3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Google Shape;1721;p46"/>
              <p:cNvSpPr/>
              <p:nvPr/>
            </p:nvSpPr>
            <p:spPr>
              <a:xfrm>
                <a:off x="3171250" y="1361825"/>
                <a:ext cx="250375" cy="484075"/>
              </a:xfrm>
              <a:custGeom>
                <a:avLst/>
                <a:gdLst/>
                <a:ahLst/>
                <a:cxnLst/>
                <a:rect l="l" t="t" r="r" b="b"/>
                <a:pathLst>
                  <a:path w="10015" h="19363" extrusionOk="0">
                    <a:moveTo>
                      <a:pt x="5623" y="1"/>
                    </a:moveTo>
                    <a:cubicBezTo>
                      <a:pt x="4112" y="310"/>
                      <a:pt x="2995" y="1587"/>
                      <a:pt x="2995" y="1587"/>
                    </a:cubicBezTo>
                    <a:cubicBezTo>
                      <a:pt x="2995" y="1587"/>
                      <a:pt x="4162" y="4771"/>
                      <a:pt x="4396" y="5398"/>
                    </a:cubicBezTo>
                    <a:cubicBezTo>
                      <a:pt x="4304" y="5903"/>
                      <a:pt x="3626" y="8250"/>
                      <a:pt x="3784" y="8922"/>
                    </a:cubicBezTo>
                    <a:lnTo>
                      <a:pt x="4364" y="12250"/>
                    </a:lnTo>
                    <a:lnTo>
                      <a:pt x="4597" y="13604"/>
                    </a:lnTo>
                    <a:cubicBezTo>
                      <a:pt x="4241" y="13881"/>
                      <a:pt x="3787" y="14238"/>
                      <a:pt x="3329" y="14598"/>
                    </a:cubicBezTo>
                    <a:cubicBezTo>
                      <a:pt x="3231" y="14673"/>
                      <a:pt x="3134" y="14752"/>
                      <a:pt x="3039" y="14828"/>
                    </a:cubicBezTo>
                    <a:cubicBezTo>
                      <a:pt x="2146" y="15528"/>
                      <a:pt x="1317" y="16188"/>
                      <a:pt x="1263" y="16232"/>
                    </a:cubicBezTo>
                    <a:cubicBezTo>
                      <a:pt x="1228" y="16254"/>
                      <a:pt x="1190" y="16282"/>
                      <a:pt x="1143" y="16314"/>
                    </a:cubicBezTo>
                    <a:lnTo>
                      <a:pt x="1130" y="16320"/>
                    </a:lnTo>
                    <a:cubicBezTo>
                      <a:pt x="932" y="16459"/>
                      <a:pt x="654" y="16645"/>
                      <a:pt x="496" y="16711"/>
                    </a:cubicBezTo>
                    <a:cubicBezTo>
                      <a:pt x="291" y="16803"/>
                      <a:pt x="1" y="16964"/>
                      <a:pt x="64" y="17260"/>
                    </a:cubicBezTo>
                    <a:cubicBezTo>
                      <a:pt x="64" y="17260"/>
                      <a:pt x="1402" y="19093"/>
                      <a:pt x="1512" y="19260"/>
                    </a:cubicBezTo>
                    <a:cubicBezTo>
                      <a:pt x="1556" y="19328"/>
                      <a:pt x="1607" y="19352"/>
                      <a:pt x="1656" y="19352"/>
                    </a:cubicBezTo>
                    <a:cubicBezTo>
                      <a:pt x="1768" y="19352"/>
                      <a:pt x="1871" y="19228"/>
                      <a:pt x="1869" y="19213"/>
                    </a:cubicBezTo>
                    <a:cubicBezTo>
                      <a:pt x="1869" y="19213"/>
                      <a:pt x="1796" y="18838"/>
                      <a:pt x="1730" y="18557"/>
                    </a:cubicBezTo>
                    <a:lnTo>
                      <a:pt x="1730" y="18550"/>
                    </a:lnTo>
                    <a:cubicBezTo>
                      <a:pt x="1585" y="17945"/>
                      <a:pt x="1405" y="17311"/>
                      <a:pt x="1433" y="17266"/>
                    </a:cubicBezTo>
                    <a:cubicBezTo>
                      <a:pt x="1436" y="17260"/>
                      <a:pt x="3560" y="15695"/>
                      <a:pt x="4367" y="15150"/>
                    </a:cubicBezTo>
                    <a:cubicBezTo>
                      <a:pt x="5254" y="14550"/>
                      <a:pt x="5894" y="14317"/>
                      <a:pt x="5989" y="13837"/>
                    </a:cubicBezTo>
                    <a:lnTo>
                      <a:pt x="6064" y="12607"/>
                    </a:lnTo>
                    <a:lnTo>
                      <a:pt x="6228" y="9834"/>
                    </a:lnTo>
                    <a:lnTo>
                      <a:pt x="6228" y="9834"/>
                    </a:lnTo>
                    <a:cubicBezTo>
                      <a:pt x="6220" y="9836"/>
                      <a:pt x="6212" y="9838"/>
                      <a:pt x="6212" y="9838"/>
                    </a:cubicBezTo>
                    <a:cubicBezTo>
                      <a:pt x="6211" y="9838"/>
                      <a:pt x="6216" y="9837"/>
                      <a:pt x="6228" y="9831"/>
                    </a:cubicBezTo>
                    <a:cubicBezTo>
                      <a:pt x="6241" y="9828"/>
                      <a:pt x="6244" y="9828"/>
                      <a:pt x="6247" y="9828"/>
                    </a:cubicBezTo>
                    <a:lnTo>
                      <a:pt x="6232" y="9834"/>
                    </a:lnTo>
                    <a:lnTo>
                      <a:pt x="7064" y="11730"/>
                    </a:lnTo>
                    <a:lnTo>
                      <a:pt x="7516" y="12755"/>
                    </a:lnTo>
                    <a:lnTo>
                      <a:pt x="7610" y="12973"/>
                    </a:lnTo>
                    <a:lnTo>
                      <a:pt x="7714" y="13219"/>
                    </a:lnTo>
                    <a:cubicBezTo>
                      <a:pt x="7711" y="13228"/>
                      <a:pt x="7711" y="13238"/>
                      <a:pt x="7711" y="13251"/>
                    </a:cubicBezTo>
                    <a:cubicBezTo>
                      <a:pt x="7705" y="13345"/>
                      <a:pt x="7692" y="13446"/>
                      <a:pt x="7680" y="13560"/>
                    </a:cubicBezTo>
                    <a:cubicBezTo>
                      <a:pt x="7635" y="14008"/>
                      <a:pt x="7582" y="14582"/>
                      <a:pt x="7522" y="15162"/>
                    </a:cubicBezTo>
                    <a:lnTo>
                      <a:pt x="7487" y="15528"/>
                    </a:lnTo>
                    <a:cubicBezTo>
                      <a:pt x="7377" y="16658"/>
                      <a:pt x="7273" y="17714"/>
                      <a:pt x="7269" y="17781"/>
                    </a:cubicBezTo>
                    <a:cubicBezTo>
                      <a:pt x="7266" y="17809"/>
                      <a:pt x="7257" y="17834"/>
                      <a:pt x="7254" y="17872"/>
                    </a:cubicBezTo>
                    <a:lnTo>
                      <a:pt x="7254" y="17879"/>
                    </a:lnTo>
                    <a:cubicBezTo>
                      <a:pt x="7216" y="18115"/>
                      <a:pt x="7146" y="18491"/>
                      <a:pt x="7083" y="18664"/>
                    </a:cubicBezTo>
                    <a:cubicBezTo>
                      <a:pt x="7004" y="18875"/>
                      <a:pt x="6922" y="19191"/>
                      <a:pt x="7181" y="19355"/>
                    </a:cubicBezTo>
                    <a:cubicBezTo>
                      <a:pt x="7181" y="19355"/>
                      <a:pt x="8197" y="19342"/>
                      <a:pt x="8971" y="19342"/>
                    </a:cubicBezTo>
                    <a:cubicBezTo>
                      <a:pt x="9397" y="19342"/>
                      <a:pt x="9749" y="19346"/>
                      <a:pt x="9818" y="19358"/>
                    </a:cubicBezTo>
                    <a:cubicBezTo>
                      <a:pt x="9837" y="19361"/>
                      <a:pt x="9851" y="19363"/>
                      <a:pt x="9863" y="19363"/>
                    </a:cubicBezTo>
                    <a:cubicBezTo>
                      <a:pt x="10014" y="19363"/>
                      <a:pt x="9603" y="19087"/>
                      <a:pt x="9377" y="18964"/>
                    </a:cubicBezTo>
                    <a:cubicBezTo>
                      <a:pt x="9377" y="18964"/>
                      <a:pt x="9423" y="18917"/>
                      <a:pt x="9420" y="18917"/>
                    </a:cubicBezTo>
                    <a:lnTo>
                      <a:pt x="9420" y="18917"/>
                    </a:lnTo>
                    <a:cubicBezTo>
                      <a:pt x="9418" y="18917"/>
                      <a:pt x="9406" y="18928"/>
                      <a:pt x="9371" y="18961"/>
                    </a:cubicBezTo>
                    <a:cubicBezTo>
                      <a:pt x="8841" y="18645"/>
                      <a:pt x="8061" y="18361"/>
                      <a:pt x="8052" y="18308"/>
                    </a:cubicBezTo>
                    <a:cubicBezTo>
                      <a:pt x="8052" y="18289"/>
                      <a:pt x="8121" y="17920"/>
                      <a:pt x="8229" y="17374"/>
                    </a:cubicBezTo>
                    <a:lnTo>
                      <a:pt x="8229" y="17371"/>
                    </a:lnTo>
                    <a:cubicBezTo>
                      <a:pt x="8361" y="16680"/>
                      <a:pt x="8547" y="15714"/>
                      <a:pt x="8699" y="14850"/>
                    </a:cubicBezTo>
                    <a:cubicBezTo>
                      <a:pt x="8875" y="13828"/>
                      <a:pt x="9008" y="13446"/>
                      <a:pt x="9024" y="12986"/>
                    </a:cubicBezTo>
                    <a:cubicBezTo>
                      <a:pt x="9024" y="12733"/>
                      <a:pt x="8973" y="12282"/>
                      <a:pt x="8891" y="11727"/>
                    </a:cubicBezTo>
                    <a:cubicBezTo>
                      <a:pt x="8541" y="9389"/>
                      <a:pt x="7610" y="5099"/>
                      <a:pt x="7610" y="5099"/>
                    </a:cubicBezTo>
                    <a:lnTo>
                      <a:pt x="7878" y="1042"/>
                    </a:lnTo>
                    <a:cubicBezTo>
                      <a:pt x="7878" y="1042"/>
                      <a:pt x="6982" y="130"/>
                      <a:pt x="5623" y="1"/>
                    </a:cubicBez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Google Shape;1722;p46"/>
              <p:cNvSpPr/>
              <p:nvPr/>
            </p:nvSpPr>
            <p:spPr>
              <a:xfrm>
                <a:off x="3238300" y="1503400"/>
                <a:ext cx="167925" cy="261225"/>
              </a:xfrm>
              <a:custGeom>
                <a:avLst/>
                <a:gdLst/>
                <a:ahLst/>
                <a:cxnLst/>
                <a:rect l="l" t="t" r="r" b="b"/>
                <a:pathLst>
                  <a:path w="6717" h="10449" extrusionOk="0">
                    <a:moveTo>
                      <a:pt x="5206" y="0"/>
                    </a:moveTo>
                    <a:lnTo>
                      <a:pt x="5206" y="0"/>
                    </a:lnTo>
                    <a:lnTo>
                      <a:pt x="5206" y="0"/>
                    </a:lnTo>
                    <a:cubicBezTo>
                      <a:pt x="5206" y="0"/>
                      <a:pt x="5206" y="0"/>
                      <a:pt x="5206" y="0"/>
                    </a:cubicBezTo>
                    <a:close/>
                    <a:moveTo>
                      <a:pt x="5206" y="0"/>
                    </a:moveTo>
                    <a:cubicBezTo>
                      <a:pt x="5205" y="4"/>
                      <a:pt x="4493" y="342"/>
                      <a:pt x="3379" y="342"/>
                    </a:cubicBezTo>
                    <a:cubicBezTo>
                      <a:pt x="2875" y="342"/>
                      <a:pt x="2290" y="273"/>
                      <a:pt x="1650" y="73"/>
                    </a:cubicBezTo>
                    <a:cubicBezTo>
                      <a:pt x="1650" y="73"/>
                      <a:pt x="874" y="2366"/>
                      <a:pt x="937" y="3108"/>
                    </a:cubicBezTo>
                    <a:cubicBezTo>
                      <a:pt x="1001" y="3849"/>
                      <a:pt x="1698" y="7777"/>
                      <a:pt x="1698" y="7777"/>
                    </a:cubicBezTo>
                    <a:lnTo>
                      <a:pt x="1" y="8701"/>
                    </a:lnTo>
                    <a:lnTo>
                      <a:pt x="174" y="8906"/>
                    </a:lnTo>
                    <a:lnTo>
                      <a:pt x="1083" y="8906"/>
                    </a:lnTo>
                    <a:lnTo>
                      <a:pt x="505" y="9379"/>
                    </a:lnTo>
                    <a:lnTo>
                      <a:pt x="1351" y="10449"/>
                    </a:lnTo>
                    <a:lnTo>
                      <a:pt x="3408" y="8288"/>
                    </a:lnTo>
                    <a:lnTo>
                      <a:pt x="3546" y="4155"/>
                    </a:lnTo>
                    <a:lnTo>
                      <a:pt x="4953" y="7572"/>
                    </a:lnTo>
                    <a:lnTo>
                      <a:pt x="4297" y="9938"/>
                    </a:lnTo>
                    <a:lnTo>
                      <a:pt x="4837" y="9957"/>
                    </a:lnTo>
                    <a:lnTo>
                      <a:pt x="5259" y="9133"/>
                    </a:lnTo>
                    <a:lnTo>
                      <a:pt x="5408" y="10039"/>
                    </a:lnTo>
                    <a:lnTo>
                      <a:pt x="6717" y="10143"/>
                    </a:lnTo>
                    <a:lnTo>
                      <a:pt x="6575" y="7357"/>
                    </a:lnTo>
                    <a:lnTo>
                      <a:pt x="5206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Google Shape;1723;p46"/>
              <p:cNvSpPr/>
              <p:nvPr/>
            </p:nvSpPr>
            <p:spPr>
              <a:xfrm>
                <a:off x="3282475" y="1323975"/>
                <a:ext cx="49625" cy="64025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2561" extrusionOk="0">
                    <a:moveTo>
                      <a:pt x="208" y="0"/>
                    </a:moveTo>
                    <a:lnTo>
                      <a:pt x="130" y="852"/>
                    </a:lnTo>
                    <a:lnTo>
                      <a:pt x="70" y="1552"/>
                    </a:lnTo>
                    <a:lnTo>
                      <a:pt x="0" y="1988"/>
                    </a:lnTo>
                    <a:cubicBezTo>
                      <a:pt x="0" y="1988"/>
                      <a:pt x="256" y="2561"/>
                      <a:pt x="990" y="2561"/>
                    </a:cubicBezTo>
                    <a:cubicBezTo>
                      <a:pt x="1030" y="2561"/>
                      <a:pt x="1071" y="2559"/>
                      <a:pt x="1114" y="2556"/>
                    </a:cubicBezTo>
                    <a:cubicBezTo>
                      <a:pt x="1940" y="2483"/>
                      <a:pt x="1984" y="1944"/>
                      <a:pt x="1984" y="1944"/>
                    </a:cubicBezTo>
                    <a:lnTo>
                      <a:pt x="1385" y="578"/>
                    </a:lnTo>
                    <a:lnTo>
                      <a:pt x="1007" y="546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Google Shape;1724;p46"/>
              <p:cNvSpPr/>
              <p:nvPr/>
            </p:nvSpPr>
            <p:spPr>
              <a:xfrm>
                <a:off x="3250675" y="1368050"/>
                <a:ext cx="129700" cy="70375"/>
              </a:xfrm>
              <a:custGeom>
                <a:avLst/>
                <a:gdLst/>
                <a:ahLst/>
                <a:cxnLst/>
                <a:rect l="l" t="t" r="r" b="b"/>
                <a:pathLst>
                  <a:path w="5188" h="2815" extrusionOk="0">
                    <a:moveTo>
                      <a:pt x="3477" y="1"/>
                    </a:moveTo>
                    <a:cubicBezTo>
                      <a:pt x="3477" y="1"/>
                      <a:pt x="3433" y="600"/>
                      <a:pt x="2919" y="796"/>
                    </a:cubicBezTo>
                    <a:cubicBezTo>
                      <a:pt x="2871" y="814"/>
                      <a:pt x="2821" y="822"/>
                      <a:pt x="2769" y="822"/>
                    </a:cubicBezTo>
                    <a:cubicBezTo>
                      <a:pt x="2255" y="822"/>
                      <a:pt x="1569" y="39"/>
                      <a:pt x="1569" y="39"/>
                    </a:cubicBezTo>
                    <a:cubicBezTo>
                      <a:pt x="1569" y="39"/>
                      <a:pt x="916" y="405"/>
                      <a:pt x="420" y="720"/>
                    </a:cubicBezTo>
                    <a:cubicBezTo>
                      <a:pt x="1" y="991"/>
                      <a:pt x="1130" y="2815"/>
                      <a:pt x="1130" y="2815"/>
                    </a:cubicBezTo>
                    <a:lnTo>
                      <a:pt x="4670" y="2326"/>
                    </a:lnTo>
                    <a:lnTo>
                      <a:pt x="5187" y="1998"/>
                    </a:lnTo>
                    <a:cubicBezTo>
                      <a:pt x="5187" y="1998"/>
                      <a:pt x="4862" y="973"/>
                      <a:pt x="4771" y="796"/>
                    </a:cubicBezTo>
                    <a:cubicBezTo>
                      <a:pt x="4771" y="796"/>
                      <a:pt x="4212" y="291"/>
                      <a:pt x="3477" y="1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Google Shape;1725;p46"/>
              <p:cNvSpPr/>
              <p:nvPr/>
            </p:nvSpPr>
            <p:spPr>
              <a:xfrm>
                <a:off x="3285850" y="1323825"/>
                <a:ext cx="45075" cy="35025"/>
              </a:xfrm>
              <a:custGeom>
                <a:avLst/>
                <a:gdLst/>
                <a:ahLst/>
                <a:cxnLst/>
                <a:rect l="l" t="t" r="r" b="b"/>
                <a:pathLst>
                  <a:path w="1803" h="1401" extrusionOk="0">
                    <a:moveTo>
                      <a:pt x="80" y="0"/>
                    </a:moveTo>
                    <a:lnTo>
                      <a:pt x="1" y="852"/>
                    </a:lnTo>
                    <a:cubicBezTo>
                      <a:pt x="726" y="1290"/>
                      <a:pt x="1073" y="1341"/>
                      <a:pt x="1594" y="1401"/>
                    </a:cubicBezTo>
                    <a:lnTo>
                      <a:pt x="1802" y="877"/>
                    </a:lnTo>
                    <a:lnTo>
                      <a:pt x="1730" y="659"/>
                    </a:lnTo>
                    <a:lnTo>
                      <a:pt x="903" y="864"/>
                    </a:lnTo>
                    <a:lnTo>
                      <a:pt x="80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46"/>
              <p:cNvSpPr/>
              <p:nvPr/>
            </p:nvSpPr>
            <p:spPr>
              <a:xfrm>
                <a:off x="3269300" y="1258650"/>
                <a:ext cx="80350" cy="98025"/>
              </a:xfrm>
              <a:custGeom>
                <a:avLst/>
                <a:gdLst/>
                <a:ahLst/>
                <a:cxnLst/>
                <a:rect l="l" t="t" r="r" b="b"/>
                <a:pathLst>
                  <a:path w="3214" h="3921" extrusionOk="0">
                    <a:moveTo>
                      <a:pt x="1639" y="0"/>
                    </a:moveTo>
                    <a:cubicBezTo>
                      <a:pt x="1624" y="0"/>
                      <a:pt x="1609" y="0"/>
                      <a:pt x="1593" y="1"/>
                    </a:cubicBezTo>
                    <a:cubicBezTo>
                      <a:pt x="1593" y="1"/>
                      <a:pt x="1582" y="0"/>
                      <a:pt x="1562" y="0"/>
                    </a:cubicBezTo>
                    <a:cubicBezTo>
                      <a:pt x="1382" y="0"/>
                      <a:pt x="475" y="62"/>
                      <a:pt x="180" y="1276"/>
                    </a:cubicBezTo>
                    <a:cubicBezTo>
                      <a:pt x="180" y="1276"/>
                      <a:pt x="0" y="2143"/>
                      <a:pt x="477" y="2869"/>
                    </a:cubicBezTo>
                    <a:cubicBezTo>
                      <a:pt x="477" y="2869"/>
                      <a:pt x="1392" y="3781"/>
                      <a:pt x="2294" y="3916"/>
                    </a:cubicBezTo>
                    <a:cubicBezTo>
                      <a:pt x="2314" y="3919"/>
                      <a:pt x="2334" y="3920"/>
                      <a:pt x="2354" y="3920"/>
                    </a:cubicBezTo>
                    <a:cubicBezTo>
                      <a:pt x="2943" y="3920"/>
                      <a:pt x="3213" y="2799"/>
                      <a:pt x="3158" y="1736"/>
                    </a:cubicBezTo>
                    <a:cubicBezTo>
                      <a:pt x="3066" y="758"/>
                      <a:pt x="2324" y="0"/>
                      <a:pt x="1639" y="0"/>
                    </a:cubicBez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727;p46"/>
              <p:cNvSpPr/>
              <p:nvPr/>
            </p:nvSpPr>
            <p:spPr>
              <a:xfrm>
                <a:off x="3322225" y="1308400"/>
                <a:ext cx="9875" cy="2102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841" extrusionOk="0">
                    <a:moveTo>
                      <a:pt x="198" y="1"/>
                    </a:moveTo>
                    <a:cubicBezTo>
                      <a:pt x="195" y="1"/>
                      <a:pt x="192" y="1"/>
                      <a:pt x="189" y="2"/>
                    </a:cubicBezTo>
                    <a:cubicBezTo>
                      <a:pt x="177" y="11"/>
                      <a:pt x="174" y="24"/>
                      <a:pt x="177" y="33"/>
                    </a:cubicBezTo>
                    <a:cubicBezTo>
                      <a:pt x="177" y="33"/>
                      <a:pt x="271" y="220"/>
                      <a:pt x="319" y="570"/>
                    </a:cubicBezTo>
                    <a:cubicBezTo>
                      <a:pt x="338" y="718"/>
                      <a:pt x="306" y="778"/>
                      <a:pt x="268" y="791"/>
                    </a:cubicBezTo>
                    <a:cubicBezTo>
                      <a:pt x="264" y="792"/>
                      <a:pt x="258" y="793"/>
                      <a:pt x="253" y="793"/>
                    </a:cubicBezTo>
                    <a:cubicBezTo>
                      <a:pt x="195" y="793"/>
                      <a:pt x="108" y="714"/>
                      <a:pt x="51" y="573"/>
                    </a:cubicBezTo>
                    <a:cubicBezTo>
                      <a:pt x="48" y="566"/>
                      <a:pt x="40" y="560"/>
                      <a:pt x="31" y="560"/>
                    </a:cubicBezTo>
                    <a:cubicBezTo>
                      <a:pt x="27" y="560"/>
                      <a:pt x="23" y="561"/>
                      <a:pt x="19" y="563"/>
                    </a:cubicBezTo>
                    <a:cubicBezTo>
                      <a:pt x="6" y="567"/>
                      <a:pt x="0" y="582"/>
                      <a:pt x="6" y="595"/>
                    </a:cubicBezTo>
                    <a:cubicBezTo>
                      <a:pt x="67" y="741"/>
                      <a:pt x="164" y="841"/>
                      <a:pt x="247" y="841"/>
                    </a:cubicBezTo>
                    <a:cubicBezTo>
                      <a:pt x="255" y="841"/>
                      <a:pt x="264" y="840"/>
                      <a:pt x="271" y="838"/>
                    </a:cubicBezTo>
                    <a:lnTo>
                      <a:pt x="281" y="838"/>
                    </a:lnTo>
                    <a:cubicBezTo>
                      <a:pt x="316" y="832"/>
                      <a:pt x="394" y="784"/>
                      <a:pt x="366" y="567"/>
                    </a:cubicBezTo>
                    <a:cubicBezTo>
                      <a:pt x="319" y="213"/>
                      <a:pt x="224" y="24"/>
                      <a:pt x="221" y="15"/>
                    </a:cubicBezTo>
                    <a:cubicBezTo>
                      <a:pt x="216" y="5"/>
                      <a:pt x="208" y="1"/>
                      <a:pt x="198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Google Shape;1728;p46"/>
              <p:cNvSpPr/>
              <p:nvPr/>
            </p:nvSpPr>
            <p:spPr>
              <a:xfrm>
                <a:off x="3332150" y="1304050"/>
                <a:ext cx="14700" cy="6775"/>
              </a:xfrm>
              <a:custGeom>
                <a:avLst/>
                <a:gdLst/>
                <a:ahLst/>
                <a:cxnLst/>
                <a:rect l="l" t="t" r="r" b="b"/>
                <a:pathLst>
                  <a:path w="588" h="271" extrusionOk="0">
                    <a:moveTo>
                      <a:pt x="256" y="0"/>
                    </a:moveTo>
                    <a:cubicBezTo>
                      <a:pt x="238" y="0"/>
                      <a:pt x="221" y="2"/>
                      <a:pt x="203" y="6"/>
                    </a:cubicBezTo>
                    <a:cubicBezTo>
                      <a:pt x="143" y="28"/>
                      <a:pt x="98" y="65"/>
                      <a:pt x="64" y="113"/>
                    </a:cubicBezTo>
                    <a:cubicBezTo>
                      <a:pt x="32" y="160"/>
                      <a:pt x="10" y="217"/>
                      <a:pt x="1" y="271"/>
                    </a:cubicBezTo>
                    <a:cubicBezTo>
                      <a:pt x="42" y="233"/>
                      <a:pt x="76" y="195"/>
                      <a:pt x="111" y="163"/>
                    </a:cubicBezTo>
                    <a:cubicBezTo>
                      <a:pt x="149" y="132"/>
                      <a:pt x="187" y="110"/>
                      <a:pt x="228" y="97"/>
                    </a:cubicBezTo>
                    <a:cubicBezTo>
                      <a:pt x="243" y="91"/>
                      <a:pt x="260" y="88"/>
                      <a:pt x="276" y="88"/>
                    </a:cubicBezTo>
                    <a:cubicBezTo>
                      <a:pt x="337" y="88"/>
                      <a:pt x="404" y="126"/>
                      <a:pt x="471" y="185"/>
                    </a:cubicBezTo>
                    <a:lnTo>
                      <a:pt x="587" y="47"/>
                    </a:lnTo>
                    <a:lnTo>
                      <a:pt x="449" y="122"/>
                    </a:lnTo>
                    <a:cubicBezTo>
                      <a:pt x="430" y="91"/>
                      <a:pt x="408" y="59"/>
                      <a:pt x="376" y="40"/>
                    </a:cubicBezTo>
                    <a:cubicBezTo>
                      <a:pt x="351" y="18"/>
                      <a:pt x="326" y="9"/>
                      <a:pt x="294" y="2"/>
                    </a:cubicBezTo>
                    <a:cubicBezTo>
                      <a:pt x="281" y="1"/>
                      <a:pt x="268" y="0"/>
                      <a:pt x="256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729;p46"/>
              <p:cNvSpPr/>
              <p:nvPr/>
            </p:nvSpPr>
            <p:spPr>
              <a:xfrm>
                <a:off x="3301800" y="1307250"/>
                <a:ext cx="16650" cy="5950"/>
              </a:xfrm>
              <a:custGeom>
                <a:avLst/>
                <a:gdLst/>
                <a:ahLst/>
                <a:cxnLst/>
                <a:rect l="l" t="t" r="r" b="b"/>
                <a:pathLst>
                  <a:path w="666" h="238" extrusionOk="0">
                    <a:moveTo>
                      <a:pt x="401" y="1"/>
                    </a:moveTo>
                    <a:cubicBezTo>
                      <a:pt x="366" y="1"/>
                      <a:pt x="338" y="4"/>
                      <a:pt x="303" y="16"/>
                    </a:cubicBezTo>
                    <a:cubicBezTo>
                      <a:pt x="271" y="32"/>
                      <a:pt x="249" y="48"/>
                      <a:pt x="224" y="73"/>
                    </a:cubicBezTo>
                    <a:cubicBezTo>
                      <a:pt x="199" y="102"/>
                      <a:pt x="183" y="136"/>
                      <a:pt x="170" y="171"/>
                    </a:cubicBezTo>
                    <a:lnTo>
                      <a:pt x="0" y="133"/>
                    </a:lnTo>
                    <a:lnTo>
                      <a:pt x="158" y="237"/>
                    </a:lnTo>
                    <a:cubicBezTo>
                      <a:pt x="225" y="155"/>
                      <a:pt x="298" y="100"/>
                      <a:pt x="373" y="100"/>
                    </a:cubicBezTo>
                    <a:cubicBezTo>
                      <a:pt x="379" y="100"/>
                      <a:pt x="385" y="101"/>
                      <a:pt x="391" y="102"/>
                    </a:cubicBezTo>
                    <a:cubicBezTo>
                      <a:pt x="435" y="102"/>
                      <a:pt x="476" y="117"/>
                      <a:pt x="524" y="136"/>
                    </a:cubicBezTo>
                    <a:cubicBezTo>
                      <a:pt x="571" y="155"/>
                      <a:pt x="615" y="184"/>
                      <a:pt x="666" y="212"/>
                    </a:cubicBezTo>
                    <a:cubicBezTo>
                      <a:pt x="653" y="155"/>
                      <a:pt x="612" y="108"/>
                      <a:pt x="568" y="73"/>
                    </a:cubicBezTo>
                    <a:cubicBezTo>
                      <a:pt x="527" y="32"/>
                      <a:pt x="467" y="4"/>
                      <a:pt x="401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Google Shape;1730;p46"/>
              <p:cNvSpPr/>
              <p:nvPr/>
            </p:nvSpPr>
            <p:spPr>
              <a:xfrm>
                <a:off x="3257850" y="1408975"/>
                <a:ext cx="115975" cy="136400"/>
              </a:xfrm>
              <a:custGeom>
                <a:avLst/>
                <a:gdLst/>
                <a:ahLst/>
                <a:cxnLst/>
                <a:rect l="l" t="t" r="r" b="b"/>
                <a:pathLst>
                  <a:path w="4639" h="5456" extrusionOk="0">
                    <a:moveTo>
                      <a:pt x="2857" y="0"/>
                    </a:moveTo>
                    <a:cubicBezTo>
                      <a:pt x="2815" y="0"/>
                      <a:pt x="2776" y="3"/>
                      <a:pt x="2739" y="7"/>
                    </a:cubicBezTo>
                    <a:cubicBezTo>
                      <a:pt x="2212" y="74"/>
                      <a:pt x="559" y="695"/>
                      <a:pt x="559" y="695"/>
                    </a:cubicBezTo>
                    <a:lnTo>
                      <a:pt x="402" y="780"/>
                    </a:lnTo>
                    <a:lnTo>
                      <a:pt x="1" y="989"/>
                    </a:lnTo>
                    <a:cubicBezTo>
                      <a:pt x="1" y="989"/>
                      <a:pt x="635" y="2863"/>
                      <a:pt x="591" y="3500"/>
                    </a:cubicBezTo>
                    <a:cubicBezTo>
                      <a:pt x="562" y="3935"/>
                      <a:pt x="247" y="5263"/>
                      <a:pt x="247" y="5263"/>
                    </a:cubicBezTo>
                    <a:cubicBezTo>
                      <a:pt x="247" y="5263"/>
                      <a:pt x="1015" y="5456"/>
                      <a:pt x="1861" y="5456"/>
                    </a:cubicBezTo>
                    <a:cubicBezTo>
                      <a:pt x="2098" y="5456"/>
                      <a:pt x="2341" y="5441"/>
                      <a:pt x="2575" y="5402"/>
                    </a:cubicBezTo>
                    <a:cubicBezTo>
                      <a:pt x="3897" y="5330"/>
                      <a:pt x="4638" y="4872"/>
                      <a:pt x="4638" y="4872"/>
                    </a:cubicBezTo>
                    <a:lnTo>
                      <a:pt x="4219" y="3582"/>
                    </a:lnTo>
                    <a:lnTo>
                      <a:pt x="4137" y="3197"/>
                    </a:lnTo>
                    <a:lnTo>
                      <a:pt x="4405" y="408"/>
                    </a:lnTo>
                    <a:cubicBezTo>
                      <a:pt x="4405" y="408"/>
                      <a:pt x="3420" y="0"/>
                      <a:pt x="2857" y="0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Google Shape;1731;p46"/>
              <p:cNvSpPr/>
              <p:nvPr/>
            </p:nvSpPr>
            <p:spPr>
              <a:xfrm>
                <a:off x="3354475" y="1401825"/>
                <a:ext cx="13825" cy="40075"/>
              </a:xfrm>
              <a:custGeom>
                <a:avLst/>
                <a:gdLst/>
                <a:ahLst/>
                <a:cxnLst/>
                <a:rect l="l" t="t" r="r" b="b"/>
                <a:pathLst>
                  <a:path w="553" h="1603" extrusionOk="0">
                    <a:moveTo>
                      <a:pt x="0" y="0"/>
                    </a:moveTo>
                    <a:cubicBezTo>
                      <a:pt x="0" y="0"/>
                      <a:pt x="303" y="644"/>
                      <a:pt x="376" y="801"/>
                    </a:cubicBezTo>
                    <a:cubicBezTo>
                      <a:pt x="445" y="959"/>
                      <a:pt x="458" y="1603"/>
                      <a:pt x="458" y="1603"/>
                    </a:cubicBezTo>
                    <a:cubicBezTo>
                      <a:pt x="458" y="1603"/>
                      <a:pt x="480" y="1312"/>
                      <a:pt x="518" y="975"/>
                    </a:cubicBezTo>
                    <a:cubicBezTo>
                      <a:pt x="552" y="634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Google Shape;1732;p46"/>
              <p:cNvSpPr/>
              <p:nvPr/>
            </p:nvSpPr>
            <p:spPr>
              <a:xfrm>
                <a:off x="3276075" y="1275925"/>
                <a:ext cx="75175" cy="28800"/>
              </a:xfrm>
              <a:custGeom>
                <a:avLst/>
                <a:gdLst/>
                <a:ahLst/>
                <a:cxnLst/>
                <a:rect l="l" t="t" r="r" b="b"/>
                <a:pathLst>
                  <a:path w="3007" h="1152" extrusionOk="0">
                    <a:moveTo>
                      <a:pt x="1999" y="0"/>
                    </a:moveTo>
                    <a:cubicBezTo>
                      <a:pt x="1598" y="0"/>
                      <a:pt x="1194" y="153"/>
                      <a:pt x="975" y="414"/>
                    </a:cubicBezTo>
                    <a:cubicBezTo>
                      <a:pt x="598" y="860"/>
                      <a:pt x="32" y="866"/>
                      <a:pt x="2" y="866"/>
                    </a:cubicBezTo>
                    <a:cubicBezTo>
                      <a:pt x="1" y="866"/>
                      <a:pt x="1" y="866"/>
                      <a:pt x="1" y="866"/>
                    </a:cubicBezTo>
                    <a:lnTo>
                      <a:pt x="1" y="866"/>
                    </a:lnTo>
                    <a:cubicBezTo>
                      <a:pt x="306" y="1077"/>
                      <a:pt x="605" y="1152"/>
                      <a:pt x="876" y="1152"/>
                    </a:cubicBezTo>
                    <a:cubicBezTo>
                      <a:pt x="1539" y="1152"/>
                      <a:pt x="2032" y="702"/>
                      <a:pt x="2032" y="701"/>
                    </a:cubicBezTo>
                    <a:lnTo>
                      <a:pt x="2032" y="701"/>
                    </a:lnTo>
                    <a:lnTo>
                      <a:pt x="1818" y="1071"/>
                    </a:lnTo>
                    <a:cubicBezTo>
                      <a:pt x="1834" y="1071"/>
                      <a:pt x="1850" y="1072"/>
                      <a:pt x="1865" y="1072"/>
                    </a:cubicBezTo>
                    <a:cubicBezTo>
                      <a:pt x="2529" y="1072"/>
                      <a:pt x="3006" y="436"/>
                      <a:pt x="2830" y="285"/>
                    </a:cubicBezTo>
                    <a:cubicBezTo>
                      <a:pt x="2610" y="89"/>
                      <a:pt x="2305" y="0"/>
                      <a:pt x="1999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Google Shape;1733;p46"/>
              <p:cNvSpPr/>
              <p:nvPr/>
            </p:nvSpPr>
            <p:spPr>
              <a:xfrm>
                <a:off x="3315500" y="1330925"/>
                <a:ext cx="22825" cy="6475"/>
              </a:xfrm>
              <a:custGeom>
                <a:avLst/>
                <a:gdLst/>
                <a:ahLst/>
                <a:cxnLst/>
                <a:rect l="l" t="t" r="r" b="b"/>
                <a:pathLst>
                  <a:path w="913" h="259" extrusionOk="0">
                    <a:moveTo>
                      <a:pt x="890" y="1"/>
                    </a:moveTo>
                    <a:cubicBezTo>
                      <a:pt x="884" y="1"/>
                      <a:pt x="877" y="4"/>
                      <a:pt x="872" y="9"/>
                    </a:cubicBezTo>
                    <a:cubicBezTo>
                      <a:pt x="755" y="169"/>
                      <a:pt x="596" y="216"/>
                      <a:pt x="448" y="216"/>
                    </a:cubicBezTo>
                    <a:cubicBezTo>
                      <a:pt x="229" y="216"/>
                      <a:pt x="34" y="112"/>
                      <a:pt x="33" y="110"/>
                    </a:cubicBezTo>
                    <a:cubicBezTo>
                      <a:pt x="29" y="110"/>
                      <a:pt x="26" y="109"/>
                      <a:pt x="24" y="109"/>
                    </a:cubicBezTo>
                    <a:cubicBezTo>
                      <a:pt x="15" y="109"/>
                      <a:pt x="9" y="113"/>
                      <a:pt x="4" y="120"/>
                    </a:cubicBezTo>
                    <a:cubicBezTo>
                      <a:pt x="1" y="132"/>
                      <a:pt x="4" y="142"/>
                      <a:pt x="14" y="148"/>
                    </a:cubicBezTo>
                    <a:cubicBezTo>
                      <a:pt x="17" y="151"/>
                      <a:pt x="219" y="259"/>
                      <a:pt x="446" y="259"/>
                    </a:cubicBezTo>
                    <a:cubicBezTo>
                      <a:pt x="604" y="259"/>
                      <a:pt x="777" y="205"/>
                      <a:pt x="903" y="32"/>
                    </a:cubicBezTo>
                    <a:cubicBezTo>
                      <a:pt x="913" y="25"/>
                      <a:pt x="906" y="13"/>
                      <a:pt x="900" y="6"/>
                    </a:cubicBezTo>
                    <a:cubicBezTo>
                      <a:pt x="897" y="2"/>
                      <a:pt x="894" y="1"/>
                      <a:pt x="890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1734;p46"/>
              <p:cNvSpPr/>
              <p:nvPr/>
            </p:nvSpPr>
            <p:spPr>
              <a:xfrm>
                <a:off x="3426400" y="1456550"/>
                <a:ext cx="50825" cy="58350"/>
              </a:xfrm>
              <a:custGeom>
                <a:avLst/>
                <a:gdLst/>
                <a:ahLst/>
                <a:cxnLst/>
                <a:rect l="l" t="t" r="r" b="b"/>
                <a:pathLst>
                  <a:path w="2033" h="2334" extrusionOk="0">
                    <a:moveTo>
                      <a:pt x="953" y="0"/>
                    </a:moveTo>
                    <a:lnTo>
                      <a:pt x="890" y="133"/>
                    </a:lnTo>
                    <a:lnTo>
                      <a:pt x="1133" y="344"/>
                    </a:lnTo>
                    <a:lnTo>
                      <a:pt x="613" y="865"/>
                    </a:lnTo>
                    <a:cubicBezTo>
                      <a:pt x="546" y="982"/>
                      <a:pt x="1" y="2294"/>
                      <a:pt x="1" y="2294"/>
                    </a:cubicBezTo>
                    <a:cubicBezTo>
                      <a:pt x="1" y="2294"/>
                      <a:pt x="84" y="2333"/>
                      <a:pt x="212" y="2333"/>
                    </a:cubicBezTo>
                    <a:cubicBezTo>
                      <a:pt x="372" y="2333"/>
                      <a:pt x="602" y="2272"/>
                      <a:pt x="827" y="1994"/>
                    </a:cubicBezTo>
                    <a:cubicBezTo>
                      <a:pt x="827" y="1994"/>
                      <a:pt x="631" y="1549"/>
                      <a:pt x="843" y="1313"/>
                    </a:cubicBezTo>
                    <a:cubicBezTo>
                      <a:pt x="1237" y="685"/>
                      <a:pt x="1856" y="874"/>
                      <a:pt x="2032" y="455"/>
                    </a:cubicBezTo>
                    <a:cubicBezTo>
                      <a:pt x="2032" y="455"/>
                      <a:pt x="1594" y="124"/>
                      <a:pt x="1395" y="79"/>
                    </a:cubicBezTo>
                    <a:cubicBezTo>
                      <a:pt x="1193" y="38"/>
                      <a:pt x="953" y="0"/>
                      <a:pt x="953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46"/>
              <p:cNvSpPr/>
              <p:nvPr/>
            </p:nvSpPr>
            <p:spPr>
              <a:xfrm>
                <a:off x="3311400" y="1454900"/>
                <a:ext cx="54775" cy="62950"/>
              </a:xfrm>
              <a:custGeom>
                <a:avLst/>
                <a:gdLst/>
                <a:ahLst/>
                <a:cxnLst/>
                <a:rect l="l" t="t" r="r" b="b"/>
                <a:pathLst>
                  <a:path w="2191" h="2518" extrusionOk="0">
                    <a:moveTo>
                      <a:pt x="777" y="0"/>
                    </a:moveTo>
                    <a:cubicBezTo>
                      <a:pt x="777" y="0"/>
                      <a:pt x="320" y="306"/>
                      <a:pt x="215" y="483"/>
                    </a:cubicBezTo>
                    <a:cubicBezTo>
                      <a:pt x="115" y="663"/>
                      <a:pt x="1" y="877"/>
                      <a:pt x="1" y="877"/>
                    </a:cubicBezTo>
                    <a:lnTo>
                      <a:pt x="105" y="981"/>
                    </a:lnTo>
                    <a:lnTo>
                      <a:pt x="386" y="820"/>
                    </a:lnTo>
                    <a:lnTo>
                      <a:pt x="708" y="1477"/>
                    </a:lnTo>
                    <a:cubicBezTo>
                      <a:pt x="799" y="1581"/>
                      <a:pt x="1869" y="2518"/>
                      <a:pt x="1869" y="2518"/>
                    </a:cubicBezTo>
                    <a:cubicBezTo>
                      <a:pt x="1869" y="2518"/>
                      <a:pt x="2190" y="2183"/>
                      <a:pt x="1850" y="1644"/>
                    </a:cubicBezTo>
                    <a:cubicBezTo>
                      <a:pt x="1850" y="1644"/>
                      <a:pt x="1826" y="1646"/>
                      <a:pt x="1789" y="1646"/>
                    </a:cubicBezTo>
                    <a:cubicBezTo>
                      <a:pt x="1653" y="1646"/>
                      <a:pt x="1330" y="1623"/>
                      <a:pt x="1209" y="1410"/>
                    </a:cubicBezTo>
                    <a:cubicBezTo>
                      <a:pt x="742" y="827"/>
                      <a:pt x="1121" y="306"/>
                      <a:pt x="777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46"/>
              <p:cNvSpPr/>
              <p:nvPr/>
            </p:nvSpPr>
            <p:spPr>
              <a:xfrm>
                <a:off x="3330575" y="1465850"/>
                <a:ext cx="102150" cy="24675"/>
              </a:xfrm>
              <a:custGeom>
                <a:avLst/>
                <a:gdLst/>
                <a:ahLst/>
                <a:cxnLst/>
                <a:rect l="l" t="t" r="r" b="b"/>
                <a:pathLst>
                  <a:path w="4086" h="987" extrusionOk="0">
                    <a:moveTo>
                      <a:pt x="2203" y="1"/>
                    </a:moveTo>
                    <a:cubicBezTo>
                      <a:pt x="1333" y="1"/>
                      <a:pt x="353" y="211"/>
                      <a:pt x="250" y="364"/>
                    </a:cubicBezTo>
                    <a:cubicBezTo>
                      <a:pt x="136" y="531"/>
                      <a:pt x="1" y="890"/>
                      <a:pt x="1020" y="979"/>
                    </a:cubicBezTo>
                    <a:cubicBezTo>
                      <a:pt x="1076" y="984"/>
                      <a:pt x="1135" y="986"/>
                      <a:pt x="1196" y="986"/>
                    </a:cubicBezTo>
                    <a:cubicBezTo>
                      <a:pt x="2242" y="986"/>
                      <a:pt x="3912" y="285"/>
                      <a:pt x="3912" y="285"/>
                    </a:cubicBezTo>
                    <a:lnTo>
                      <a:pt x="4086" y="155"/>
                    </a:lnTo>
                    <a:cubicBezTo>
                      <a:pt x="4086" y="155"/>
                      <a:pt x="3370" y="54"/>
                      <a:pt x="2452" y="7"/>
                    </a:cubicBezTo>
                    <a:cubicBezTo>
                      <a:pt x="2371" y="3"/>
                      <a:pt x="2287" y="1"/>
                      <a:pt x="2203" y="1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Google Shape;1737;p46"/>
              <p:cNvSpPr/>
              <p:nvPr/>
            </p:nvSpPr>
            <p:spPr>
              <a:xfrm>
                <a:off x="3351075" y="1469025"/>
                <a:ext cx="93250" cy="24375"/>
              </a:xfrm>
              <a:custGeom>
                <a:avLst/>
                <a:gdLst/>
                <a:ahLst/>
                <a:cxnLst/>
                <a:rect l="l" t="t" r="r" b="b"/>
                <a:pathLst>
                  <a:path w="3730" h="975" extrusionOk="0">
                    <a:moveTo>
                      <a:pt x="3044" y="1"/>
                    </a:moveTo>
                    <a:cubicBezTo>
                      <a:pt x="2374" y="1"/>
                      <a:pt x="422" y="237"/>
                      <a:pt x="231" y="375"/>
                    </a:cubicBezTo>
                    <a:cubicBezTo>
                      <a:pt x="1" y="543"/>
                      <a:pt x="64" y="871"/>
                      <a:pt x="313" y="890"/>
                    </a:cubicBezTo>
                    <a:cubicBezTo>
                      <a:pt x="497" y="901"/>
                      <a:pt x="2019" y="974"/>
                      <a:pt x="2902" y="974"/>
                    </a:cubicBezTo>
                    <a:cubicBezTo>
                      <a:pt x="3218" y="974"/>
                      <a:pt x="3451" y="965"/>
                      <a:pt x="3512" y="940"/>
                    </a:cubicBezTo>
                    <a:cubicBezTo>
                      <a:pt x="3730" y="833"/>
                      <a:pt x="3638" y="517"/>
                      <a:pt x="3433" y="517"/>
                    </a:cubicBezTo>
                    <a:lnTo>
                      <a:pt x="3272" y="498"/>
                    </a:lnTo>
                    <a:cubicBezTo>
                      <a:pt x="3203" y="492"/>
                      <a:pt x="3149" y="483"/>
                      <a:pt x="3149" y="483"/>
                    </a:cubicBezTo>
                    <a:cubicBezTo>
                      <a:pt x="3149" y="483"/>
                      <a:pt x="3196" y="413"/>
                      <a:pt x="3234" y="322"/>
                    </a:cubicBezTo>
                    <a:cubicBezTo>
                      <a:pt x="3282" y="218"/>
                      <a:pt x="3320" y="98"/>
                      <a:pt x="3266" y="28"/>
                    </a:cubicBezTo>
                    <a:cubicBezTo>
                      <a:pt x="3251" y="9"/>
                      <a:pt x="3170" y="1"/>
                      <a:pt x="3044" y="1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Google Shape;1738;p46"/>
              <p:cNvSpPr/>
              <p:nvPr/>
            </p:nvSpPr>
            <p:spPr>
              <a:xfrm>
                <a:off x="3368200" y="1477050"/>
                <a:ext cx="64775" cy="8450"/>
              </a:xfrm>
              <a:custGeom>
                <a:avLst/>
                <a:gdLst/>
                <a:ahLst/>
                <a:cxnLst/>
                <a:rect l="l" t="t" r="r" b="b"/>
                <a:pathLst>
                  <a:path w="2591" h="338" extrusionOk="0">
                    <a:moveTo>
                      <a:pt x="2556" y="1"/>
                    </a:moveTo>
                    <a:lnTo>
                      <a:pt x="2556" y="1"/>
                    </a:lnTo>
                    <a:cubicBezTo>
                      <a:pt x="2555" y="1"/>
                      <a:pt x="0" y="51"/>
                      <a:pt x="3" y="285"/>
                    </a:cubicBezTo>
                    <a:cubicBezTo>
                      <a:pt x="7" y="323"/>
                      <a:pt x="149" y="337"/>
                      <a:pt x="363" y="337"/>
                    </a:cubicBezTo>
                    <a:cubicBezTo>
                      <a:pt x="1074" y="337"/>
                      <a:pt x="2590" y="177"/>
                      <a:pt x="2590" y="177"/>
                    </a:cubicBezTo>
                    <a:cubicBezTo>
                      <a:pt x="2518" y="171"/>
                      <a:pt x="2467" y="162"/>
                      <a:pt x="2467" y="162"/>
                    </a:cubicBezTo>
                    <a:cubicBezTo>
                      <a:pt x="2467" y="162"/>
                      <a:pt x="2515" y="92"/>
                      <a:pt x="2556" y="1"/>
                    </a:cubicBez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Google Shape;1739;p46"/>
              <p:cNvSpPr/>
              <p:nvPr/>
            </p:nvSpPr>
            <p:spPr>
              <a:xfrm>
                <a:off x="3367400" y="1479175"/>
                <a:ext cx="102175" cy="96175"/>
              </a:xfrm>
              <a:custGeom>
                <a:avLst/>
                <a:gdLst/>
                <a:ahLst/>
                <a:cxnLst/>
                <a:rect l="l" t="t" r="r" b="b"/>
                <a:pathLst>
                  <a:path w="4087" h="3847" extrusionOk="0">
                    <a:moveTo>
                      <a:pt x="4058" y="1"/>
                    </a:moveTo>
                    <a:lnTo>
                      <a:pt x="1" y="285"/>
                    </a:lnTo>
                    <a:lnTo>
                      <a:pt x="244" y="3847"/>
                    </a:lnTo>
                    <a:lnTo>
                      <a:pt x="4086" y="3326"/>
                    </a:lnTo>
                    <a:lnTo>
                      <a:pt x="4058" y="1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Google Shape;1740;p46"/>
              <p:cNvSpPr/>
              <p:nvPr/>
            </p:nvSpPr>
            <p:spPr>
              <a:xfrm>
                <a:off x="3395575" y="1503475"/>
                <a:ext cx="51675" cy="13050"/>
              </a:xfrm>
              <a:custGeom>
                <a:avLst/>
                <a:gdLst/>
                <a:ahLst/>
                <a:cxnLst/>
                <a:rect l="l" t="t" r="r" b="b"/>
                <a:pathLst>
                  <a:path w="2067" h="522" extrusionOk="0">
                    <a:moveTo>
                      <a:pt x="2047" y="1"/>
                    </a:moveTo>
                    <a:lnTo>
                      <a:pt x="0" y="155"/>
                    </a:lnTo>
                    <a:lnTo>
                      <a:pt x="16" y="521"/>
                    </a:lnTo>
                    <a:lnTo>
                      <a:pt x="2066" y="363"/>
                    </a:lnTo>
                    <a:lnTo>
                      <a:pt x="2047" y="1"/>
                    </a:ln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Google Shape;1741;p46"/>
              <p:cNvSpPr/>
              <p:nvPr/>
            </p:nvSpPr>
            <p:spPr>
              <a:xfrm>
                <a:off x="3319050" y="1486275"/>
                <a:ext cx="54450" cy="89075"/>
              </a:xfrm>
              <a:custGeom>
                <a:avLst/>
                <a:gdLst/>
                <a:ahLst/>
                <a:cxnLst/>
                <a:rect l="l" t="t" r="r" b="b"/>
                <a:pathLst>
                  <a:path w="2178" h="3563" extrusionOk="0">
                    <a:moveTo>
                      <a:pt x="1935" y="1"/>
                    </a:moveTo>
                    <a:lnTo>
                      <a:pt x="1" y="99"/>
                    </a:lnTo>
                    <a:lnTo>
                      <a:pt x="77" y="1241"/>
                    </a:lnTo>
                    <a:lnTo>
                      <a:pt x="137" y="1714"/>
                    </a:lnTo>
                    <a:lnTo>
                      <a:pt x="297" y="3563"/>
                    </a:lnTo>
                    <a:lnTo>
                      <a:pt x="2178" y="3563"/>
                    </a:lnTo>
                    <a:lnTo>
                      <a:pt x="2045" y="1584"/>
                    </a:lnTo>
                    <a:lnTo>
                      <a:pt x="2014" y="1105"/>
                    </a:lnTo>
                    <a:lnTo>
                      <a:pt x="1935" y="1"/>
                    </a:ln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Google Shape;1742;p46"/>
              <p:cNvSpPr/>
              <p:nvPr/>
            </p:nvSpPr>
            <p:spPr>
              <a:xfrm>
                <a:off x="3367400" y="1479350"/>
                <a:ext cx="114625" cy="24150"/>
              </a:xfrm>
              <a:custGeom>
                <a:avLst/>
                <a:gdLst/>
                <a:ahLst/>
                <a:cxnLst/>
                <a:rect l="l" t="t" r="r" b="b"/>
                <a:pathLst>
                  <a:path w="4585" h="966" extrusionOk="0">
                    <a:moveTo>
                      <a:pt x="4105" y="0"/>
                    </a:moveTo>
                    <a:lnTo>
                      <a:pt x="1" y="284"/>
                    </a:lnTo>
                    <a:lnTo>
                      <a:pt x="490" y="966"/>
                    </a:lnTo>
                    <a:lnTo>
                      <a:pt x="4585" y="685"/>
                    </a:lnTo>
                    <a:lnTo>
                      <a:pt x="410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Google Shape;1743;p46"/>
              <p:cNvSpPr/>
              <p:nvPr/>
            </p:nvSpPr>
            <p:spPr>
              <a:xfrm>
                <a:off x="3308325" y="1486275"/>
                <a:ext cx="59100" cy="20450"/>
              </a:xfrm>
              <a:custGeom>
                <a:avLst/>
                <a:gdLst/>
                <a:ahLst/>
                <a:cxnLst/>
                <a:rect l="l" t="t" r="r" b="b"/>
                <a:pathLst>
                  <a:path w="2364" h="818" extrusionOk="0">
                    <a:moveTo>
                      <a:pt x="2364" y="1"/>
                    </a:moveTo>
                    <a:lnTo>
                      <a:pt x="430" y="99"/>
                    </a:lnTo>
                    <a:lnTo>
                      <a:pt x="1" y="818"/>
                    </a:lnTo>
                    <a:lnTo>
                      <a:pt x="1973" y="748"/>
                    </a:lnTo>
                    <a:lnTo>
                      <a:pt x="236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Google Shape;1744;p46"/>
              <p:cNvSpPr/>
              <p:nvPr/>
            </p:nvSpPr>
            <p:spPr>
              <a:xfrm>
                <a:off x="3426800" y="1526425"/>
                <a:ext cx="29750" cy="14350"/>
              </a:xfrm>
              <a:custGeom>
                <a:avLst/>
                <a:gdLst/>
                <a:ahLst/>
                <a:cxnLst/>
                <a:rect l="l" t="t" r="r" b="b"/>
                <a:pathLst>
                  <a:path w="1190" h="574" extrusionOk="0">
                    <a:moveTo>
                      <a:pt x="1089" y="1"/>
                    </a:moveTo>
                    <a:lnTo>
                      <a:pt x="120" y="48"/>
                    </a:lnTo>
                    <a:lnTo>
                      <a:pt x="0" y="461"/>
                    </a:lnTo>
                    <a:cubicBezTo>
                      <a:pt x="0" y="461"/>
                      <a:pt x="283" y="573"/>
                      <a:pt x="605" y="573"/>
                    </a:cubicBezTo>
                    <a:cubicBezTo>
                      <a:pt x="804" y="573"/>
                      <a:pt x="1018" y="530"/>
                      <a:pt x="1190" y="392"/>
                    </a:cubicBezTo>
                    <a:lnTo>
                      <a:pt x="108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46"/>
              <p:cNvSpPr/>
              <p:nvPr/>
            </p:nvSpPr>
            <p:spPr>
              <a:xfrm>
                <a:off x="3420100" y="1479200"/>
                <a:ext cx="38275" cy="52500"/>
              </a:xfrm>
              <a:custGeom>
                <a:avLst/>
                <a:gdLst/>
                <a:ahLst/>
                <a:cxnLst/>
                <a:rect l="l" t="t" r="r" b="b"/>
                <a:pathLst>
                  <a:path w="1531" h="2100" extrusionOk="0">
                    <a:moveTo>
                      <a:pt x="731" y="0"/>
                    </a:moveTo>
                    <a:cubicBezTo>
                      <a:pt x="401" y="0"/>
                      <a:pt x="0" y="120"/>
                      <a:pt x="0" y="120"/>
                    </a:cubicBezTo>
                    <a:cubicBezTo>
                      <a:pt x="0" y="120"/>
                      <a:pt x="294" y="1088"/>
                      <a:pt x="196" y="1574"/>
                    </a:cubicBezTo>
                    <a:cubicBezTo>
                      <a:pt x="95" y="2060"/>
                      <a:pt x="363" y="2095"/>
                      <a:pt x="486" y="2095"/>
                    </a:cubicBezTo>
                    <a:cubicBezTo>
                      <a:pt x="525" y="2095"/>
                      <a:pt x="624" y="2099"/>
                      <a:pt x="744" y="2099"/>
                    </a:cubicBezTo>
                    <a:cubicBezTo>
                      <a:pt x="1005" y="2099"/>
                      <a:pt x="1365" y="2077"/>
                      <a:pt x="1432" y="1937"/>
                    </a:cubicBezTo>
                    <a:cubicBezTo>
                      <a:pt x="1530" y="1732"/>
                      <a:pt x="1338" y="296"/>
                      <a:pt x="1082" y="88"/>
                    </a:cubicBezTo>
                    <a:cubicBezTo>
                      <a:pt x="1005" y="23"/>
                      <a:pt x="874" y="0"/>
                      <a:pt x="731" y="0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Google Shape;1746;p46"/>
              <p:cNvSpPr/>
              <p:nvPr/>
            </p:nvSpPr>
            <p:spPr>
              <a:xfrm>
                <a:off x="3329000" y="1528475"/>
                <a:ext cx="28250" cy="13700"/>
              </a:xfrm>
              <a:custGeom>
                <a:avLst/>
                <a:gdLst/>
                <a:ahLst/>
                <a:cxnLst/>
                <a:rect l="l" t="t" r="r" b="b"/>
                <a:pathLst>
                  <a:path w="1130" h="548" extrusionOk="0">
                    <a:moveTo>
                      <a:pt x="95" y="1"/>
                    </a:moveTo>
                    <a:lnTo>
                      <a:pt x="0" y="373"/>
                    </a:lnTo>
                    <a:cubicBezTo>
                      <a:pt x="163" y="506"/>
                      <a:pt x="368" y="547"/>
                      <a:pt x="558" y="547"/>
                    </a:cubicBezTo>
                    <a:cubicBezTo>
                      <a:pt x="862" y="547"/>
                      <a:pt x="1130" y="442"/>
                      <a:pt x="1130" y="442"/>
                    </a:cubicBezTo>
                    <a:lnTo>
                      <a:pt x="1019" y="48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Google Shape;1747;p46"/>
              <p:cNvSpPr/>
              <p:nvPr/>
            </p:nvSpPr>
            <p:spPr>
              <a:xfrm>
                <a:off x="3327275" y="1483650"/>
                <a:ext cx="36300" cy="49950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98" extrusionOk="0">
                    <a:moveTo>
                      <a:pt x="760" y="1"/>
                    </a:moveTo>
                    <a:cubicBezTo>
                      <a:pt x="623" y="1"/>
                      <a:pt x="498" y="22"/>
                      <a:pt x="423" y="84"/>
                    </a:cubicBezTo>
                    <a:cubicBezTo>
                      <a:pt x="177" y="282"/>
                      <a:pt x="0" y="1645"/>
                      <a:pt x="92" y="1841"/>
                    </a:cubicBezTo>
                    <a:cubicBezTo>
                      <a:pt x="156" y="1976"/>
                      <a:pt x="492" y="1997"/>
                      <a:pt x="738" y="1997"/>
                    </a:cubicBezTo>
                    <a:cubicBezTo>
                      <a:pt x="856" y="1997"/>
                      <a:pt x="953" y="1992"/>
                      <a:pt x="991" y="1992"/>
                    </a:cubicBezTo>
                    <a:cubicBezTo>
                      <a:pt x="1104" y="1992"/>
                      <a:pt x="1357" y="1958"/>
                      <a:pt x="1265" y="1494"/>
                    </a:cubicBezTo>
                    <a:cubicBezTo>
                      <a:pt x="1174" y="1033"/>
                      <a:pt x="1451" y="112"/>
                      <a:pt x="1451" y="112"/>
                    </a:cubicBezTo>
                    <a:cubicBezTo>
                      <a:pt x="1451" y="112"/>
                      <a:pt x="1073" y="1"/>
                      <a:pt x="760" y="1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Google Shape;1748;p46"/>
              <p:cNvSpPr/>
              <p:nvPr/>
            </p:nvSpPr>
            <p:spPr>
              <a:xfrm>
                <a:off x="3235450" y="1390200"/>
                <a:ext cx="115900" cy="188700"/>
              </a:xfrm>
              <a:custGeom>
                <a:avLst/>
                <a:gdLst/>
                <a:ahLst/>
                <a:cxnLst/>
                <a:rect l="l" t="t" r="r" b="b"/>
                <a:pathLst>
                  <a:path w="4636" h="7548" extrusionOk="0">
                    <a:moveTo>
                      <a:pt x="908" y="1"/>
                    </a:moveTo>
                    <a:cubicBezTo>
                      <a:pt x="905" y="1"/>
                      <a:pt x="903" y="1"/>
                      <a:pt x="900" y="1"/>
                    </a:cubicBezTo>
                    <a:cubicBezTo>
                      <a:pt x="1" y="506"/>
                      <a:pt x="124" y="1377"/>
                      <a:pt x="124" y="1377"/>
                    </a:cubicBezTo>
                    <a:cubicBezTo>
                      <a:pt x="124" y="1377"/>
                      <a:pt x="903" y="4614"/>
                      <a:pt x="1067" y="4882"/>
                    </a:cubicBezTo>
                    <a:cubicBezTo>
                      <a:pt x="1228" y="5147"/>
                      <a:pt x="4194" y="7547"/>
                      <a:pt x="4194" y="7547"/>
                    </a:cubicBezTo>
                    <a:lnTo>
                      <a:pt x="4635" y="7040"/>
                    </a:lnTo>
                    <a:cubicBezTo>
                      <a:pt x="4635" y="7040"/>
                      <a:pt x="2462" y="4850"/>
                      <a:pt x="2175" y="4330"/>
                    </a:cubicBezTo>
                    <a:cubicBezTo>
                      <a:pt x="2033" y="3093"/>
                      <a:pt x="1626" y="1257"/>
                      <a:pt x="1493" y="1121"/>
                    </a:cubicBezTo>
                    <a:cubicBezTo>
                      <a:pt x="1325" y="944"/>
                      <a:pt x="1066" y="1"/>
                      <a:pt x="908" y="1"/>
                    </a:cubicBez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Google Shape;1749;p46"/>
              <p:cNvSpPr/>
              <p:nvPr/>
            </p:nvSpPr>
            <p:spPr>
              <a:xfrm>
                <a:off x="3233875" y="1386050"/>
                <a:ext cx="46475" cy="53650"/>
              </a:xfrm>
              <a:custGeom>
                <a:avLst/>
                <a:gdLst/>
                <a:ahLst/>
                <a:cxnLst/>
                <a:rect l="l" t="t" r="r" b="b"/>
                <a:pathLst>
                  <a:path w="1859" h="2146" extrusionOk="0">
                    <a:moveTo>
                      <a:pt x="1152" y="0"/>
                    </a:moveTo>
                    <a:cubicBezTo>
                      <a:pt x="1152" y="0"/>
                      <a:pt x="364" y="410"/>
                      <a:pt x="184" y="808"/>
                    </a:cubicBezTo>
                    <a:cubicBezTo>
                      <a:pt x="1" y="1202"/>
                      <a:pt x="89" y="2095"/>
                      <a:pt x="89" y="2095"/>
                    </a:cubicBezTo>
                    <a:lnTo>
                      <a:pt x="1859" y="2145"/>
                    </a:lnTo>
                    <a:cubicBezTo>
                      <a:pt x="1856" y="2142"/>
                      <a:pt x="1638" y="312"/>
                      <a:pt x="1152" y="0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Google Shape;1750;p46"/>
              <p:cNvSpPr/>
              <p:nvPr/>
            </p:nvSpPr>
            <p:spPr>
              <a:xfrm>
                <a:off x="3236100" y="1438400"/>
                <a:ext cx="44975" cy="8700"/>
              </a:xfrm>
              <a:custGeom>
                <a:avLst/>
                <a:gdLst/>
                <a:ahLst/>
                <a:cxnLst/>
                <a:rect l="l" t="t" r="r" b="b"/>
                <a:pathLst>
                  <a:path w="1799" h="348" extrusionOk="0">
                    <a:moveTo>
                      <a:pt x="0" y="1"/>
                    </a:moveTo>
                    <a:lnTo>
                      <a:pt x="0" y="348"/>
                    </a:lnTo>
                    <a:lnTo>
                      <a:pt x="1798" y="348"/>
                    </a:lnTo>
                    <a:lnTo>
                      <a:pt x="1767" y="4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Google Shape;1751;p46"/>
              <p:cNvSpPr/>
              <p:nvPr/>
            </p:nvSpPr>
            <p:spPr>
              <a:xfrm>
                <a:off x="3366775" y="1417975"/>
                <a:ext cx="16425" cy="14950"/>
              </a:xfrm>
              <a:custGeom>
                <a:avLst/>
                <a:gdLst/>
                <a:ahLst/>
                <a:cxnLst/>
                <a:rect l="l" t="t" r="r" b="b"/>
                <a:pathLst>
                  <a:path w="657" h="598" extrusionOk="0">
                    <a:moveTo>
                      <a:pt x="549" y="1"/>
                    </a:moveTo>
                    <a:lnTo>
                      <a:pt x="26" y="329"/>
                    </a:lnTo>
                    <a:lnTo>
                      <a:pt x="1" y="597"/>
                    </a:lnTo>
                    <a:lnTo>
                      <a:pt x="657" y="316"/>
                    </a:lnTo>
                    <a:lnTo>
                      <a:pt x="54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Google Shape;1752;p46"/>
              <p:cNvSpPr/>
              <p:nvPr/>
            </p:nvSpPr>
            <p:spPr>
              <a:xfrm>
                <a:off x="3335225" y="1562975"/>
                <a:ext cx="46650" cy="27925"/>
              </a:xfrm>
              <a:custGeom>
                <a:avLst/>
                <a:gdLst/>
                <a:ahLst/>
                <a:cxnLst/>
                <a:rect l="l" t="t" r="r" b="b"/>
                <a:pathLst>
                  <a:path w="1866" h="1117" extrusionOk="0">
                    <a:moveTo>
                      <a:pt x="802" y="1"/>
                    </a:moveTo>
                    <a:cubicBezTo>
                      <a:pt x="665" y="1"/>
                      <a:pt x="534" y="24"/>
                      <a:pt x="534" y="24"/>
                    </a:cubicBezTo>
                    <a:cubicBezTo>
                      <a:pt x="534" y="24"/>
                      <a:pt x="1" y="223"/>
                      <a:pt x="124" y="520"/>
                    </a:cubicBezTo>
                    <a:cubicBezTo>
                      <a:pt x="250" y="813"/>
                      <a:pt x="386" y="905"/>
                      <a:pt x="720" y="1047"/>
                    </a:cubicBezTo>
                    <a:cubicBezTo>
                      <a:pt x="845" y="1100"/>
                      <a:pt x="930" y="1117"/>
                      <a:pt x="987" y="1117"/>
                    </a:cubicBezTo>
                    <a:cubicBezTo>
                      <a:pt x="1084" y="1117"/>
                      <a:pt x="1103" y="1068"/>
                      <a:pt x="1105" y="1056"/>
                    </a:cubicBezTo>
                    <a:cubicBezTo>
                      <a:pt x="1107" y="1041"/>
                      <a:pt x="1020" y="1010"/>
                      <a:pt x="966" y="993"/>
                    </a:cubicBezTo>
                    <a:lnTo>
                      <a:pt x="966" y="993"/>
                    </a:lnTo>
                    <a:cubicBezTo>
                      <a:pt x="992" y="999"/>
                      <a:pt x="1034" y="1008"/>
                      <a:pt x="1102" y="1018"/>
                    </a:cubicBezTo>
                    <a:cubicBezTo>
                      <a:pt x="1123" y="1022"/>
                      <a:pt x="1143" y="1023"/>
                      <a:pt x="1163" y="1023"/>
                    </a:cubicBezTo>
                    <a:cubicBezTo>
                      <a:pt x="1289" y="1023"/>
                      <a:pt x="1369" y="958"/>
                      <a:pt x="1341" y="914"/>
                    </a:cubicBezTo>
                    <a:cubicBezTo>
                      <a:pt x="1310" y="889"/>
                      <a:pt x="1075" y="852"/>
                      <a:pt x="1067" y="851"/>
                    </a:cubicBezTo>
                    <a:lnTo>
                      <a:pt x="1067" y="851"/>
                    </a:lnTo>
                    <a:cubicBezTo>
                      <a:pt x="1073" y="852"/>
                      <a:pt x="1216" y="874"/>
                      <a:pt x="1333" y="874"/>
                    </a:cubicBezTo>
                    <a:cubicBezTo>
                      <a:pt x="1360" y="874"/>
                      <a:pt x="1385" y="873"/>
                      <a:pt x="1408" y="870"/>
                    </a:cubicBezTo>
                    <a:cubicBezTo>
                      <a:pt x="1562" y="851"/>
                      <a:pt x="1641" y="756"/>
                      <a:pt x="1622" y="725"/>
                    </a:cubicBezTo>
                    <a:cubicBezTo>
                      <a:pt x="1619" y="701"/>
                      <a:pt x="1578" y="695"/>
                      <a:pt x="1535" y="695"/>
                    </a:cubicBezTo>
                    <a:cubicBezTo>
                      <a:pt x="1504" y="695"/>
                      <a:pt x="1472" y="698"/>
                      <a:pt x="1452" y="700"/>
                    </a:cubicBezTo>
                    <a:cubicBezTo>
                      <a:pt x="1405" y="700"/>
                      <a:pt x="1234" y="703"/>
                      <a:pt x="1234" y="703"/>
                    </a:cubicBezTo>
                    <a:cubicBezTo>
                      <a:pt x="1865" y="681"/>
                      <a:pt x="1818" y="504"/>
                      <a:pt x="1796" y="460"/>
                    </a:cubicBezTo>
                    <a:lnTo>
                      <a:pt x="1796" y="460"/>
                    </a:lnTo>
                    <a:cubicBezTo>
                      <a:pt x="1796" y="460"/>
                      <a:pt x="1371" y="492"/>
                      <a:pt x="1251" y="492"/>
                    </a:cubicBezTo>
                    <a:cubicBezTo>
                      <a:pt x="1241" y="492"/>
                      <a:pt x="1233" y="492"/>
                      <a:pt x="1228" y="491"/>
                    </a:cubicBezTo>
                    <a:cubicBezTo>
                      <a:pt x="1181" y="488"/>
                      <a:pt x="1001" y="419"/>
                      <a:pt x="922" y="356"/>
                    </a:cubicBezTo>
                    <a:cubicBezTo>
                      <a:pt x="884" y="324"/>
                      <a:pt x="916" y="267"/>
                      <a:pt x="916" y="267"/>
                    </a:cubicBezTo>
                    <a:lnTo>
                      <a:pt x="916" y="267"/>
                    </a:lnTo>
                    <a:cubicBezTo>
                      <a:pt x="1079" y="312"/>
                      <a:pt x="1192" y="329"/>
                      <a:pt x="1267" y="329"/>
                    </a:cubicBezTo>
                    <a:cubicBezTo>
                      <a:pt x="1356" y="329"/>
                      <a:pt x="1392" y="305"/>
                      <a:pt x="1395" y="274"/>
                    </a:cubicBezTo>
                    <a:cubicBezTo>
                      <a:pt x="1401" y="188"/>
                      <a:pt x="1136" y="62"/>
                      <a:pt x="1035" y="40"/>
                    </a:cubicBezTo>
                    <a:cubicBezTo>
                      <a:pt x="976" y="10"/>
                      <a:pt x="888" y="1"/>
                      <a:pt x="802" y="1"/>
                    </a:cubicBez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Google Shape;1753;p46"/>
              <p:cNvSpPr/>
              <p:nvPr/>
            </p:nvSpPr>
            <p:spPr>
              <a:xfrm>
                <a:off x="3244600" y="1252375"/>
                <a:ext cx="109900" cy="138425"/>
              </a:xfrm>
              <a:custGeom>
                <a:avLst/>
                <a:gdLst/>
                <a:ahLst/>
                <a:cxnLst/>
                <a:rect l="l" t="t" r="r" b="b"/>
                <a:pathLst>
                  <a:path w="4396" h="5537" extrusionOk="0">
                    <a:moveTo>
                      <a:pt x="2606" y="1"/>
                    </a:moveTo>
                    <a:cubicBezTo>
                      <a:pt x="2576" y="1"/>
                      <a:pt x="2545" y="2"/>
                      <a:pt x="2515" y="3"/>
                    </a:cubicBezTo>
                    <a:cubicBezTo>
                      <a:pt x="2515" y="3"/>
                      <a:pt x="2506" y="2"/>
                      <a:pt x="2488" y="2"/>
                    </a:cubicBezTo>
                    <a:cubicBezTo>
                      <a:pt x="2316" y="2"/>
                      <a:pt x="1380" y="59"/>
                      <a:pt x="726" y="1259"/>
                    </a:cubicBezTo>
                    <a:cubicBezTo>
                      <a:pt x="1" y="2587"/>
                      <a:pt x="843" y="4924"/>
                      <a:pt x="370" y="5505"/>
                    </a:cubicBezTo>
                    <a:cubicBezTo>
                      <a:pt x="370" y="5505"/>
                      <a:pt x="538" y="5537"/>
                      <a:pt x="773" y="5537"/>
                    </a:cubicBezTo>
                    <a:cubicBezTo>
                      <a:pt x="1235" y="5537"/>
                      <a:pt x="1955" y="5414"/>
                      <a:pt x="2174" y="4685"/>
                    </a:cubicBezTo>
                    <a:cubicBezTo>
                      <a:pt x="2357" y="3991"/>
                      <a:pt x="1641" y="2965"/>
                      <a:pt x="1805" y="2196"/>
                    </a:cubicBezTo>
                    <a:cubicBezTo>
                      <a:pt x="1952" y="1498"/>
                      <a:pt x="2341" y="1467"/>
                      <a:pt x="2410" y="1467"/>
                    </a:cubicBezTo>
                    <a:cubicBezTo>
                      <a:pt x="2417" y="1467"/>
                      <a:pt x="2421" y="1467"/>
                      <a:pt x="2421" y="1467"/>
                    </a:cubicBezTo>
                    <a:lnTo>
                      <a:pt x="3673" y="1293"/>
                    </a:lnTo>
                    <a:lnTo>
                      <a:pt x="3938" y="1546"/>
                    </a:lnTo>
                    <a:cubicBezTo>
                      <a:pt x="3938" y="1546"/>
                      <a:pt x="4395" y="1366"/>
                      <a:pt x="3951" y="691"/>
                    </a:cubicBezTo>
                    <a:cubicBezTo>
                      <a:pt x="3629" y="200"/>
                      <a:pt x="3106" y="1"/>
                      <a:pt x="2606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Google Shape;1754;p46"/>
              <p:cNvSpPr/>
              <p:nvPr/>
            </p:nvSpPr>
            <p:spPr>
              <a:xfrm>
                <a:off x="3273625" y="1306475"/>
                <a:ext cx="16275" cy="5925"/>
              </a:xfrm>
              <a:custGeom>
                <a:avLst/>
                <a:gdLst/>
                <a:ahLst/>
                <a:cxnLst/>
                <a:rect l="l" t="t" r="r" b="b"/>
                <a:pathLst>
                  <a:path w="651" h="237" extrusionOk="0">
                    <a:moveTo>
                      <a:pt x="32" y="0"/>
                    </a:moveTo>
                    <a:lnTo>
                      <a:pt x="1" y="192"/>
                    </a:lnTo>
                    <a:lnTo>
                      <a:pt x="648" y="237"/>
                    </a:lnTo>
                    <a:lnTo>
                      <a:pt x="651" y="114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Google Shape;1755;p46"/>
              <p:cNvSpPr/>
              <p:nvPr/>
            </p:nvSpPr>
            <p:spPr>
              <a:xfrm>
                <a:off x="3274575" y="1298725"/>
                <a:ext cx="16425" cy="8150"/>
              </a:xfrm>
              <a:custGeom>
                <a:avLst/>
                <a:gdLst/>
                <a:ahLst/>
                <a:cxnLst/>
                <a:rect l="l" t="t" r="r" b="b"/>
                <a:pathLst>
                  <a:path w="657" h="326" extrusionOk="0">
                    <a:moveTo>
                      <a:pt x="61" y="1"/>
                    </a:moveTo>
                    <a:lnTo>
                      <a:pt x="1" y="184"/>
                    </a:lnTo>
                    <a:lnTo>
                      <a:pt x="632" y="326"/>
                    </a:lnTo>
                    <a:lnTo>
                      <a:pt x="657" y="209"/>
                    </a:lnTo>
                    <a:lnTo>
                      <a:pt x="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Google Shape;1756;p46"/>
              <p:cNvSpPr/>
              <p:nvPr/>
            </p:nvSpPr>
            <p:spPr>
              <a:xfrm>
                <a:off x="3343975" y="1818550"/>
                <a:ext cx="7930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172" h="1143" extrusionOk="0">
                    <a:moveTo>
                      <a:pt x="1193" y="1"/>
                    </a:moveTo>
                    <a:cubicBezTo>
                      <a:pt x="1193" y="1"/>
                      <a:pt x="1055" y="278"/>
                      <a:pt x="796" y="376"/>
                    </a:cubicBezTo>
                    <a:cubicBezTo>
                      <a:pt x="675" y="433"/>
                      <a:pt x="528" y="449"/>
                      <a:pt x="402" y="449"/>
                    </a:cubicBezTo>
                    <a:cubicBezTo>
                      <a:pt x="252" y="449"/>
                      <a:pt x="133" y="427"/>
                      <a:pt x="133" y="427"/>
                    </a:cubicBezTo>
                    <a:lnTo>
                      <a:pt x="1" y="1143"/>
                    </a:lnTo>
                    <a:lnTo>
                      <a:pt x="3077" y="1143"/>
                    </a:lnTo>
                    <a:cubicBezTo>
                      <a:pt x="3171" y="818"/>
                      <a:pt x="2660" y="644"/>
                      <a:pt x="2203" y="446"/>
                    </a:cubicBezTo>
                    <a:lnTo>
                      <a:pt x="2200" y="446"/>
                    </a:lnTo>
                    <a:cubicBezTo>
                      <a:pt x="1698" y="234"/>
                      <a:pt x="1193" y="1"/>
                      <a:pt x="1193" y="1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46"/>
              <p:cNvSpPr/>
              <p:nvPr/>
            </p:nvSpPr>
            <p:spPr>
              <a:xfrm>
                <a:off x="3391225" y="1829600"/>
                <a:ext cx="32050" cy="17525"/>
              </a:xfrm>
              <a:custGeom>
                <a:avLst/>
                <a:gdLst/>
                <a:ahLst/>
                <a:cxnLst/>
                <a:rect l="l" t="t" r="r" b="b"/>
                <a:pathLst>
                  <a:path w="1282" h="701" extrusionOk="0">
                    <a:moveTo>
                      <a:pt x="310" y="0"/>
                    </a:moveTo>
                    <a:cubicBezTo>
                      <a:pt x="67" y="269"/>
                      <a:pt x="1" y="660"/>
                      <a:pt x="1" y="660"/>
                    </a:cubicBezTo>
                    <a:lnTo>
                      <a:pt x="51" y="701"/>
                    </a:lnTo>
                    <a:lnTo>
                      <a:pt x="1187" y="701"/>
                    </a:lnTo>
                    <a:cubicBezTo>
                      <a:pt x="1281" y="376"/>
                      <a:pt x="770" y="202"/>
                      <a:pt x="313" y="0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Google Shape;1758;p46"/>
              <p:cNvSpPr/>
              <p:nvPr/>
            </p:nvSpPr>
            <p:spPr>
              <a:xfrm>
                <a:off x="3343975" y="1829200"/>
                <a:ext cx="14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598" h="717" extrusionOk="0">
                    <a:moveTo>
                      <a:pt x="133" y="1"/>
                    </a:moveTo>
                    <a:lnTo>
                      <a:pt x="1" y="717"/>
                    </a:lnTo>
                    <a:lnTo>
                      <a:pt x="597" y="717"/>
                    </a:lnTo>
                    <a:cubicBezTo>
                      <a:pt x="575" y="338"/>
                      <a:pt x="301" y="108"/>
                      <a:pt x="133" y="1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Google Shape;1759;p46"/>
              <p:cNvSpPr/>
              <p:nvPr/>
            </p:nvSpPr>
            <p:spPr>
              <a:xfrm>
                <a:off x="3343975" y="1846000"/>
                <a:ext cx="77175" cy="7350"/>
              </a:xfrm>
              <a:custGeom>
                <a:avLst/>
                <a:gdLst/>
                <a:ahLst/>
                <a:cxnLst/>
                <a:rect l="l" t="t" r="r" b="b"/>
                <a:pathLst>
                  <a:path w="3087" h="294" extrusionOk="0">
                    <a:moveTo>
                      <a:pt x="1" y="1"/>
                    </a:moveTo>
                    <a:lnTo>
                      <a:pt x="1" y="294"/>
                    </a:lnTo>
                    <a:lnTo>
                      <a:pt x="3086" y="294"/>
                    </a:lnTo>
                    <a:lnTo>
                      <a:pt x="308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Google Shape;1760;p46"/>
              <p:cNvSpPr/>
              <p:nvPr/>
            </p:nvSpPr>
            <p:spPr>
              <a:xfrm>
                <a:off x="3172200" y="1774950"/>
                <a:ext cx="50200" cy="71550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2862" extrusionOk="0">
                    <a:moveTo>
                      <a:pt x="673" y="0"/>
                    </a:moveTo>
                    <a:lnTo>
                      <a:pt x="1" y="284"/>
                    </a:lnTo>
                    <a:lnTo>
                      <a:pt x="1679" y="2861"/>
                    </a:lnTo>
                    <a:cubicBezTo>
                      <a:pt x="2007" y="2757"/>
                      <a:pt x="1872" y="2234"/>
                      <a:pt x="1780" y="1745"/>
                    </a:cubicBezTo>
                    <a:lnTo>
                      <a:pt x="1780" y="1742"/>
                    </a:lnTo>
                    <a:cubicBezTo>
                      <a:pt x="1685" y="1208"/>
                      <a:pt x="1603" y="656"/>
                      <a:pt x="1603" y="656"/>
                    </a:cubicBezTo>
                    <a:cubicBezTo>
                      <a:pt x="1603" y="656"/>
                      <a:pt x="1574" y="660"/>
                      <a:pt x="1526" y="660"/>
                    </a:cubicBezTo>
                    <a:cubicBezTo>
                      <a:pt x="1421" y="660"/>
                      <a:pt x="1229" y="642"/>
                      <a:pt x="1077" y="527"/>
                    </a:cubicBezTo>
                    <a:cubicBezTo>
                      <a:pt x="827" y="376"/>
                      <a:pt x="673" y="0"/>
                      <a:pt x="673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Google Shape;1761;p46"/>
              <p:cNvSpPr/>
              <p:nvPr/>
            </p:nvSpPr>
            <p:spPr>
              <a:xfrm>
                <a:off x="3198700" y="1818175"/>
                <a:ext cx="23700" cy="28325"/>
              </a:xfrm>
              <a:custGeom>
                <a:avLst/>
                <a:gdLst/>
                <a:ahLst/>
                <a:cxnLst/>
                <a:rect l="l" t="t" r="r" b="b"/>
                <a:pathLst>
                  <a:path w="948" h="1133" extrusionOk="0">
                    <a:moveTo>
                      <a:pt x="559" y="0"/>
                    </a:moveTo>
                    <a:cubicBezTo>
                      <a:pt x="265" y="0"/>
                      <a:pt x="4" y="113"/>
                      <a:pt x="4" y="113"/>
                    </a:cubicBezTo>
                    <a:lnTo>
                      <a:pt x="1" y="180"/>
                    </a:lnTo>
                    <a:lnTo>
                      <a:pt x="619" y="1132"/>
                    </a:lnTo>
                    <a:cubicBezTo>
                      <a:pt x="947" y="1028"/>
                      <a:pt x="812" y="505"/>
                      <a:pt x="720" y="16"/>
                    </a:cubicBezTo>
                    <a:lnTo>
                      <a:pt x="720" y="13"/>
                    </a:lnTo>
                    <a:cubicBezTo>
                      <a:pt x="666" y="4"/>
                      <a:pt x="612" y="0"/>
                      <a:pt x="559" y="0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Google Shape;1762;p46"/>
              <p:cNvSpPr/>
              <p:nvPr/>
            </p:nvSpPr>
            <p:spPr>
              <a:xfrm>
                <a:off x="3172300" y="1774950"/>
                <a:ext cx="16900" cy="19575"/>
              </a:xfrm>
              <a:custGeom>
                <a:avLst/>
                <a:gdLst/>
                <a:ahLst/>
                <a:cxnLst/>
                <a:rect l="l" t="t" r="r" b="b"/>
                <a:pathLst>
                  <a:path w="676" h="783" extrusionOk="0">
                    <a:moveTo>
                      <a:pt x="675" y="0"/>
                    </a:moveTo>
                    <a:lnTo>
                      <a:pt x="0" y="284"/>
                    </a:lnTo>
                    <a:lnTo>
                      <a:pt x="322" y="783"/>
                    </a:lnTo>
                    <a:cubicBezTo>
                      <a:pt x="628" y="552"/>
                      <a:pt x="669" y="199"/>
                      <a:pt x="675" y="0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Google Shape;1763;p46"/>
              <p:cNvSpPr/>
              <p:nvPr/>
            </p:nvSpPr>
            <p:spPr>
              <a:xfrm>
                <a:off x="3167000" y="1781475"/>
                <a:ext cx="48300" cy="68575"/>
              </a:xfrm>
              <a:custGeom>
                <a:avLst/>
                <a:gdLst/>
                <a:ahLst/>
                <a:cxnLst/>
                <a:rect l="l" t="t" r="r" b="b"/>
                <a:pathLst>
                  <a:path w="1932" h="2743" extrusionOk="0">
                    <a:moveTo>
                      <a:pt x="247" y="1"/>
                    </a:moveTo>
                    <a:lnTo>
                      <a:pt x="1" y="159"/>
                    </a:lnTo>
                    <a:lnTo>
                      <a:pt x="1685" y="2742"/>
                    </a:lnTo>
                    <a:lnTo>
                      <a:pt x="1931" y="2582"/>
                    </a:lnTo>
                    <a:lnTo>
                      <a:pt x="24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Google Shape;1764;p46"/>
              <p:cNvSpPr/>
              <p:nvPr/>
            </p:nvSpPr>
            <p:spPr>
              <a:xfrm>
                <a:off x="3325850" y="1443625"/>
                <a:ext cx="95850" cy="33550"/>
              </a:xfrm>
              <a:custGeom>
                <a:avLst/>
                <a:gdLst/>
                <a:ahLst/>
                <a:cxnLst/>
                <a:rect l="l" t="t" r="r" b="b"/>
                <a:pathLst>
                  <a:path w="3834" h="1342" extrusionOk="0">
                    <a:moveTo>
                      <a:pt x="3833" y="0"/>
                    </a:moveTo>
                    <a:cubicBezTo>
                      <a:pt x="3833" y="0"/>
                      <a:pt x="3108" y="16"/>
                      <a:pt x="2199" y="123"/>
                    </a:cubicBezTo>
                    <a:cubicBezTo>
                      <a:pt x="1287" y="227"/>
                      <a:pt x="171" y="653"/>
                      <a:pt x="89" y="836"/>
                    </a:cubicBezTo>
                    <a:cubicBezTo>
                      <a:pt x="8" y="1005"/>
                      <a:pt x="1" y="1342"/>
                      <a:pt x="767" y="1342"/>
                    </a:cubicBezTo>
                    <a:cubicBezTo>
                      <a:pt x="844" y="1342"/>
                      <a:pt x="927" y="1339"/>
                      <a:pt x="1019" y="1331"/>
                    </a:cubicBezTo>
                    <a:cubicBezTo>
                      <a:pt x="2035" y="1259"/>
                      <a:pt x="3685" y="158"/>
                      <a:pt x="3685" y="158"/>
                    </a:cubicBezTo>
                    <a:lnTo>
                      <a:pt x="3833" y="0"/>
                    </a:ln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Google Shape;1765;p46"/>
              <p:cNvSpPr/>
              <p:nvPr/>
            </p:nvSpPr>
            <p:spPr>
              <a:xfrm>
                <a:off x="3343375" y="1443275"/>
                <a:ext cx="92800" cy="33675"/>
              </a:xfrm>
              <a:custGeom>
                <a:avLst/>
                <a:gdLst/>
                <a:ahLst/>
                <a:cxnLst/>
                <a:rect l="l" t="t" r="r" b="b"/>
                <a:pathLst>
                  <a:path w="3712" h="1347" extrusionOk="0">
                    <a:moveTo>
                      <a:pt x="3078" y="1"/>
                    </a:moveTo>
                    <a:cubicBezTo>
                      <a:pt x="2683" y="1"/>
                      <a:pt x="384" y="668"/>
                      <a:pt x="195" y="853"/>
                    </a:cubicBezTo>
                    <a:cubicBezTo>
                      <a:pt x="0" y="1048"/>
                      <a:pt x="105" y="1347"/>
                      <a:pt x="338" y="1347"/>
                    </a:cubicBezTo>
                    <a:cubicBezTo>
                      <a:pt x="346" y="1347"/>
                      <a:pt x="354" y="1346"/>
                      <a:pt x="362" y="1345"/>
                    </a:cubicBezTo>
                    <a:cubicBezTo>
                      <a:pt x="608" y="1326"/>
                      <a:pt x="3315" y="1008"/>
                      <a:pt x="3523" y="872"/>
                    </a:cubicBezTo>
                    <a:cubicBezTo>
                      <a:pt x="3711" y="741"/>
                      <a:pt x="3595" y="469"/>
                      <a:pt x="3411" y="469"/>
                    </a:cubicBezTo>
                    <a:cubicBezTo>
                      <a:pt x="3400" y="469"/>
                      <a:pt x="3389" y="470"/>
                      <a:pt x="3378" y="472"/>
                    </a:cubicBezTo>
                    <a:lnTo>
                      <a:pt x="3217" y="475"/>
                    </a:lnTo>
                    <a:cubicBezTo>
                      <a:pt x="3148" y="478"/>
                      <a:pt x="3094" y="478"/>
                      <a:pt x="3094" y="478"/>
                    </a:cubicBezTo>
                    <a:cubicBezTo>
                      <a:pt x="3094" y="478"/>
                      <a:pt x="3129" y="399"/>
                      <a:pt x="3154" y="304"/>
                    </a:cubicBezTo>
                    <a:cubicBezTo>
                      <a:pt x="3180" y="194"/>
                      <a:pt x="3192" y="65"/>
                      <a:pt x="3132" y="11"/>
                    </a:cubicBezTo>
                    <a:cubicBezTo>
                      <a:pt x="3125" y="4"/>
                      <a:pt x="3106" y="1"/>
                      <a:pt x="3078" y="1"/>
                    </a:cubicBez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Google Shape;1766;p46"/>
              <p:cNvSpPr/>
              <p:nvPr/>
            </p:nvSpPr>
            <p:spPr>
              <a:xfrm>
                <a:off x="3358975" y="1450950"/>
                <a:ext cx="64775" cy="18025"/>
              </a:xfrm>
              <a:custGeom>
                <a:avLst/>
                <a:gdLst/>
                <a:ahLst/>
                <a:cxnLst/>
                <a:rect l="l" t="t" r="r" b="b"/>
                <a:pathLst>
                  <a:path w="2591" h="721" extrusionOk="0">
                    <a:moveTo>
                      <a:pt x="2524" y="0"/>
                    </a:moveTo>
                    <a:cubicBezTo>
                      <a:pt x="2524" y="1"/>
                      <a:pt x="0" y="496"/>
                      <a:pt x="57" y="701"/>
                    </a:cubicBezTo>
                    <a:cubicBezTo>
                      <a:pt x="58" y="714"/>
                      <a:pt x="81" y="720"/>
                      <a:pt x="123" y="720"/>
                    </a:cubicBezTo>
                    <a:cubicBezTo>
                      <a:pt x="521" y="720"/>
                      <a:pt x="2590" y="168"/>
                      <a:pt x="2590" y="168"/>
                    </a:cubicBezTo>
                    <a:lnTo>
                      <a:pt x="2590" y="168"/>
                    </a:lnTo>
                    <a:cubicBezTo>
                      <a:pt x="2524" y="171"/>
                      <a:pt x="2464" y="174"/>
                      <a:pt x="2464" y="174"/>
                    </a:cubicBezTo>
                    <a:cubicBezTo>
                      <a:pt x="2464" y="174"/>
                      <a:pt x="2502" y="95"/>
                      <a:pt x="2524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Google Shape;1767;p46"/>
              <p:cNvSpPr/>
              <p:nvPr/>
            </p:nvSpPr>
            <p:spPr>
              <a:xfrm>
                <a:off x="3337900" y="1430725"/>
                <a:ext cx="86400" cy="25150"/>
              </a:xfrm>
              <a:custGeom>
                <a:avLst/>
                <a:gdLst/>
                <a:ahLst/>
                <a:cxnLst/>
                <a:rect l="l" t="t" r="r" b="b"/>
                <a:pathLst>
                  <a:path w="3456" h="1006" extrusionOk="0">
                    <a:moveTo>
                      <a:pt x="2742" y="0"/>
                    </a:moveTo>
                    <a:cubicBezTo>
                      <a:pt x="2527" y="0"/>
                      <a:pt x="2277" y="4"/>
                      <a:pt x="2007" y="14"/>
                    </a:cubicBezTo>
                    <a:cubicBezTo>
                      <a:pt x="1200" y="46"/>
                      <a:pt x="193" y="346"/>
                      <a:pt x="108" y="503"/>
                    </a:cubicBezTo>
                    <a:cubicBezTo>
                      <a:pt x="20" y="661"/>
                      <a:pt x="1" y="1005"/>
                      <a:pt x="900" y="1005"/>
                    </a:cubicBezTo>
                    <a:cubicBezTo>
                      <a:pt x="1799" y="1005"/>
                      <a:pt x="3313" y="147"/>
                      <a:pt x="3313" y="147"/>
                    </a:cubicBezTo>
                    <a:lnTo>
                      <a:pt x="3455" y="14"/>
                    </a:lnTo>
                    <a:cubicBezTo>
                      <a:pt x="3455" y="14"/>
                      <a:pt x="3171" y="0"/>
                      <a:pt x="2742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Google Shape;1768;p46"/>
              <p:cNvSpPr/>
              <p:nvPr/>
            </p:nvSpPr>
            <p:spPr>
              <a:xfrm>
                <a:off x="3353800" y="1430825"/>
                <a:ext cx="8207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3283" h="1005" extrusionOk="0">
                    <a:moveTo>
                      <a:pt x="2742" y="1"/>
                    </a:moveTo>
                    <a:cubicBezTo>
                      <a:pt x="2319" y="1"/>
                      <a:pt x="357" y="413"/>
                      <a:pt x="185" y="563"/>
                    </a:cubicBezTo>
                    <a:cubicBezTo>
                      <a:pt x="0" y="726"/>
                      <a:pt x="80" y="1004"/>
                      <a:pt x="295" y="1004"/>
                    </a:cubicBezTo>
                    <a:cubicBezTo>
                      <a:pt x="296" y="1004"/>
                      <a:pt x="298" y="1004"/>
                      <a:pt x="299" y="1004"/>
                    </a:cubicBezTo>
                    <a:cubicBezTo>
                      <a:pt x="516" y="1001"/>
                      <a:pt x="2914" y="897"/>
                      <a:pt x="3106" y="796"/>
                    </a:cubicBezTo>
                    <a:cubicBezTo>
                      <a:pt x="3282" y="687"/>
                      <a:pt x="3193" y="435"/>
                      <a:pt x="3026" y="435"/>
                    </a:cubicBezTo>
                    <a:cubicBezTo>
                      <a:pt x="3019" y="435"/>
                      <a:pt x="3013" y="436"/>
                      <a:pt x="3005" y="436"/>
                    </a:cubicBezTo>
                    <a:lnTo>
                      <a:pt x="2864" y="430"/>
                    </a:lnTo>
                    <a:cubicBezTo>
                      <a:pt x="2800" y="430"/>
                      <a:pt x="2753" y="424"/>
                      <a:pt x="2753" y="424"/>
                    </a:cubicBezTo>
                    <a:cubicBezTo>
                      <a:pt x="2753" y="424"/>
                      <a:pt x="2788" y="358"/>
                      <a:pt x="2816" y="275"/>
                    </a:cubicBezTo>
                    <a:cubicBezTo>
                      <a:pt x="2848" y="181"/>
                      <a:pt x="2867" y="70"/>
                      <a:pt x="2819" y="14"/>
                    </a:cubicBezTo>
                    <a:cubicBezTo>
                      <a:pt x="2811" y="5"/>
                      <a:pt x="2784" y="1"/>
                      <a:pt x="2742" y="1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Google Shape;1769;p46"/>
              <p:cNvSpPr/>
              <p:nvPr/>
            </p:nvSpPr>
            <p:spPr>
              <a:xfrm>
                <a:off x="3368675" y="1437625"/>
                <a:ext cx="56725" cy="12525"/>
              </a:xfrm>
              <a:custGeom>
                <a:avLst/>
                <a:gdLst/>
                <a:ahLst/>
                <a:cxnLst/>
                <a:rect l="l" t="t" r="r" b="b"/>
                <a:pathLst>
                  <a:path w="2269" h="501" extrusionOk="0">
                    <a:moveTo>
                      <a:pt x="2221" y="0"/>
                    </a:moveTo>
                    <a:cubicBezTo>
                      <a:pt x="2221" y="0"/>
                      <a:pt x="0" y="284"/>
                      <a:pt x="3" y="451"/>
                    </a:cubicBezTo>
                    <a:cubicBezTo>
                      <a:pt x="11" y="486"/>
                      <a:pt x="80" y="500"/>
                      <a:pt x="191" y="500"/>
                    </a:cubicBezTo>
                    <a:cubicBezTo>
                      <a:pt x="734" y="500"/>
                      <a:pt x="2269" y="152"/>
                      <a:pt x="2269" y="152"/>
                    </a:cubicBezTo>
                    <a:cubicBezTo>
                      <a:pt x="2209" y="149"/>
                      <a:pt x="2158" y="149"/>
                      <a:pt x="2158" y="149"/>
                    </a:cubicBezTo>
                    <a:cubicBezTo>
                      <a:pt x="2158" y="149"/>
                      <a:pt x="2193" y="82"/>
                      <a:pt x="2221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70" name="Google Shape;1770;p46"/>
            <p:cNvGrpSpPr/>
            <p:nvPr/>
          </p:nvGrpSpPr>
          <p:grpSpPr>
            <a:xfrm>
              <a:off x="1536984" y="1080254"/>
              <a:ext cx="926082" cy="2885948"/>
              <a:chOff x="4972600" y="2060300"/>
              <a:chExt cx="193575" cy="603250"/>
            </a:xfrm>
          </p:grpSpPr>
          <p:sp>
            <p:nvSpPr>
              <p:cNvPr id="1771" name="Google Shape;1771;p46"/>
              <p:cNvSpPr/>
              <p:nvPr/>
            </p:nvSpPr>
            <p:spPr>
              <a:xfrm>
                <a:off x="4972600" y="2611500"/>
                <a:ext cx="50675" cy="52050"/>
              </a:xfrm>
              <a:custGeom>
                <a:avLst/>
                <a:gdLst/>
                <a:ahLst/>
                <a:cxnLst/>
                <a:rect l="l" t="t" r="r" b="b"/>
                <a:pathLst>
                  <a:path w="2027" h="2082" extrusionOk="0">
                    <a:moveTo>
                      <a:pt x="537" y="0"/>
                    </a:moveTo>
                    <a:cubicBezTo>
                      <a:pt x="537" y="0"/>
                      <a:pt x="190" y="1193"/>
                      <a:pt x="95" y="1414"/>
                    </a:cubicBezTo>
                    <a:cubicBezTo>
                      <a:pt x="1" y="1635"/>
                      <a:pt x="10" y="1934"/>
                      <a:pt x="159" y="2023"/>
                    </a:cubicBezTo>
                    <a:cubicBezTo>
                      <a:pt x="238" y="2067"/>
                      <a:pt x="593" y="2081"/>
                      <a:pt x="940" y="2081"/>
                    </a:cubicBezTo>
                    <a:cubicBezTo>
                      <a:pt x="1257" y="2081"/>
                      <a:pt x="1566" y="2069"/>
                      <a:pt x="1648" y="2057"/>
                    </a:cubicBezTo>
                    <a:cubicBezTo>
                      <a:pt x="1818" y="2038"/>
                      <a:pt x="2026" y="2023"/>
                      <a:pt x="1973" y="1688"/>
                    </a:cubicBezTo>
                    <a:cubicBezTo>
                      <a:pt x="1922" y="1351"/>
                      <a:pt x="1884" y="142"/>
                      <a:pt x="1872" y="82"/>
                    </a:cubicBezTo>
                    <a:cubicBezTo>
                      <a:pt x="1859" y="19"/>
                      <a:pt x="537" y="0"/>
                      <a:pt x="537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Google Shape;1772;p46"/>
              <p:cNvSpPr/>
              <p:nvPr/>
            </p:nvSpPr>
            <p:spPr>
              <a:xfrm>
                <a:off x="5058575" y="2612525"/>
                <a:ext cx="31100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001" extrusionOk="0">
                    <a:moveTo>
                      <a:pt x="0" y="0"/>
                    </a:moveTo>
                    <a:lnTo>
                      <a:pt x="0" y="1000"/>
                    </a:lnTo>
                    <a:lnTo>
                      <a:pt x="1243" y="1000"/>
                    </a:lnTo>
                    <a:lnTo>
                      <a:pt x="1174" y="0"/>
                    </a:lnTo>
                    <a:close/>
                  </a:path>
                </a:pathLst>
              </a:custGeom>
              <a:solidFill>
                <a:srgbClr val="CC7B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Google Shape;1773;p46"/>
              <p:cNvSpPr/>
              <p:nvPr/>
            </p:nvSpPr>
            <p:spPr>
              <a:xfrm>
                <a:off x="5055250" y="2619150"/>
                <a:ext cx="90650" cy="39800"/>
              </a:xfrm>
              <a:custGeom>
                <a:avLst/>
                <a:gdLst/>
                <a:ahLst/>
                <a:cxnLst/>
                <a:rect l="l" t="t" r="r" b="b"/>
                <a:pathLst>
                  <a:path w="3626" h="1592" extrusionOk="0">
                    <a:moveTo>
                      <a:pt x="1361" y="0"/>
                    </a:moveTo>
                    <a:cubicBezTo>
                      <a:pt x="1301" y="0"/>
                      <a:pt x="1223" y="9"/>
                      <a:pt x="1121" y="35"/>
                    </a:cubicBezTo>
                    <a:cubicBezTo>
                      <a:pt x="818" y="114"/>
                      <a:pt x="818" y="411"/>
                      <a:pt x="645" y="480"/>
                    </a:cubicBezTo>
                    <a:cubicBezTo>
                      <a:pt x="612" y="494"/>
                      <a:pt x="571" y="499"/>
                      <a:pt x="525" y="499"/>
                    </a:cubicBezTo>
                    <a:cubicBezTo>
                      <a:pt x="329" y="499"/>
                      <a:pt x="51" y="398"/>
                      <a:pt x="51" y="398"/>
                    </a:cubicBezTo>
                    <a:cubicBezTo>
                      <a:pt x="51" y="398"/>
                      <a:pt x="23" y="717"/>
                      <a:pt x="14" y="966"/>
                    </a:cubicBezTo>
                    <a:cubicBezTo>
                      <a:pt x="7" y="1007"/>
                      <a:pt x="7" y="1041"/>
                      <a:pt x="7" y="1076"/>
                    </a:cubicBezTo>
                    <a:cubicBezTo>
                      <a:pt x="1" y="1325"/>
                      <a:pt x="165" y="1429"/>
                      <a:pt x="320" y="1496"/>
                    </a:cubicBezTo>
                    <a:cubicBezTo>
                      <a:pt x="474" y="1562"/>
                      <a:pt x="3165" y="1587"/>
                      <a:pt x="3279" y="1590"/>
                    </a:cubicBezTo>
                    <a:cubicBezTo>
                      <a:pt x="3291" y="1591"/>
                      <a:pt x="3305" y="1591"/>
                      <a:pt x="3320" y="1591"/>
                    </a:cubicBezTo>
                    <a:cubicBezTo>
                      <a:pt x="3392" y="1591"/>
                      <a:pt x="3487" y="1579"/>
                      <a:pt x="3547" y="1493"/>
                    </a:cubicBezTo>
                    <a:cubicBezTo>
                      <a:pt x="3578" y="1445"/>
                      <a:pt x="3601" y="1382"/>
                      <a:pt x="3604" y="1291"/>
                    </a:cubicBezTo>
                    <a:cubicBezTo>
                      <a:pt x="3626" y="982"/>
                      <a:pt x="3083" y="802"/>
                      <a:pt x="2588" y="590"/>
                    </a:cubicBezTo>
                    <a:cubicBezTo>
                      <a:pt x="2089" y="382"/>
                      <a:pt x="1522" y="35"/>
                      <a:pt x="1522" y="35"/>
                    </a:cubicBezTo>
                    <a:cubicBezTo>
                      <a:pt x="1522" y="35"/>
                      <a:pt x="1479" y="0"/>
                      <a:pt x="1361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Google Shape;1774;p46"/>
              <p:cNvSpPr/>
              <p:nvPr/>
            </p:nvSpPr>
            <p:spPr>
              <a:xfrm>
                <a:off x="5055250" y="2643275"/>
                <a:ext cx="88675" cy="15675"/>
              </a:xfrm>
              <a:custGeom>
                <a:avLst/>
                <a:gdLst/>
                <a:ahLst/>
                <a:cxnLst/>
                <a:rect l="l" t="t" r="r" b="b"/>
                <a:pathLst>
                  <a:path w="3547" h="627" extrusionOk="0">
                    <a:moveTo>
                      <a:pt x="14" y="1"/>
                    </a:moveTo>
                    <a:cubicBezTo>
                      <a:pt x="7" y="42"/>
                      <a:pt x="7" y="76"/>
                      <a:pt x="7" y="111"/>
                    </a:cubicBezTo>
                    <a:cubicBezTo>
                      <a:pt x="1" y="360"/>
                      <a:pt x="165" y="464"/>
                      <a:pt x="320" y="531"/>
                    </a:cubicBezTo>
                    <a:cubicBezTo>
                      <a:pt x="474" y="597"/>
                      <a:pt x="3165" y="622"/>
                      <a:pt x="3279" y="625"/>
                    </a:cubicBezTo>
                    <a:cubicBezTo>
                      <a:pt x="3291" y="626"/>
                      <a:pt x="3305" y="626"/>
                      <a:pt x="3320" y="626"/>
                    </a:cubicBezTo>
                    <a:cubicBezTo>
                      <a:pt x="3392" y="626"/>
                      <a:pt x="3487" y="614"/>
                      <a:pt x="3547" y="528"/>
                    </a:cubicBezTo>
                    <a:cubicBezTo>
                      <a:pt x="2910" y="512"/>
                      <a:pt x="604" y="455"/>
                      <a:pt x="465" y="278"/>
                    </a:cubicBezTo>
                    <a:cubicBezTo>
                      <a:pt x="348" y="133"/>
                      <a:pt x="143" y="42"/>
                      <a:pt x="14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Google Shape;1775;p46"/>
              <p:cNvSpPr/>
              <p:nvPr/>
            </p:nvSpPr>
            <p:spPr>
              <a:xfrm>
                <a:off x="4981925" y="2322450"/>
                <a:ext cx="127375" cy="297200"/>
              </a:xfrm>
              <a:custGeom>
                <a:avLst/>
                <a:gdLst/>
                <a:ahLst/>
                <a:cxnLst/>
                <a:rect l="l" t="t" r="r" b="b"/>
                <a:pathLst>
                  <a:path w="5095" h="11888" extrusionOk="0">
                    <a:moveTo>
                      <a:pt x="4628" y="0"/>
                    </a:moveTo>
                    <a:lnTo>
                      <a:pt x="4628" y="0"/>
                    </a:lnTo>
                    <a:cubicBezTo>
                      <a:pt x="4628" y="0"/>
                      <a:pt x="4628" y="0"/>
                      <a:pt x="4628" y="0"/>
                    </a:cubicBezTo>
                    <a:lnTo>
                      <a:pt x="4628" y="0"/>
                    </a:lnTo>
                    <a:cubicBezTo>
                      <a:pt x="4628" y="0"/>
                      <a:pt x="4628" y="0"/>
                      <a:pt x="4628" y="0"/>
                    </a:cubicBezTo>
                    <a:close/>
                    <a:moveTo>
                      <a:pt x="4628" y="0"/>
                    </a:moveTo>
                    <a:cubicBezTo>
                      <a:pt x="4626" y="5"/>
                      <a:pt x="3973" y="240"/>
                      <a:pt x="2751" y="240"/>
                    </a:cubicBezTo>
                    <a:cubicBezTo>
                      <a:pt x="2139" y="240"/>
                      <a:pt x="1383" y="181"/>
                      <a:pt x="495" y="3"/>
                    </a:cubicBezTo>
                    <a:lnTo>
                      <a:pt x="495" y="3"/>
                    </a:lnTo>
                    <a:cubicBezTo>
                      <a:pt x="495" y="4"/>
                      <a:pt x="618" y="1855"/>
                      <a:pt x="606" y="2436"/>
                    </a:cubicBezTo>
                    <a:cubicBezTo>
                      <a:pt x="599" y="3013"/>
                      <a:pt x="0" y="11127"/>
                      <a:pt x="47" y="11433"/>
                    </a:cubicBezTo>
                    <a:cubicBezTo>
                      <a:pt x="86" y="11685"/>
                      <a:pt x="495" y="11751"/>
                      <a:pt x="934" y="11751"/>
                    </a:cubicBezTo>
                    <a:cubicBezTo>
                      <a:pt x="1032" y="11751"/>
                      <a:pt x="1133" y="11747"/>
                      <a:pt x="1230" y="11742"/>
                    </a:cubicBezTo>
                    <a:cubicBezTo>
                      <a:pt x="1764" y="11714"/>
                      <a:pt x="1669" y="11484"/>
                      <a:pt x="1669" y="11427"/>
                    </a:cubicBezTo>
                    <a:cubicBezTo>
                      <a:pt x="1669" y="11373"/>
                      <a:pt x="3082" y="4113"/>
                      <a:pt x="3082" y="4111"/>
                    </a:cubicBezTo>
                    <a:lnTo>
                      <a:pt x="3082" y="4111"/>
                    </a:lnTo>
                    <a:cubicBezTo>
                      <a:pt x="3082" y="4112"/>
                      <a:pt x="2842" y="6089"/>
                      <a:pt x="2842" y="6792"/>
                    </a:cubicBezTo>
                    <a:cubicBezTo>
                      <a:pt x="2842" y="7502"/>
                      <a:pt x="2824" y="11304"/>
                      <a:pt x="2836" y="11676"/>
                    </a:cubicBezTo>
                    <a:cubicBezTo>
                      <a:pt x="2839" y="11831"/>
                      <a:pt x="3122" y="11888"/>
                      <a:pt x="3456" y="11888"/>
                    </a:cubicBezTo>
                    <a:cubicBezTo>
                      <a:pt x="3932" y="11888"/>
                      <a:pt x="4514" y="11772"/>
                      <a:pt x="4540" y="11657"/>
                    </a:cubicBezTo>
                    <a:cubicBezTo>
                      <a:pt x="4587" y="11458"/>
                      <a:pt x="4723" y="8490"/>
                      <a:pt x="4751" y="7890"/>
                    </a:cubicBezTo>
                    <a:cubicBezTo>
                      <a:pt x="4779" y="7294"/>
                      <a:pt x="5095" y="1142"/>
                      <a:pt x="4628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Google Shape;1776;p46"/>
              <p:cNvSpPr/>
              <p:nvPr/>
            </p:nvSpPr>
            <p:spPr>
              <a:xfrm>
                <a:off x="4982000" y="2594050"/>
                <a:ext cx="44500" cy="8875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5" extrusionOk="0">
                    <a:moveTo>
                      <a:pt x="41" y="1"/>
                    </a:moveTo>
                    <a:cubicBezTo>
                      <a:pt x="30" y="1"/>
                      <a:pt x="19" y="7"/>
                      <a:pt x="13" y="17"/>
                    </a:cubicBezTo>
                    <a:cubicBezTo>
                      <a:pt x="0" y="33"/>
                      <a:pt x="10" y="55"/>
                      <a:pt x="22" y="64"/>
                    </a:cubicBezTo>
                    <a:cubicBezTo>
                      <a:pt x="29" y="71"/>
                      <a:pt x="496" y="355"/>
                      <a:pt x="1060" y="355"/>
                    </a:cubicBezTo>
                    <a:cubicBezTo>
                      <a:pt x="1284" y="355"/>
                      <a:pt x="1527" y="310"/>
                      <a:pt x="1754" y="184"/>
                    </a:cubicBezTo>
                    <a:cubicBezTo>
                      <a:pt x="1773" y="175"/>
                      <a:pt x="1779" y="153"/>
                      <a:pt x="1770" y="137"/>
                    </a:cubicBezTo>
                    <a:cubicBezTo>
                      <a:pt x="1766" y="124"/>
                      <a:pt x="1752" y="118"/>
                      <a:pt x="1739" y="118"/>
                    </a:cubicBezTo>
                    <a:cubicBezTo>
                      <a:pt x="1733" y="118"/>
                      <a:pt x="1727" y="119"/>
                      <a:pt x="1723" y="121"/>
                    </a:cubicBezTo>
                    <a:cubicBezTo>
                      <a:pt x="1502" y="241"/>
                      <a:pt x="1273" y="284"/>
                      <a:pt x="1058" y="284"/>
                    </a:cubicBezTo>
                    <a:cubicBezTo>
                      <a:pt x="516" y="284"/>
                      <a:pt x="65" y="10"/>
                      <a:pt x="60" y="8"/>
                    </a:cubicBezTo>
                    <a:cubicBezTo>
                      <a:pt x="54" y="3"/>
                      <a:pt x="48" y="1"/>
                      <a:pt x="41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Google Shape;1777;p46"/>
              <p:cNvSpPr/>
              <p:nvPr/>
            </p:nvSpPr>
            <p:spPr>
              <a:xfrm>
                <a:off x="5051725" y="2597550"/>
                <a:ext cx="46075" cy="8300"/>
              </a:xfrm>
              <a:custGeom>
                <a:avLst/>
                <a:gdLst/>
                <a:ahLst/>
                <a:cxnLst/>
                <a:rect l="l" t="t" r="r" b="b"/>
                <a:pathLst>
                  <a:path w="1843" h="332" extrusionOk="0">
                    <a:moveTo>
                      <a:pt x="1800" y="0"/>
                    </a:moveTo>
                    <a:cubicBezTo>
                      <a:pt x="1790" y="0"/>
                      <a:pt x="1780" y="4"/>
                      <a:pt x="1773" y="13"/>
                    </a:cubicBezTo>
                    <a:cubicBezTo>
                      <a:pt x="1596" y="207"/>
                      <a:pt x="1224" y="260"/>
                      <a:pt x="870" y="260"/>
                    </a:cubicBezTo>
                    <a:cubicBezTo>
                      <a:pt x="449" y="260"/>
                      <a:pt x="54" y="185"/>
                      <a:pt x="47" y="183"/>
                    </a:cubicBezTo>
                    <a:cubicBezTo>
                      <a:pt x="44" y="182"/>
                      <a:pt x="41" y="181"/>
                      <a:pt x="37" y="181"/>
                    </a:cubicBezTo>
                    <a:cubicBezTo>
                      <a:pt x="21" y="181"/>
                      <a:pt x="6" y="193"/>
                      <a:pt x="3" y="211"/>
                    </a:cubicBezTo>
                    <a:cubicBezTo>
                      <a:pt x="0" y="230"/>
                      <a:pt x="13" y="249"/>
                      <a:pt x="32" y="252"/>
                    </a:cubicBezTo>
                    <a:cubicBezTo>
                      <a:pt x="63" y="256"/>
                      <a:pt x="448" y="331"/>
                      <a:pt x="868" y="331"/>
                    </a:cubicBezTo>
                    <a:cubicBezTo>
                      <a:pt x="1237" y="331"/>
                      <a:pt x="1631" y="278"/>
                      <a:pt x="1830" y="60"/>
                    </a:cubicBezTo>
                    <a:cubicBezTo>
                      <a:pt x="1842" y="44"/>
                      <a:pt x="1842" y="22"/>
                      <a:pt x="1827" y="9"/>
                    </a:cubicBezTo>
                    <a:cubicBezTo>
                      <a:pt x="1819" y="4"/>
                      <a:pt x="1810" y="0"/>
                      <a:pt x="1800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Google Shape;1778;p46"/>
              <p:cNvSpPr/>
              <p:nvPr/>
            </p:nvSpPr>
            <p:spPr>
              <a:xfrm>
                <a:off x="5016075" y="2131025"/>
                <a:ext cx="59800" cy="62875"/>
              </a:xfrm>
              <a:custGeom>
                <a:avLst/>
                <a:gdLst/>
                <a:ahLst/>
                <a:cxnLst/>
                <a:rect l="l" t="t" r="r" b="b"/>
                <a:pathLst>
                  <a:path w="2392" h="2515" extrusionOk="0">
                    <a:moveTo>
                      <a:pt x="558" y="1"/>
                    </a:moveTo>
                    <a:cubicBezTo>
                      <a:pt x="558" y="1"/>
                      <a:pt x="574" y="294"/>
                      <a:pt x="540" y="629"/>
                    </a:cubicBezTo>
                    <a:cubicBezTo>
                      <a:pt x="489" y="1073"/>
                      <a:pt x="360" y="1600"/>
                      <a:pt x="0" y="1641"/>
                    </a:cubicBezTo>
                    <a:cubicBezTo>
                      <a:pt x="0" y="1641"/>
                      <a:pt x="364" y="2514"/>
                      <a:pt x="1212" y="2514"/>
                    </a:cubicBezTo>
                    <a:cubicBezTo>
                      <a:pt x="1274" y="2514"/>
                      <a:pt x="1339" y="2509"/>
                      <a:pt x="1407" y="2499"/>
                    </a:cubicBezTo>
                    <a:cubicBezTo>
                      <a:pt x="2391" y="2348"/>
                      <a:pt x="1678" y="1490"/>
                      <a:pt x="1678" y="1490"/>
                    </a:cubicBezTo>
                    <a:lnTo>
                      <a:pt x="1678" y="1436"/>
                    </a:lnTo>
                    <a:cubicBezTo>
                      <a:pt x="1678" y="1332"/>
                      <a:pt x="1691" y="1089"/>
                      <a:pt x="1732" y="916"/>
                    </a:cubicBezTo>
                    <a:cubicBezTo>
                      <a:pt x="1789" y="692"/>
                      <a:pt x="559" y="1"/>
                      <a:pt x="558" y="1"/>
                    </a:cubicBezTo>
                    <a:close/>
                  </a:path>
                </a:pathLst>
              </a:custGeom>
              <a:solidFill>
                <a:srgbClr val="CC7B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Google Shape;1779;p46"/>
              <p:cNvSpPr/>
              <p:nvPr/>
            </p:nvSpPr>
            <p:spPr>
              <a:xfrm>
                <a:off x="5029400" y="2131025"/>
                <a:ext cx="31325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253" h="1433" extrusionOk="0">
                    <a:moveTo>
                      <a:pt x="22" y="1"/>
                    </a:moveTo>
                    <a:cubicBezTo>
                      <a:pt x="22" y="1"/>
                      <a:pt x="38" y="294"/>
                      <a:pt x="0" y="629"/>
                    </a:cubicBezTo>
                    <a:cubicBezTo>
                      <a:pt x="316" y="931"/>
                      <a:pt x="764" y="1310"/>
                      <a:pt x="1142" y="1433"/>
                    </a:cubicBezTo>
                    <a:cubicBezTo>
                      <a:pt x="1142" y="1326"/>
                      <a:pt x="1152" y="1086"/>
                      <a:pt x="1196" y="912"/>
                    </a:cubicBezTo>
                    <a:cubicBezTo>
                      <a:pt x="1253" y="692"/>
                      <a:pt x="22" y="1"/>
                      <a:pt x="22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Google Shape;1780;p46"/>
              <p:cNvSpPr/>
              <p:nvPr/>
            </p:nvSpPr>
            <p:spPr>
              <a:xfrm>
                <a:off x="5014725" y="2074000"/>
                <a:ext cx="69500" cy="87425"/>
              </a:xfrm>
              <a:custGeom>
                <a:avLst/>
                <a:gdLst/>
                <a:ahLst/>
                <a:cxnLst/>
                <a:rect l="l" t="t" r="r" b="b"/>
                <a:pathLst>
                  <a:path w="2780" h="3497" extrusionOk="0">
                    <a:moveTo>
                      <a:pt x="1405" y="0"/>
                    </a:moveTo>
                    <a:cubicBezTo>
                      <a:pt x="1222" y="0"/>
                      <a:pt x="1036" y="33"/>
                      <a:pt x="855" y="114"/>
                    </a:cubicBezTo>
                    <a:cubicBezTo>
                      <a:pt x="0" y="499"/>
                      <a:pt x="202" y="1392"/>
                      <a:pt x="202" y="1392"/>
                    </a:cubicBezTo>
                    <a:cubicBezTo>
                      <a:pt x="202" y="1392"/>
                      <a:pt x="792" y="3481"/>
                      <a:pt x="1786" y="3496"/>
                    </a:cubicBezTo>
                    <a:cubicBezTo>
                      <a:pt x="1789" y="3496"/>
                      <a:pt x="1791" y="3496"/>
                      <a:pt x="1794" y="3496"/>
                    </a:cubicBezTo>
                    <a:cubicBezTo>
                      <a:pt x="2780" y="3496"/>
                      <a:pt x="2736" y="607"/>
                      <a:pt x="2736" y="607"/>
                    </a:cubicBezTo>
                    <a:cubicBezTo>
                      <a:pt x="2703" y="455"/>
                      <a:pt x="2082" y="0"/>
                      <a:pt x="1405" y="0"/>
                    </a:cubicBezTo>
                    <a:close/>
                  </a:path>
                </a:pathLst>
              </a:custGeom>
              <a:solidFill>
                <a:srgbClr val="CC7B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Google Shape;1781;p46"/>
              <p:cNvSpPr/>
              <p:nvPr/>
            </p:nvSpPr>
            <p:spPr>
              <a:xfrm>
                <a:off x="5003200" y="2060300"/>
                <a:ext cx="97825" cy="68700"/>
              </a:xfrm>
              <a:custGeom>
                <a:avLst/>
                <a:gdLst/>
                <a:ahLst/>
                <a:cxnLst/>
                <a:rect l="l" t="t" r="r" b="b"/>
                <a:pathLst>
                  <a:path w="3913" h="2748" extrusionOk="0">
                    <a:moveTo>
                      <a:pt x="1693" y="1"/>
                    </a:moveTo>
                    <a:cubicBezTo>
                      <a:pt x="1184" y="1"/>
                      <a:pt x="793" y="193"/>
                      <a:pt x="600" y="1047"/>
                    </a:cubicBezTo>
                    <a:cubicBezTo>
                      <a:pt x="600" y="1047"/>
                      <a:pt x="1" y="1672"/>
                      <a:pt x="726" y="2748"/>
                    </a:cubicBezTo>
                    <a:lnTo>
                      <a:pt x="1055" y="2694"/>
                    </a:lnTo>
                    <a:cubicBezTo>
                      <a:pt x="1055" y="2694"/>
                      <a:pt x="954" y="2022"/>
                      <a:pt x="1304" y="2022"/>
                    </a:cubicBezTo>
                    <a:cubicBezTo>
                      <a:pt x="1657" y="2022"/>
                      <a:pt x="1884" y="1716"/>
                      <a:pt x="2010" y="1546"/>
                    </a:cubicBezTo>
                    <a:cubicBezTo>
                      <a:pt x="2028" y="1523"/>
                      <a:pt x="2050" y="1513"/>
                      <a:pt x="2078" y="1513"/>
                    </a:cubicBezTo>
                    <a:cubicBezTo>
                      <a:pt x="2251" y="1513"/>
                      <a:pt x="2607" y="1915"/>
                      <a:pt x="2872" y="1915"/>
                    </a:cubicBezTo>
                    <a:cubicBezTo>
                      <a:pt x="3175" y="1915"/>
                      <a:pt x="3140" y="2293"/>
                      <a:pt x="3140" y="2293"/>
                    </a:cubicBezTo>
                    <a:cubicBezTo>
                      <a:pt x="3140" y="2293"/>
                      <a:pt x="3913" y="1978"/>
                      <a:pt x="3578" y="1218"/>
                    </a:cubicBezTo>
                    <a:cubicBezTo>
                      <a:pt x="3578" y="1218"/>
                      <a:pt x="3802" y="205"/>
                      <a:pt x="2780" y="114"/>
                    </a:cubicBezTo>
                    <a:cubicBezTo>
                      <a:pt x="2384" y="78"/>
                      <a:pt x="2015" y="1"/>
                      <a:pt x="1693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Google Shape;1782;p46"/>
              <p:cNvSpPr/>
              <p:nvPr/>
            </p:nvSpPr>
            <p:spPr>
              <a:xfrm>
                <a:off x="5012375" y="2116125"/>
                <a:ext cx="19650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786" h="798" extrusionOk="0">
                    <a:moveTo>
                      <a:pt x="371" y="1"/>
                    </a:moveTo>
                    <a:cubicBezTo>
                      <a:pt x="325" y="1"/>
                      <a:pt x="278" y="18"/>
                      <a:pt x="233" y="60"/>
                    </a:cubicBezTo>
                    <a:cubicBezTo>
                      <a:pt x="0" y="279"/>
                      <a:pt x="288" y="798"/>
                      <a:pt x="684" y="798"/>
                    </a:cubicBezTo>
                    <a:cubicBezTo>
                      <a:pt x="717" y="798"/>
                      <a:pt x="751" y="794"/>
                      <a:pt x="785" y="786"/>
                    </a:cubicBezTo>
                    <a:lnTo>
                      <a:pt x="785" y="370"/>
                    </a:lnTo>
                    <a:cubicBezTo>
                      <a:pt x="785" y="370"/>
                      <a:pt x="583" y="1"/>
                      <a:pt x="371" y="1"/>
                    </a:cubicBezTo>
                    <a:close/>
                  </a:path>
                </a:pathLst>
              </a:custGeom>
              <a:solidFill>
                <a:srgbClr val="CC7B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Google Shape;1783;p46"/>
              <p:cNvSpPr/>
              <p:nvPr/>
            </p:nvSpPr>
            <p:spPr>
              <a:xfrm>
                <a:off x="5060475" y="2123775"/>
                <a:ext cx="7750" cy="1635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654" extrusionOk="0">
                    <a:moveTo>
                      <a:pt x="221" y="1"/>
                    </a:moveTo>
                    <a:cubicBezTo>
                      <a:pt x="202" y="4"/>
                      <a:pt x="186" y="19"/>
                      <a:pt x="189" y="38"/>
                    </a:cubicBezTo>
                    <a:cubicBezTo>
                      <a:pt x="218" y="266"/>
                      <a:pt x="224" y="531"/>
                      <a:pt x="202" y="568"/>
                    </a:cubicBezTo>
                    <a:cubicBezTo>
                      <a:pt x="192" y="578"/>
                      <a:pt x="176" y="582"/>
                      <a:pt x="157" y="582"/>
                    </a:cubicBezTo>
                    <a:cubicBezTo>
                      <a:pt x="122" y="582"/>
                      <a:pt x="80" y="569"/>
                      <a:pt x="57" y="559"/>
                    </a:cubicBezTo>
                    <a:cubicBezTo>
                      <a:pt x="52" y="557"/>
                      <a:pt x="46" y="557"/>
                      <a:pt x="42" y="557"/>
                    </a:cubicBezTo>
                    <a:cubicBezTo>
                      <a:pt x="26" y="557"/>
                      <a:pt x="14" y="564"/>
                      <a:pt x="10" y="581"/>
                    </a:cubicBezTo>
                    <a:cubicBezTo>
                      <a:pt x="0" y="600"/>
                      <a:pt x="10" y="619"/>
                      <a:pt x="29" y="628"/>
                    </a:cubicBezTo>
                    <a:cubicBezTo>
                      <a:pt x="35" y="631"/>
                      <a:pt x="95" y="654"/>
                      <a:pt x="155" y="654"/>
                    </a:cubicBezTo>
                    <a:cubicBezTo>
                      <a:pt x="189" y="654"/>
                      <a:pt x="224" y="647"/>
                      <a:pt x="249" y="619"/>
                    </a:cubicBezTo>
                    <a:cubicBezTo>
                      <a:pt x="309" y="559"/>
                      <a:pt x="281" y="225"/>
                      <a:pt x="262" y="32"/>
                    </a:cubicBezTo>
                    <a:cubicBezTo>
                      <a:pt x="256" y="10"/>
                      <a:pt x="240" y="1"/>
                      <a:pt x="221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Google Shape;1784;p46"/>
              <p:cNvSpPr/>
              <p:nvPr/>
            </p:nvSpPr>
            <p:spPr>
              <a:xfrm>
                <a:off x="5047300" y="2111750"/>
                <a:ext cx="12325" cy="5425"/>
              </a:xfrm>
              <a:custGeom>
                <a:avLst/>
                <a:gdLst/>
                <a:ahLst/>
                <a:cxnLst/>
                <a:rect l="l" t="t" r="r" b="b"/>
                <a:pathLst>
                  <a:path w="493" h="217" extrusionOk="0">
                    <a:moveTo>
                      <a:pt x="331" y="1"/>
                    </a:moveTo>
                    <a:cubicBezTo>
                      <a:pt x="92" y="1"/>
                      <a:pt x="0" y="170"/>
                      <a:pt x="0" y="172"/>
                    </a:cubicBezTo>
                    <a:lnTo>
                      <a:pt x="82" y="217"/>
                    </a:lnTo>
                    <a:cubicBezTo>
                      <a:pt x="85" y="211"/>
                      <a:pt x="148" y="95"/>
                      <a:pt x="327" y="95"/>
                    </a:cubicBezTo>
                    <a:cubicBezTo>
                      <a:pt x="368" y="95"/>
                      <a:pt x="414" y="101"/>
                      <a:pt x="467" y="116"/>
                    </a:cubicBezTo>
                    <a:lnTo>
                      <a:pt x="492" y="24"/>
                    </a:lnTo>
                    <a:cubicBezTo>
                      <a:pt x="432" y="8"/>
                      <a:pt x="378" y="1"/>
                      <a:pt x="331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Google Shape;1785;p46"/>
              <p:cNvSpPr/>
              <p:nvPr/>
            </p:nvSpPr>
            <p:spPr>
              <a:xfrm>
                <a:off x="5068975" y="2112325"/>
                <a:ext cx="12350" cy="5475"/>
              </a:xfrm>
              <a:custGeom>
                <a:avLst/>
                <a:gdLst/>
                <a:ahLst/>
                <a:cxnLst/>
                <a:rect l="l" t="t" r="r" b="b"/>
                <a:pathLst>
                  <a:path w="494" h="219" extrusionOk="0">
                    <a:moveTo>
                      <a:pt x="158" y="0"/>
                    </a:moveTo>
                    <a:cubicBezTo>
                      <a:pt x="112" y="0"/>
                      <a:pt x="59" y="7"/>
                      <a:pt x="1" y="23"/>
                    </a:cubicBezTo>
                    <a:lnTo>
                      <a:pt x="23" y="115"/>
                    </a:lnTo>
                    <a:cubicBezTo>
                      <a:pt x="75" y="100"/>
                      <a:pt x="120" y="94"/>
                      <a:pt x="160" y="94"/>
                    </a:cubicBezTo>
                    <a:cubicBezTo>
                      <a:pt x="337" y="94"/>
                      <a:pt x="402" y="211"/>
                      <a:pt x="405" y="219"/>
                    </a:cubicBezTo>
                    <a:lnTo>
                      <a:pt x="493" y="175"/>
                    </a:lnTo>
                    <a:cubicBezTo>
                      <a:pt x="488" y="175"/>
                      <a:pt x="396" y="0"/>
                      <a:pt x="158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Google Shape;1786;p46"/>
              <p:cNvSpPr/>
              <p:nvPr/>
            </p:nvSpPr>
            <p:spPr>
              <a:xfrm>
                <a:off x="5053675" y="2120775"/>
                <a:ext cx="3750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150" h="222" extrusionOk="0">
                    <a:moveTo>
                      <a:pt x="73" y="1"/>
                    </a:moveTo>
                    <a:cubicBezTo>
                      <a:pt x="32" y="1"/>
                      <a:pt x="1" y="51"/>
                      <a:pt x="1" y="111"/>
                    </a:cubicBezTo>
                    <a:cubicBezTo>
                      <a:pt x="1" y="174"/>
                      <a:pt x="32" y="221"/>
                      <a:pt x="73" y="221"/>
                    </a:cubicBezTo>
                    <a:cubicBezTo>
                      <a:pt x="118" y="221"/>
                      <a:pt x="149" y="174"/>
                      <a:pt x="149" y="111"/>
                    </a:cubicBezTo>
                    <a:cubicBezTo>
                      <a:pt x="149" y="51"/>
                      <a:pt x="118" y="1"/>
                      <a:pt x="73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Google Shape;1787;p46"/>
              <p:cNvSpPr/>
              <p:nvPr/>
            </p:nvSpPr>
            <p:spPr>
              <a:xfrm>
                <a:off x="5071900" y="2121575"/>
                <a:ext cx="3725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149" h="222" extrusionOk="0">
                    <a:moveTo>
                      <a:pt x="76" y="0"/>
                    </a:moveTo>
                    <a:cubicBezTo>
                      <a:pt x="35" y="0"/>
                      <a:pt x="1" y="51"/>
                      <a:pt x="1" y="111"/>
                    </a:cubicBezTo>
                    <a:cubicBezTo>
                      <a:pt x="1" y="174"/>
                      <a:pt x="35" y="221"/>
                      <a:pt x="76" y="221"/>
                    </a:cubicBezTo>
                    <a:cubicBezTo>
                      <a:pt x="117" y="221"/>
                      <a:pt x="149" y="174"/>
                      <a:pt x="149" y="111"/>
                    </a:cubicBezTo>
                    <a:cubicBezTo>
                      <a:pt x="149" y="51"/>
                      <a:pt x="117" y="0"/>
                      <a:pt x="76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Google Shape;1788;p46"/>
              <p:cNvSpPr/>
              <p:nvPr/>
            </p:nvSpPr>
            <p:spPr>
              <a:xfrm>
                <a:off x="5055725" y="2146125"/>
                <a:ext cx="10600" cy="2925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17" extrusionOk="0">
                    <a:moveTo>
                      <a:pt x="84" y="0"/>
                    </a:moveTo>
                    <a:cubicBezTo>
                      <a:pt x="54" y="0"/>
                      <a:pt x="38" y="2"/>
                      <a:pt x="36" y="2"/>
                    </a:cubicBezTo>
                    <a:cubicBezTo>
                      <a:pt x="17" y="6"/>
                      <a:pt x="1" y="21"/>
                      <a:pt x="4" y="40"/>
                    </a:cubicBezTo>
                    <a:cubicBezTo>
                      <a:pt x="10" y="58"/>
                      <a:pt x="23" y="72"/>
                      <a:pt x="40" y="72"/>
                    </a:cubicBezTo>
                    <a:cubicBezTo>
                      <a:pt x="42" y="72"/>
                      <a:pt x="43" y="72"/>
                      <a:pt x="45" y="72"/>
                    </a:cubicBezTo>
                    <a:cubicBezTo>
                      <a:pt x="46" y="72"/>
                      <a:pt x="56" y="71"/>
                      <a:pt x="76" y="71"/>
                    </a:cubicBezTo>
                    <a:cubicBezTo>
                      <a:pt x="122" y="71"/>
                      <a:pt x="218" y="77"/>
                      <a:pt x="373" y="116"/>
                    </a:cubicBezTo>
                    <a:lnTo>
                      <a:pt x="379" y="116"/>
                    </a:lnTo>
                    <a:cubicBezTo>
                      <a:pt x="395" y="116"/>
                      <a:pt x="411" y="103"/>
                      <a:pt x="414" y="88"/>
                    </a:cubicBezTo>
                    <a:cubicBezTo>
                      <a:pt x="424" y="69"/>
                      <a:pt x="411" y="50"/>
                      <a:pt x="392" y="43"/>
                    </a:cubicBezTo>
                    <a:cubicBezTo>
                      <a:pt x="240" y="7"/>
                      <a:pt x="139" y="0"/>
                      <a:pt x="84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Google Shape;1789;p46"/>
              <p:cNvSpPr/>
              <p:nvPr/>
            </p:nvSpPr>
            <p:spPr>
              <a:xfrm>
                <a:off x="4984750" y="2168025"/>
                <a:ext cx="126925" cy="176075"/>
              </a:xfrm>
              <a:custGeom>
                <a:avLst/>
                <a:gdLst/>
                <a:ahLst/>
                <a:cxnLst/>
                <a:rect l="l" t="t" r="r" b="b"/>
                <a:pathLst>
                  <a:path w="5077" h="7043" extrusionOk="0">
                    <a:moveTo>
                      <a:pt x="2922" y="0"/>
                    </a:moveTo>
                    <a:cubicBezTo>
                      <a:pt x="2922" y="0"/>
                      <a:pt x="3348" y="754"/>
                      <a:pt x="2632" y="754"/>
                    </a:cubicBezTo>
                    <a:cubicBezTo>
                      <a:pt x="1912" y="754"/>
                      <a:pt x="1496" y="26"/>
                      <a:pt x="1496" y="26"/>
                    </a:cubicBezTo>
                    <a:cubicBezTo>
                      <a:pt x="1496" y="26"/>
                      <a:pt x="1414" y="73"/>
                      <a:pt x="1240" y="111"/>
                    </a:cubicBezTo>
                    <a:cubicBezTo>
                      <a:pt x="1181" y="127"/>
                      <a:pt x="1105" y="139"/>
                      <a:pt x="1023" y="145"/>
                    </a:cubicBezTo>
                    <a:cubicBezTo>
                      <a:pt x="704" y="183"/>
                      <a:pt x="92" y="963"/>
                      <a:pt x="92" y="963"/>
                    </a:cubicBezTo>
                    <a:cubicBezTo>
                      <a:pt x="92" y="963"/>
                      <a:pt x="445" y="4105"/>
                      <a:pt x="461" y="4887"/>
                    </a:cubicBezTo>
                    <a:cubicBezTo>
                      <a:pt x="477" y="5666"/>
                      <a:pt x="1" y="6117"/>
                      <a:pt x="379" y="6509"/>
                    </a:cubicBezTo>
                    <a:cubicBezTo>
                      <a:pt x="655" y="6796"/>
                      <a:pt x="1982" y="7042"/>
                      <a:pt x="3060" y="7042"/>
                    </a:cubicBezTo>
                    <a:cubicBezTo>
                      <a:pt x="3464" y="7042"/>
                      <a:pt x="3832" y="7008"/>
                      <a:pt x="4099" y="6928"/>
                    </a:cubicBezTo>
                    <a:cubicBezTo>
                      <a:pt x="5077" y="6638"/>
                      <a:pt x="4417" y="5111"/>
                      <a:pt x="4310" y="4357"/>
                    </a:cubicBezTo>
                    <a:cubicBezTo>
                      <a:pt x="4263" y="4042"/>
                      <a:pt x="4256" y="3534"/>
                      <a:pt x="4253" y="3013"/>
                    </a:cubicBezTo>
                    <a:cubicBezTo>
                      <a:pt x="4247" y="2275"/>
                      <a:pt x="4256" y="1524"/>
                      <a:pt x="4181" y="1310"/>
                    </a:cubicBezTo>
                    <a:cubicBezTo>
                      <a:pt x="4080" y="1013"/>
                      <a:pt x="3799" y="414"/>
                      <a:pt x="3300" y="136"/>
                    </a:cubicBezTo>
                    <a:cubicBezTo>
                      <a:pt x="3253" y="111"/>
                      <a:pt x="3206" y="89"/>
                      <a:pt x="3155" y="67"/>
                    </a:cubicBezTo>
                    <a:cubicBezTo>
                      <a:pt x="3080" y="35"/>
                      <a:pt x="3001" y="16"/>
                      <a:pt x="2922" y="0"/>
                    </a:cubicBez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Google Shape;1790;p46"/>
              <p:cNvSpPr/>
              <p:nvPr/>
            </p:nvSpPr>
            <p:spPr>
              <a:xfrm>
                <a:off x="5015675" y="2168025"/>
                <a:ext cx="53650" cy="24650"/>
              </a:xfrm>
              <a:custGeom>
                <a:avLst/>
                <a:gdLst/>
                <a:ahLst/>
                <a:cxnLst/>
                <a:rect l="l" t="t" r="r" b="b"/>
                <a:pathLst>
                  <a:path w="2146" h="986" extrusionOk="0">
                    <a:moveTo>
                      <a:pt x="1685" y="0"/>
                    </a:moveTo>
                    <a:cubicBezTo>
                      <a:pt x="1685" y="0"/>
                      <a:pt x="2111" y="754"/>
                      <a:pt x="1395" y="754"/>
                    </a:cubicBezTo>
                    <a:cubicBezTo>
                      <a:pt x="675" y="754"/>
                      <a:pt x="259" y="26"/>
                      <a:pt x="259" y="26"/>
                    </a:cubicBezTo>
                    <a:cubicBezTo>
                      <a:pt x="259" y="26"/>
                      <a:pt x="174" y="73"/>
                      <a:pt x="0" y="111"/>
                    </a:cubicBezTo>
                    <a:cubicBezTo>
                      <a:pt x="208" y="406"/>
                      <a:pt x="714" y="985"/>
                      <a:pt x="1434" y="985"/>
                    </a:cubicBezTo>
                    <a:cubicBezTo>
                      <a:pt x="1514" y="985"/>
                      <a:pt x="1597" y="978"/>
                      <a:pt x="1682" y="963"/>
                    </a:cubicBezTo>
                    <a:cubicBezTo>
                      <a:pt x="1975" y="912"/>
                      <a:pt x="2101" y="767"/>
                      <a:pt x="2127" y="578"/>
                    </a:cubicBezTo>
                    <a:cubicBezTo>
                      <a:pt x="2146" y="445"/>
                      <a:pt x="2120" y="294"/>
                      <a:pt x="2063" y="136"/>
                    </a:cubicBezTo>
                    <a:cubicBezTo>
                      <a:pt x="2060" y="127"/>
                      <a:pt x="2057" y="114"/>
                      <a:pt x="2051" y="108"/>
                    </a:cubicBezTo>
                    <a:cubicBezTo>
                      <a:pt x="1978" y="82"/>
                      <a:pt x="1922" y="67"/>
                      <a:pt x="1918" y="67"/>
                    </a:cubicBezTo>
                    <a:cubicBezTo>
                      <a:pt x="1843" y="35"/>
                      <a:pt x="1764" y="16"/>
                      <a:pt x="1685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Google Shape;1791;p46"/>
              <p:cNvSpPr/>
              <p:nvPr/>
            </p:nvSpPr>
            <p:spPr>
              <a:xfrm>
                <a:off x="5063625" y="2169675"/>
                <a:ext cx="41350" cy="7407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2963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48" y="45"/>
                      <a:pt x="123" y="237"/>
                      <a:pt x="209" y="512"/>
                    </a:cubicBezTo>
                    <a:cubicBezTo>
                      <a:pt x="486" y="1363"/>
                      <a:pt x="884" y="2963"/>
                      <a:pt x="884" y="2963"/>
                    </a:cubicBezTo>
                    <a:lnTo>
                      <a:pt x="1092" y="2947"/>
                    </a:lnTo>
                    <a:lnTo>
                      <a:pt x="1653" y="2909"/>
                    </a:lnTo>
                    <a:cubicBezTo>
                      <a:pt x="1543" y="2237"/>
                      <a:pt x="1262" y="1089"/>
                      <a:pt x="1026" y="644"/>
                    </a:cubicBezTo>
                    <a:cubicBezTo>
                      <a:pt x="855" y="313"/>
                      <a:pt x="369" y="120"/>
                      <a:pt x="133" y="42"/>
                    </a:cubicBezTo>
                    <a:cubicBezTo>
                      <a:pt x="60" y="16"/>
                      <a:pt x="4" y="1"/>
                      <a:pt x="0" y="1"/>
                    </a:cubicBez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Google Shape;1792;p46"/>
              <p:cNvSpPr/>
              <p:nvPr/>
            </p:nvSpPr>
            <p:spPr>
              <a:xfrm>
                <a:off x="5100375" y="2190575"/>
                <a:ext cx="23600" cy="33300"/>
              </a:xfrm>
              <a:custGeom>
                <a:avLst/>
                <a:gdLst/>
                <a:ahLst/>
                <a:cxnLst/>
                <a:rect l="l" t="t" r="r" b="b"/>
                <a:pathLst>
                  <a:path w="944" h="1332" extrusionOk="0">
                    <a:moveTo>
                      <a:pt x="770" y="1"/>
                    </a:moveTo>
                    <a:cubicBezTo>
                      <a:pt x="493" y="243"/>
                      <a:pt x="0" y="1332"/>
                      <a:pt x="0" y="1332"/>
                    </a:cubicBezTo>
                    <a:lnTo>
                      <a:pt x="149" y="1332"/>
                    </a:lnTo>
                    <a:cubicBezTo>
                      <a:pt x="149" y="1332"/>
                      <a:pt x="723" y="1007"/>
                      <a:pt x="833" y="609"/>
                    </a:cubicBezTo>
                    <a:cubicBezTo>
                      <a:pt x="944" y="212"/>
                      <a:pt x="770" y="1"/>
                      <a:pt x="770" y="1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Google Shape;1793;p46"/>
              <p:cNvSpPr/>
              <p:nvPr/>
            </p:nvSpPr>
            <p:spPr>
              <a:xfrm>
                <a:off x="5076150" y="2193250"/>
                <a:ext cx="22750" cy="30725"/>
              </a:xfrm>
              <a:custGeom>
                <a:avLst/>
                <a:gdLst/>
                <a:ahLst/>
                <a:cxnLst/>
                <a:rect l="l" t="t" r="r" b="b"/>
                <a:pathLst>
                  <a:path w="910" h="1229" extrusionOk="0">
                    <a:moveTo>
                      <a:pt x="174" y="1"/>
                    </a:moveTo>
                    <a:cubicBezTo>
                      <a:pt x="174" y="1"/>
                      <a:pt x="1" y="253"/>
                      <a:pt x="174" y="537"/>
                    </a:cubicBezTo>
                    <a:cubicBezTo>
                      <a:pt x="348" y="821"/>
                      <a:pt x="790" y="1228"/>
                      <a:pt x="790" y="1228"/>
                    </a:cubicBezTo>
                    <a:lnTo>
                      <a:pt x="910" y="1228"/>
                    </a:lnTo>
                    <a:lnTo>
                      <a:pt x="910" y="1225"/>
                    </a:lnTo>
                    <a:cubicBezTo>
                      <a:pt x="910" y="1225"/>
                      <a:pt x="809" y="209"/>
                      <a:pt x="174" y="1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Google Shape;1794;p46"/>
              <p:cNvSpPr/>
              <p:nvPr/>
            </p:nvSpPr>
            <p:spPr>
              <a:xfrm>
                <a:off x="5030175" y="2221700"/>
                <a:ext cx="136000" cy="133450"/>
              </a:xfrm>
              <a:custGeom>
                <a:avLst/>
                <a:gdLst/>
                <a:ahLst/>
                <a:cxnLst/>
                <a:rect l="l" t="t" r="r" b="b"/>
                <a:pathLst>
                  <a:path w="5440" h="5338" extrusionOk="0">
                    <a:moveTo>
                      <a:pt x="2492" y="0"/>
                    </a:moveTo>
                    <a:cubicBezTo>
                      <a:pt x="832" y="0"/>
                      <a:pt x="553" y="876"/>
                      <a:pt x="401" y="1380"/>
                    </a:cubicBezTo>
                    <a:cubicBezTo>
                      <a:pt x="237" y="1910"/>
                      <a:pt x="1" y="4494"/>
                      <a:pt x="1206" y="5049"/>
                    </a:cubicBezTo>
                    <a:cubicBezTo>
                      <a:pt x="1687" y="5271"/>
                      <a:pt x="2272" y="5338"/>
                      <a:pt x="2802" y="5338"/>
                    </a:cubicBezTo>
                    <a:cubicBezTo>
                      <a:pt x="3597" y="5338"/>
                      <a:pt x="4266" y="5188"/>
                      <a:pt x="4266" y="5188"/>
                    </a:cubicBezTo>
                    <a:cubicBezTo>
                      <a:pt x="5440" y="4418"/>
                      <a:pt x="5228" y="2349"/>
                      <a:pt x="5077" y="1699"/>
                    </a:cubicBezTo>
                    <a:cubicBezTo>
                      <a:pt x="4922" y="1040"/>
                      <a:pt x="4780" y="134"/>
                      <a:pt x="2824" y="11"/>
                    </a:cubicBezTo>
                    <a:cubicBezTo>
                      <a:pt x="2708" y="4"/>
                      <a:pt x="2597" y="0"/>
                      <a:pt x="2492" y="0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Google Shape;1795;p46"/>
              <p:cNvSpPr/>
              <p:nvPr/>
            </p:nvSpPr>
            <p:spPr>
              <a:xfrm>
                <a:off x="5071125" y="2267300"/>
                <a:ext cx="73525" cy="67225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2689" extrusionOk="0">
                    <a:moveTo>
                      <a:pt x="2750" y="1"/>
                    </a:moveTo>
                    <a:cubicBezTo>
                      <a:pt x="2748" y="1"/>
                      <a:pt x="2746" y="1"/>
                      <a:pt x="2745" y="1"/>
                    </a:cubicBezTo>
                    <a:cubicBezTo>
                      <a:pt x="2726" y="4"/>
                      <a:pt x="2710" y="20"/>
                      <a:pt x="2713" y="39"/>
                    </a:cubicBezTo>
                    <a:cubicBezTo>
                      <a:pt x="2716" y="48"/>
                      <a:pt x="2868" y="1149"/>
                      <a:pt x="2193" y="1900"/>
                    </a:cubicBezTo>
                    <a:cubicBezTo>
                      <a:pt x="1764" y="2379"/>
                      <a:pt x="1100" y="2620"/>
                      <a:pt x="217" y="2620"/>
                    </a:cubicBezTo>
                    <a:cubicBezTo>
                      <a:pt x="157" y="2620"/>
                      <a:pt x="96" y="2619"/>
                      <a:pt x="35" y="2616"/>
                    </a:cubicBezTo>
                    <a:cubicBezTo>
                      <a:pt x="16" y="2616"/>
                      <a:pt x="0" y="2632"/>
                      <a:pt x="0" y="2651"/>
                    </a:cubicBezTo>
                    <a:cubicBezTo>
                      <a:pt x="0" y="2670"/>
                      <a:pt x="16" y="2686"/>
                      <a:pt x="35" y="2686"/>
                    </a:cubicBezTo>
                    <a:cubicBezTo>
                      <a:pt x="101" y="2689"/>
                      <a:pt x="161" y="2689"/>
                      <a:pt x="224" y="2689"/>
                    </a:cubicBezTo>
                    <a:cubicBezTo>
                      <a:pt x="1129" y="2689"/>
                      <a:pt x="1811" y="2440"/>
                      <a:pt x="2243" y="1954"/>
                    </a:cubicBezTo>
                    <a:cubicBezTo>
                      <a:pt x="2940" y="1172"/>
                      <a:pt x="2783" y="45"/>
                      <a:pt x="2783" y="33"/>
                    </a:cubicBezTo>
                    <a:cubicBezTo>
                      <a:pt x="2780" y="15"/>
                      <a:pt x="2766" y="1"/>
                      <a:pt x="2750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Google Shape;1796;p46"/>
              <p:cNvSpPr/>
              <p:nvPr/>
            </p:nvSpPr>
            <p:spPr>
              <a:xfrm>
                <a:off x="4992175" y="2257850"/>
                <a:ext cx="101675" cy="118200"/>
              </a:xfrm>
              <a:custGeom>
                <a:avLst/>
                <a:gdLst/>
                <a:ahLst/>
                <a:cxnLst/>
                <a:rect l="l" t="t" r="r" b="b"/>
                <a:pathLst>
                  <a:path w="4067" h="4728" extrusionOk="0">
                    <a:moveTo>
                      <a:pt x="1171" y="1"/>
                    </a:moveTo>
                    <a:lnTo>
                      <a:pt x="0" y="502"/>
                    </a:lnTo>
                    <a:cubicBezTo>
                      <a:pt x="0" y="502"/>
                      <a:pt x="1584" y="3868"/>
                      <a:pt x="2057" y="4345"/>
                    </a:cubicBezTo>
                    <a:cubicBezTo>
                      <a:pt x="2330" y="4621"/>
                      <a:pt x="2726" y="4728"/>
                      <a:pt x="3075" y="4728"/>
                    </a:cubicBezTo>
                    <a:cubicBezTo>
                      <a:pt x="3330" y="4728"/>
                      <a:pt x="3560" y="4671"/>
                      <a:pt x="3698" y="4581"/>
                    </a:cubicBezTo>
                    <a:cubicBezTo>
                      <a:pt x="4026" y="4373"/>
                      <a:pt x="4067" y="3884"/>
                      <a:pt x="4067" y="3884"/>
                    </a:cubicBezTo>
                    <a:cubicBezTo>
                      <a:pt x="4067" y="3884"/>
                      <a:pt x="2906" y="3461"/>
                      <a:pt x="2638" y="3455"/>
                    </a:cubicBezTo>
                    <a:cubicBezTo>
                      <a:pt x="2373" y="3442"/>
                      <a:pt x="1171" y="1"/>
                      <a:pt x="1171" y="1"/>
                    </a:cubicBezTo>
                    <a:close/>
                  </a:path>
                </a:pathLst>
              </a:custGeom>
              <a:solidFill>
                <a:srgbClr val="CC7B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Google Shape;1797;p46"/>
              <p:cNvSpPr/>
              <p:nvPr/>
            </p:nvSpPr>
            <p:spPr>
              <a:xfrm>
                <a:off x="4979075" y="2192150"/>
                <a:ext cx="49075" cy="86625"/>
              </a:xfrm>
              <a:custGeom>
                <a:avLst/>
                <a:gdLst/>
                <a:ahLst/>
                <a:cxnLst/>
                <a:rect l="l" t="t" r="r" b="b"/>
                <a:pathLst>
                  <a:path w="1963" h="3465" extrusionOk="0">
                    <a:moveTo>
                      <a:pt x="319" y="1"/>
                    </a:moveTo>
                    <a:cubicBezTo>
                      <a:pt x="319" y="1"/>
                      <a:pt x="16" y="408"/>
                      <a:pt x="7" y="1162"/>
                    </a:cubicBezTo>
                    <a:cubicBezTo>
                      <a:pt x="1" y="1916"/>
                      <a:pt x="146" y="2789"/>
                      <a:pt x="319" y="3465"/>
                    </a:cubicBezTo>
                    <a:cubicBezTo>
                      <a:pt x="319" y="3465"/>
                      <a:pt x="1546" y="3436"/>
                      <a:pt x="1963" y="2755"/>
                    </a:cubicBezTo>
                    <a:cubicBezTo>
                      <a:pt x="1963" y="2755"/>
                      <a:pt x="1543" y="1591"/>
                      <a:pt x="1534" y="1143"/>
                    </a:cubicBezTo>
                    <a:cubicBezTo>
                      <a:pt x="1524" y="695"/>
                      <a:pt x="1067" y="190"/>
                      <a:pt x="319" y="1"/>
                    </a:cubicBez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Google Shape;1798;p46"/>
              <p:cNvSpPr/>
              <p:nvPr/>
            </p:nvSpPr>
            <p:spPr>
              <a:xfrm>
                <a:off x="5001150" y="2188825"/>
                <a:ext cx="28900" cy="83325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3333" extrusionOk="0">
                    <a:moveTo>
                      <a:pt x="36" y="0"/>
                    </a:moveTo>
                    <a:cubicBezTo>
                      <a:pt x="27" y="0"/>
                      <a:pt x="18" y="3"/>
                      <a:pt x="10" y="7"/>
                    </a:cubicBezTo>
                    <a:cubicBezTo>
                      <a:pt x="1" y="23"/>
                      <a:pt x="1" y="45"/>
                      <a:pt x="10" y="61"/>
                    </a:cubicBezTo>
                    <a:cubicBezTo>
                      <a:pt x="20" y="67"/>
                      <a:pt x="764" y="853"/>
                      <a:pt x="1048" y="2828"/>
                    </a:cubicBezTo>
                    <a:cubicBezTo>
                      <a:pt x="1048" y="2831"/>
                      <a:pt x="1067" y="3017"/>
                      <a:pt x="512" y="3266"/>
                    </a:cubicBezTo>
                    <a:cubicBezTo>
                      <a:pt x="493" y="3273"/>
                      <a:pt x="484" y="3292"/>
                      <a:pt x="493" y="3314"/>
                    </a:cubicBezTo>
                    <a:cubicBezTo>
                      <a:pt x="496" y="3326"/>
                      <a:pt x="512" y="3333"/>
                      <a:pt x="525" y="3333"/>
                    </a:cubicBezTo>
                    <a:cubicBezTo>
                      <a:pt x="528" y="3333"/>
                      <a:pt x="531" y="3333"/>
                      <a:pt x="543" y="3329"/>
                    </a:cubicBezTo>
                    <a:cubicBezTo>
                      <a:pt x="1155" y="3055"/>
                      <a:pt x="1124" y="2837"/>
                      <a:pt x="1121" y="2815"/>
                    </a:cubicBezTo>
                    <a:cubicBezTo>
                      <a:pt x="831" y="812"/>
                      <a:pt x="95" y="39"/>
                      <a:pt x="64" y="7"/>
                    </a:cubicBezTo>
                    <a:cubicBezTo>
                      <a:pt x="54" y="3"/>
                      <a:pt x="45" y="0"/>
                      <a:pt x="36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99" name="Google Shape;1799;p46"/>
            <p:cNvSpPr/>
            <p:nvPr/>
          </p:nvSpPr>
          <p:spPr>
            <a:xfrm flipH="1">
              <a:off x="3803108" y="3499974"/>
              <a:ext cx="720919" cy="418611"/>
            </a:xfrm>
            <a:custGeom>
              <a:avLst/>
              <a:gdLst/>
              <a:ahLst/>
              <a:cxnLst/>
              <a:rect l="l" t="t" r="r" b="b"/>
              <a:pathLst>
                <a:path w="8740" h="5075" extrusionOk="0">
                  <a:moveTo>
                    <a:pt x="3537" y="0"/>
                  </a:moveTo>
                  <a:cubicBezTo>
                    <a:pt x="3524" y="0"/>
                    <a:pt x="3512" y="2"/>
                    <a:pt x="3499" y="5"/>
                  </a:cubicBezTo>
                  <a:cubicBezTo>
                    <a:pt x="3253" y="75"/>
                    <a:pt x="3216" y="860"/>
                    <a:pt x="3389" y="2352"/>
                  </a:cubicBezTo>
                  <a:cubicBezTo>
                    <a:pt x="3226" y="2109"/>
                    <a:pt x="2535" y="1093"/>
                    <a:pt x="2140" y="1093"/>
                  </a:cubicBezTo>
                  <a:cubicBezTo>
                    <a:pt x="2114" y="1093"/>
                    <a:pt x="2090" y="1097"/>
                    <a:pt x="2067" y="1106"/>
                  </a:cubicBezTo>
                  <a:cubicBezTo>
                    <a:pt x="1597" y="1289"/>
                    <a:pt x="2039" y="3356"/>
                    <a:pt x="2067" y="3491"/>
                  </a:cubicBezTo>
                  <a:cubicBezTo>
                    <a:pt x="1687" y="3290"/>
                    <a:pt x="1317" y="3208"/>
                    <a:pt x="1004" y="3208"/>
                  </a:cubicBezTo>
                  <a:cubicBezTo>
                    <a:pt x="578" y="3208"/>
                    <a:pt x="257" y="3360"/>
                    <a:pt x="159" y="3567"/>
                  </a:cubicBezTo>
                  <a:cubicBezTo>
                    <a:pt x="1" y="3892"/>
                    <a:pt x="320" y="4630"/>
                    <a:pt x="1039" y="5069"/>
                  </a:cubicBezTo>
                  <a:cubicBezTo>
                    <a:pt x="1489" y="5073"/>
                    <a:pt x="1938" y="5075"/>
                    <a:pt x="2388" y="5075"/>
                  </a:cubicBezTo>
                  <a:cubicBezTo>
                    <a:pt x="3896" y="5075"/>
                    <a:pt x="5404" y="5056"/>
                    <a:pt x="6915" y="5056"/>
                  </a:cubicBezTo>
                  <a:cubicBezTo>
                    <a:pt x="7256" y="5056"/>
                    <a:pt x="7597" y="5057"/>
                    <a:pt x="7938" y="5059"/>
                  </a:cubicBezTo>
                  <a:cubicBezTo>
                    <a:pt x="8531" y="3759"/>
                    <a:pt x="8739" y="3050"/>
                    <a:pt x="8563" y="2936"/>
                  </a:cubicBezTo>
                  <a:cubicBezTo>
                    <a:pt x="8546" y="2925"/>
                    <a:pt x="8525" y="2919"/>
                    <a:pt x="8501" y="2919"/>
                  </a:cubicBezTo>
                  <a:cubicBezTo>
                    <a:pt x="8328" y="2919"/>
                    <a:pt x="7970" y="3208"/>
                    <a:pt x="7427" y="3778"/>
                  </a:cubicBezTo>
                  <a:cubicBezTo>
                    <a:pt x="7320" y="3176"/>
                    <a:pt x="6951" y="1176"/>
                    <a:pt x="6472" y="1176"/>
                  </a:cubicBezTo>
                  <a:cubicBezTo>
                    <a:pt x="6472" y="1176"/>
                    <a:pt x="6472" y="1176"/>
                    <a:pt x="6471" y="1176"/>
                  </a:cubicBezTo>
                  <a:cubicBezTo>
                    <a:pt x="6090" y="1179"/>
                    <a:pt x="5802" y="2472"/>
                    <a:pt x="5664" y="3195"/>
                  </a:cubicBezTo>
                  <a:cubicBezTo>
                    <a:pt x="5389" y="1217"/>
                    <a:pt x="5105" y="226"/>
                    <a:pt x="4821" y="226"/>
                  </a:cubicBezTo>
                  <a:cubicBezTo>
                    <a:pt x="4673" y="226"/>
                    <a:pt x="4525" y="482"/>
                    <a:pt x="4380" y="996"/>
                  </a:cubicBezTo>
                  <a:cubicBezTo>
                    <a:pt x="4000" y="328"/>
                    <a:pt x="3719" y="0"/>
                    <a:pt x="3537" y="0"/>
                  </a:cubicBezTo>
                  <a:close/>
                </a:path>
              </a:pathLst>
            </a:custGeom>
            <a:solidFill>
              <a:srgbClr val="1A75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00" name="Google Shape;1800;p46"/>
            <p:cNvGrpSpPr/>
            <p:nvPr/>
          </p:nvGrpSpPr>
          <p:grpSpPr>
            <a:xfrm>
              <a:off x="3552650" y="3464992"/>
              <a:ext cx="488023" cy="488585"/>
              <a:chOff x="4683550" y="1106675"/>
              <a:chExt cx="195475" cy="195700"/>
            </a:xfrm>
          </p:grpSpPr>
          <p:sp>
            <p:nvSpPr>
              <p:cNvPr id="1801" name="Google Shape;1801;p46"/>
              <p:cNvSpPr/>
              <p:nvPr/>
            </p:nvSpPr>
            <p:spPr>
              <a:xfrm>
                <a:off x="4683550" y="1106675"/>
                <a:ext cx="195475" cy="195700"/>
              </a:xfrm>
              <a:custGeom>
                <a:avLst/>
                <a:gdLst/>
                <a:ahLst/>
                <a:cxnLst/>
                <a:rect l="l" t="t" r="r" b="b"/>
                <a:pathLst>
                  <a:path w="7819" h="7828" extrusionOk="0">
                    <a:moveTo>
                      <a:pt x="5916" y="1"/>
                    </a:moveTo>
                    <a:cubicBezTo>
                      <a:pt x="5679" y="1"/>
                      <a:pt x="5479" y="217"/>
                      <a:pt x="5342" y="421"/>
                    </a:cubicBezTo>
                    <a:cubicBezTo>
                      <a:pt x="4774" y="1269"/>
                      <a:pt x="4427" y="2250"/>
                      <a:pt x="4212" y="3250"/>
                    </a:cubicBezTo>
                    <a:cubicBezTo>
                      <a:pt x="4001" y="4247"/>
                      <a:pt x="3909" y="5285"/>
                      <a:pt x="3827" y="6301"/>
                    </a:cubicBezTo>
                    <a:cubicBezTo>
                      <a:pt x="3862" y="5541"/>
                      <a:pt x="3670" y="4774"/>
                      <a:pt x="3279" y="4121"/>
                    </a:cubicBezTo>
                    <a:cubicBezTo>
                      <a:pt x="3190" y="3976"/>
                      <a:pt x="3092" y="3828"/>
                      <a:pt x="2954" y="3727"/>
                    </a:cubicBezTo>
                    <a:cubicBezTo>
                      <a:pt x="2847" y="3645"/>
                      <a:pt x="2712" y="3592"/>
                      <a:pt x="2580" y="3592"/>
                    </a:cubicBezTo>
                    <a:cubicBezTo>
                      <a:pt x="2544" y="3592"/>
                      <a:pt x="2509" y="3596"/>
                      <a:pt x="2474" y="3604"/>
                    </a:cubicBezTo>
                    <a:cubicBezTo>
                      <a:pt x="2304" y="3648"/>
                      <a:pt x="2171" y="3790"/>
                      <a:pt x="2096" y="3951"/>
                    </a:cubicBezTo>
                    <a:cubicBezTo>
                      <a:pt x="2020" y="4112"/>
                      <a:pt x="2001" y="4295"/>
                      <a:pt x="1988" y="4471"/>
                    </a:cubicBezTo>
                    <a:cubicBezTo>
                      <a:pt x="1935" y="5323"/>
                      <a:pt x="2067" y="6244"/>
                      <a:pt x="2354" y="7052"/>
                    </a:cubicBezTo>
                    <a:cubicBezTo>
                      <a:pt x="1988" y="6541"/>
                      <a:pt x="1493" y="6131"/>
                      <a:pt x="928" y="5869"/>
                    </a:cubicBezTo>
                    <a:cubicBezTo>
                      <a:pt x="793" y="5806"/>
                      <a:pt x="651" y="5746"/>
                      <a:pt x="502" y="5746"/>
                    </a:cubicBezTo>
                    <a:cubicBezTo>
                      <a:pt x="351" y="5746"/>
                      <a:pt x="193" y="5809"/>
                      <a:pt x="121" y="5935"/>
                    </a:cubicBezTo>
                    <a:cubicBezTo>
                      <a:pt x="1" y="6131"/>
                      <a:pt x="111" y="6383"/>
                      <a:pt x="231" y="6579"/>
                    </a:cubicBezTo>
                    <a:cubicBezTo>
                      <a:pt x="506" y="7030"/>
                      <a:pt x="875" y="7456"/>
                      <a:pt x="1253" y="7828"/>
                    </a:cubicBezTo>
                    <a:cubicBezTo>
                      <a:pt x="2919" y="7825"/>
                      <a:pt x="4585" y="7815"/>
                      <a:pt x="6253" y="7809"/>
                    </a:cubicBezTo>
                    <a:cubicBezTo>
                      <a:pt x="6973" y="7134"/>
                      <a:pt x="7459" y="6083"/>
                      <a:pt x="7717" y="5134"/>
                    </a:cubicBezTo>
                    <a:cubicBezTo>
                      <a:pt x="7787" y="4885"/>
                      <a:pt x="7818" y="4585"/>
                      <a:pt x="7635" y="4408"/>
                    </a:cubicBezTo>
                    <a:cubicBezTo>
                      <a:pt x="7547" y="4323"/>
                      <a:pt x="7435" y="4290"/>
                      <a:pt x="7315" y="4290"/>
                    </a:cubicBezTo>
                    <a:cubicBezTo>
                      <a:pt x="7150" y="4290"/>
                      <a:pt x="6970" y="4352"/>
                      <a:pt x="6818" y="4427"/>
                    </a:cubicBezTo>
                    <a:cubicBezTo>
                      <a:pt x="6152" y="4768"/>
                      <a:pt x="5597" y="5244"/>
                      <a:pt x="5219" y="5891"/>
                    </a:cubicBezTo>
                    <a:cubicBezTo>
                      <a:pt x="5856" y="4295"/>
                      <a:pt x="6247" y="2597"/>
                      <a:pt x="6370" y="884"/>
                    </a:cubicBezTo>
                    <a:cubicBezTo>
                      <a:pt x="6383" y="705"/>
                      <a:pt x="6389" y="528"/>
                      <a:pt x="6339" y="364"/>
                    </a:cubicBezTo>
                    <a:cubicBezTo>
                      <a:pt x="6288" y="197"/>
                      <a:pt x="6156" y="42"/>
                      <a:pt x="5988" y="7"/>
                    </a:cubicBezTo>
                    <a:cubicBezTo>
                      <a:pt x="5964" y="3"/>
                      <a:pt x="5940" y="1"/>
                      <a:pt x="5916" y="1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Google Shape;1802;p46"/>
              <p:cNvSpPr/>
              <p:nvPr/>
            </p:nvSpPr>
            <p:spPr>
              <a:xfrm>
                <a:off x="4792625" y="1137300"/>
                <a:ext cx="33325" cy="143725"/>
              </a:xfrm>
              <a:custGeom>
                <a:avLst/>
                <a:gdLst/>
                <a:ahLst/>
                <a:cxnLst/>
                <a:rect l="l" t="t" r="r" b="b"/>
                <a:pathLst>
                  <a:path w="1333" h="5749" extrusionOk="0">
                    <a:moveTo>
                      <a:pt x="1263" y="0"/>
                    </a:moveTo>
                    <a:cubicBezTo>
                      <a:pt x="1250" y="29"/>
                      <a:pt x="300" y="2710"/>
                      <a:pt x="1" y="5739"/>
                    </a:cubicBezTo>
                    <a:lnTo>
                      <a:pt x="76" y="5748"/>
                    </a:lnTo>
                    <a:cubicBezTo>
                      <a:pt x="376" y="2726"/>
                      <a:pt x="1323" y="57"/>
                      <a:pt x="1332" y="29"/>
                    </a:cubicBezTo>
                    <a:lnTo>
                      <a:pt x="1263" y="0"/>
                    </a:ln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Google Shape;1803;p46"/>
              <p:cNvSpPr/>
              <p:nvPr/>
            </p:nvSpPr>
            <p:spPr>
              <a:xfrm>
                <a:off x="4824100" y="1226325"/>
                <a:ext cx="40400" cy="60050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2402" extrusionOk="0">
                    <a:moveTo>
                      <a:pt x="1568" y="1"/>
                    </a:moveTo>
                    <a:cubicBezTo>
                      <a:pt x="1556" y="10"/>
                      <a:pt x="452" y="897"/>
                      <a:pt x="0" y="2379"/>
                    </a:cubicBezTo>
                    <a:lnTo>
                      <a:pt x="73" y="2402"/>
                    </a:lnTo>
                    <a:cubicBezTo>
                      <a:pt x="521" y="944"/>
                      <a:pt x="1603" y="73"/>
                      <a:pt x="1616" y="61"/>
                    </a:cubicBezTo>
                    <a:lnTo>
                      <a:pt x="1568" y="1"/>
                    </a:ln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Google Shape;1804;p46"/>
              <p:cNvSpPr/>
              <p:nvPr/>
            </p:nvSpPr>
            <p:spPr>
              <a:xfrm>
                <a:off x="4747275" y="1217900"/>
                <a:ext cx="14150" cy="65250"/>
              </a:xfrm>
              <a:custGeom>
                <a:avLst/>
                <a:gdLst/>
                <a:ahLst/>
                <a:cxnLst/>
                <a:rect l="l" t="t" r="r" b="b"/>
                <a:pathLst>
                  <a:path w="566" h="2610" extrusionOk="0">
                    <a:moveTo>
                      <a:pt x="70" y="0"/>
                    </a:moveTo>
                    <a:lnTo>
                      <a:pt x="1" y="22"/>
                    </a:lnTo>
                    <a:cubicBezTo>
                      <a:pt x="4" y="38"/>
                      <a:pt x="490" y="1455"/>
                      <a:pt x="461" y="2609"/>
                    </a:cubicBezTo>
                    <a:lnTo>
                      <a:pt x="537" y="2609"/>
                    </a:lnTo>
                    <a:cubicBezTo>
                      <a:pt x="565" y="1439"/>
                      <a:pt x="76" y="10"/>
                      <a:pt x="70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Google Shape;1805;p46"/>
              <p:cNvSpPr/>
              <p:nvPr/>
            </p:nvSpPr>
            <p:spPr>
              <a:xfrm>
                <a:off x="4699575" y="1264025"/>
                <a:ext cx="30850" cy="31350"/>
              </a:xfrm>
              <a:custGeom>
                <a:avLst/>
                <a:gdLst/>
                <a:ahLst/>
                <a:cxnLst/>
                <a:rect l="l" t="t" r="r" b="b"/>
                <a:pathLst>
                  <a:path w="1234" h="1254" extrusionOk="0">
                    <a:moveTo>
                      <a:pt x="35" y="1"/>
                    </a:moveTo>
                    <a:lnTo>
                      <a:pt x="0" y="67"/>
                    </a:lnTo>
                    <a:cubicBezTo>
                      <a:pt x="3" y="70"/>
                      <a:pt x="647" y="433"/>
                      <a:pt x="1171" y="1253"/>
                    </a:cubicBezTo>
                    <a:lnTo>
                      <a:pt x="1234" y="1209"/>
                    </a:lnTo>
                    <a:cubicBezTo>
                      <a:pt x="701" y="373"/>
                      <a:pt x="44" y="4"/>
                      <a:pt x="35" y="1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06" name="Google Shape;1806;p46"/>
            <p:cNvSpPr/>
            <p:nvPr/>
          </p:nvSpPr>
          <p:spPr>
            <a:xfrm>
              <a:off x="659767" y="3499974"/>
              <a:ext cx="720919" cy="418611"/>
            </a:xfrm>
            <a:custGeom>
              <a:avLst/>
              <a:gdLst/>
              <a:ahLst/>
              <a:cxnLst/>
              <a:rect l="l" t="t" r="r" b="b"/>
              <a:pathLst>
                <a:path w="8740" h="5075" extrusionOk="0">
                  <a:moveTo>
                    <a:pt x="3537" y="0"/>
                  </a:moveTo>
                  <a:cubicBezTo>
                    <a:pt x="3524" y="0"/>
                    <a:pt x="3512" y="2"/>
                    <a:pt x="3499" y="5"/>
                  </a:cubicBezTo>
                  <a:cubicBezTo>
                    <a:pt x="3253" y="75"/>
                    <a:pt x="3216" y="860"/>
                    <a:pt x="3389" y="2352"/>
                  </a:cubicBezTo>
                  <a:cubicBezTo>
                    <a:pt x="3226" y="2109"/>
                    <a:pt x="2535" y="1093"/>
                    <a:pt x="2140" y="1093"/>
                  </a:cubicBezTo>
                  <a:cubicBezTo>
                    <a:pt x="2114" y="1093"/>
                    <a:pt x="2090" y="1097"/>
                    <a:pt x="2067" y="1106"/>
                  </a:cubicBezTo>
                  <a:cubicBezTo>
                    <a:pt x="1597" y="1289"/>
                    <a:pt x="2039" y="3356"/>
                    <a:pt x="2067" y="3491"/>
                  </a:cubicBezTo>
                  <a:cubicBezTo>
                    <a:pt x="1687" y="3290"/>
                    <a:pt x="1317" y="3208"/>
                    <a:pt x="1004" y="3208"/>
                  </a:cubicBezTo>
                  <a:cubicBezTo>
                    <a:pt x="578" y="3208"/>
                    <a:pt x="257" y="3360"/>
                    <a:pt x="159" y="3567"/>
                  </a:cubicBezTo>
                  <a:cubicBezTo>
                    <a:pt x="1" y="3892"/>
                    <a:pt x="320" y="4630"/>
                    <a:pt x="1039" y="5069"/>
                  </a:cubicBezTo>
                  <a:cubicBezTo>
                    <a:pt x="1489" y="5073"/>
                    <a:pt x="1938" y="5075"/>
                    <a:pt x="2388" y="5075"/>
                  </a:cubicBezTo>
                  <a:cubicBezTo>
                    <a:pt x="3896" y="5075"/>
                    <a:pt x="5404" y="5056"/>
                    <a:pt x="6915" y="5056"/>
                  </a:cubicBezTo>
                  <a:cubicBezTo>
                    <a:pt x="7256" y="5056"/>
                    <a:pt x="7597" y="5057"/>
                    <a:pt x="7938" y="5059"/>
                  </a:cubicBezTo>
                  <a:cubicBezTo>
                    <a:pt x="8531" y="3759"/>
                    <a:pt x="8739" y="3050"/>
                    <a:pt x="8563" y="2936"/>
                  </a:cubicBezTo>
                  <a:cubicBezTo>
                    <a:pt x="8546" y="2925"/>
                    <a:pt x="8525" y="2919"/>
                    <a:pt x="8501" y="2919"/>
                  </a:cubicBezTo>
                  <a:cubicBezTo>
                    <a:pt x="8328" y="2919"/>
                    <a:pt x="7970" y="3208"/>
                    <a:pt x="7427" y="3778"/>
                  </a:cubicBezTo>
                  <a:cubicBezTo>
                    <a:pt x="7320" y="3176"/>
                    <a:pt x="6951" y="1176"/>
                    <a:pt x="6472" y="1176"/>
                  </a:cubicBezTo>
                  <a:cubicBezTo>
                    <a:pt x="6472" y="1176"/>
                    <a:pt x="6472" y="1176"/>
                    <a:pt x="6471" y="1176"/>
                  </a:cubicBezTo>
                  <a:cubicBezTo>
                    <a:pt x="6090" y="1179"/>
                    <a:pt x="5802" y="2472"/>
                    <a:pt x="5664" y="3195"/>
                  </a:cubicBezTo>
                  <a:cubicBezTo>
                    <a:pt x="5389" y="1217"/>
                    <a:pt x="5105" y="226"/>
                    <a:pt x="4821" y="226"/>
                  </a:cubicBezTo>
                  <a:cubicBezTo>
                    <a:pt x="4673" y="226"/>
                    <a:pt x="4525" y="482"/>
                    <a:pt x="4380" y="996"/>
                  </a:cubicBezTo>
                  <a:cubicBezTo>
                    <a:pt x="4000" y="328"/>
                    <a:pt x="3719" y="0"/>
                    <a:pt x="3537" y="0"/>
                  </a:cubicBezTo>
                  <a:close/>
                </a:path>
              </a:pathLst>
            </a:custGeom>
            <a:solidFill>
              <a:srgbClr val="1A75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p47"/>
          <p:cNvSpPr txBox="1">
            <a:spLocks noGrp="1"/>
          </p:cNvSpPr>
          <p:nvPr>
            <p:ph type="subTitle" idx="1"/>
          </p:nvPr>
        </p:nvSpPr>
        <p:spPr>
          <a:xfrm>
            <a:off x="254450" y="1230275"/>
            <a:ext cx="6995700" cy="372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1" dirty="0">
                <a:solidFill>
                  <a:srgbClr val="000000"/>
                </a:solidFill>
              </a:rPr>
              <a:t>Food Enterprise</a:t>
            </a:r>
            <a:r>
              <a:rPr lang="en" sz="1400" dirty="0">
                <a:solidFill>
                  <a:srgbClr val="000000"/>
                </a:solidFill>
              </a:rPr>
              <a:t>: Without food, the system fails. The origin of the entire value chain.</a:t>
            </a:r>
            <a:endParaRPr sz="1400" dirty="0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1" dirty="0" err="1">
                <a:solidFill>
                  <a:srgbClr val="000000"/>
                </a:solidFill>
              </a:rPr>
              <a:t>FreshCheck</a:t>
            </a:r>
            <a:r>
              <a:rPr lang="en" sz="1400" b="1" dirty="0">
                <a:solidFill>
                  <a:srgbClr val="000000"/>
                </a:solidFill>
              </a:rPr>
              <a:t> </a:t>
            </a:r>
            <a:r>
              <a:rPr lang="en" altLang="zh-CN" sz="1400" b="1" dirty="0">
                <a:solidFill>
                  <a:srgbClr val="000000"/>
                </a:solidFill>
              </a:rPr>
              <a:t>Enterprise</a:t>
            </a:r>
            <a:r>
              <a:rPr lang="en" altLang="zh-CN" sz="1400" dirty="0">
                <a:solidFill>
                  <a:srgbClr val="000000"/>
                </a:solidFill>
              </a:rPr>
              <a:t>: </a:t>
            </a:r>
            <a:r>
              <a:rPr lang="en" sz="1400" dirty="0">
                <a:solidFill>
                  <a:srgbClr val="000000"/>
                </a:solidFill>
              </a:rPr>
              <a:t>Ensures safety and trust. No unsafe food reaches users.</a:t>
            </a:r>
            <a:endParaRPr sz="1400" dirty="0">
              <a:solidFill>
                <a:srgbClr val="000000"/>
              </a:solidFill>
            </a:endParaRPr>
          </a:p>
          <a:p>
            <a:pPr algn="l">
              <a:lnSpc>
                <a:spcPct val="150000"/>
              </a:lnSpc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400" b="1" dirty="0">
                <a:solidFill>
                  <a:srgbClr val="000000"/>
                </a:solidFill>
              </a:rPr>
              <a:t>volunteer Enterprise </a:t>
            </a:r>
            <a:r>
              <a:rPr lang="en" sz="1400" dirty="0">
                <a:solidFill>
                  <a:srgbClr val="000000"/>
                </a:solidFill>
              </a:rPr>
              <a:t>: Bridges the gap between food and people. Logistics = action.</a:t>
            </a:r>
            <a:endParaRPr sz="1400" dirty="0">
              <a:solidFill>
                <a:srgbClr val="000000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1" dirty="0" err="1">
                <a:solidFill>
                  <a:srgbClr val="000000"/>
                </a:solidFill>
              </a:rPr>
              <a:t>RescueNet</a:t>
            </a:r>
            <a:r>
              <a:rPr lang="zh-CN" altLang="en-US" sz="1400" b="1" dirty="0">
                <a:solidFill>
                  <a:srgbClr val="000000"/>
                </a:solidFill>
              </a:rPr>
              <a:t> </a:t>
            </a:r>
            <a:r>
              <a:rPr lang="en" altLang="zh-CN" sz="1400" b="1" dirty="0">
                <a:solidFill>
                  <a:srgbClr val="000000"/>
                </a:solidFill>
              </a:rPr>
              <a:t>Enterprise</a:t>
            </a:r>
            <a:r>
              <a:rPr lang="en" altLang="zh-CN" sz="1400" dirty="0">
                <a:solidFill>
                  <a:srgbClr val="000000"/>
                </a:solidFill>
              </a:rPr>
              <a:t>: Initiates the help process by matching requests to food. </a:t>
            </a:r>
            <a:r>
              <a:rPr lang="en" sz="1400" dirty="0">
                <a:solidFill>
                  <a:srgbClr val="000000"/>
                </a:solidFill>
              </a:rPr>
              <a:t>Entry point for the homeless. Handles user needs and tracks outcomes.</a:t>
            </a:r>
            <a:endParaRPr sz="1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 b="1" dirty="0">
                <a:solidFill>
                  <a:srgbClr val="000000"/>
                </a:solidFill>
              </a:rPr>
              <a:t>          Without any one of these, the platform loses its full value.</a:t>
            </a:r>
            <a:endParaRPr sz="1400" b="1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700" b="1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000000"/>
              </a:solidFill>
            </a:endParaRPr>
          </a:p>
        </p:txBody>
      </p:sp>
      <p:sp>
        <p:nvSpPr>
          <p:cNvPr id="1812" name="Google Shape;1812;p47"/>
          <p:cNvSpPr txBox="1">
            <a:spLocks noGrp="1"/>
          </p:cNvSpPr>
          <p:nvPr>
            <p:ph type="title"/>
          </p:nvPr>
        </p:nvSpPr>
        <p:spPr>
          <a:xfrm>
            <a:off x="345950" y="489275"/>
            <a:ext cx="6812700" cy="74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Why Every Enterprise Matters</a:t>
            </a:r>
            <a:endParaRPr sz="3100"/>
          </a:p>
        </p:txBody>
      </p:sp>
      <p:grpSp>
        <p:nvGrpSpPr>
          <p:cNvPr id="1813" name="Google Shape;1813;p47"/>
          <p:cNvGrpSpPr/>
          <p:nvPr/>
        </p:nvGrpSpPr>
        <p:grpSpPr>
          <a:xfrm>
            <a:off x="6434132" y="3101160"/>
            <a:ext cx="2637560" cy="1884876"/>
            <a:chOff x="231094" y="1905849"/>
            <a:chExt cx="3922022" cy="2732101"/>
          </a:xfrm>
        </p:grpSpPr>
        <p:grpSp>
          <p:nvGrpSpPr>
            <p:cNvPr id="1814" name="Google Shape;1814;p47"/>
            <p:cNvGrpSpPr/>
            <p:nvPr/>
          </p:nvGrpSpPr>
          <p:grpSpPr>
            <a:xfrm>
              <a:off x="498250" y="1905849"/>
              <a:ext cx="3276600" cy="2428200"/>
              <a:chOff x="498250" y="1982049"/>
              <a:chExt cx="3276600" cy="2428200"/>
            </a:xfrm>
          </p:grpSpPr>
          <p:sp>
            <p:nvSpPr>
              <p:cNvPr id="1815" name="Google Shape;1815;p47"/>
              <p:cNvSpPr/>
              <p:nvPr/>
            </p:nvSpPr>
            <p:spPr>
              <a:xfrm>
                <a:off x="498250" y="1982049"/>
                <a:ext cx="634500" cy="24282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Google Shape;1816;p47"/>
              <p:cNvSpPr/>
              <p:nvPr/>
            </p:nvSpPr>
            <p:spPr>
              <a:xfrm>
                <a:off x="1132750" y="2297200"/>
                <a:ext cx="394500" cy="21129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Google Shape;1817;p47"/>
              <p:cNvSpPr/>
              <p:nvPr/>
            </p:nvSpPr>
            <p:spPr>
              <a:xfrm>
                <a:off x="1527250" y="3487825"/>
                <a:ext cx="762900" cy="9222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Google Shape;1818;p47"/>
              <p:cNvSpPr/>
              <p:nvPr/>
            </p:nvSpPr>
            <p:spPr>
              <a:xfrm>
                <a:off x="2288650" y="2654475"/>
                <a:ext cx="538800" cy="17556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Google Shape;1819;p47"/>
              <p:cNvSpPr/>
              <p:nvPr/>
            </p:nvSpPr>
            <p:spPr>
              <a:xfrm>
                <a:off x="2823250" y="3270725"/>
                <a:ext cx="951600" cy="11394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20" name="Google Shape;1820;p47"/>
            <p:cNvSpPr/>
            <p:nvPr/>
          </p:nvSpPr>
          <p:spPr>
            <a:xfrm>
              <a:off x="461346" y="4048723"/>
              <a:ext cx="708268" cy="411278"/>
            </a:xfrm>
            <a:custGeom>
              <a:avLst/>
              <a:gdLst/>
              <a:ahLst/>
              <a:cxnLst/>
              <a:rect l="l" t="t" r="r" b="b"/>
              <a:pathLst>
                <a:path w="8740" h="5075" extrusionOk="0">
                  <a:moveTo>
                    <a:pt x="3537" y="0"/>
                  </a:moveTo>
                  <a:cubicBezTo>
                    <a:pt x="3524" y="0"/>
                    <a:pt x="3512" y="2"/>
                    <a:pt x="3499" y="5"/>
                  </a:cubicBezTo>
                  <a:cubicBezTo>
                    <a:pt x="3253" y="75"/>
                    <a:pt x="3216" y="860"/>
                    <a:pt x="3389" y="2352"/>
                  </a:cubicBezTo>
                  <a:cubicBezTo>
                    <a:pt x="3226" y="2109"/>
                    <a:pt x="2535" y="1093"/>
                    <a:pt x="2140" y="1093"/>
                  </a:cubicBezTo>
                  <a:cubicBezTo>
                    <a:pt x="2114" y="1093"/>
                    <a:pt x="2090" y="1097"/>
                    <a:pt x="2067" y="1106"/>
                  </a:cubicBezTo>
                  <a:cubicBezTo>
                    <a:pt x="1597" y="1289"/>
                    <a:pt x="2039" y="3356"/>
                    <a:pt x="2067" y="3491"/>
                  </a:cubicBezTo>
                  <a:cubicBezTo>
                    <a:pt x="1687" y="3290"/>
                    <a:pt x="1317" y="3208"/>
                    <a:pt x="1004" y="3208"/>
                  </a:cubicBezTo>
                  <a:cubicBezTo>
                    <a:pt x="578" y="3208"/>
                    <a:pt x="257" y="3360"/>
                    <a:pt x="159" y="3567"/>
                  </a:cubicBezTo>
                  <a:cubicBezTo>
                    <a:pt x="1" y="3892"/>
                    <a:pt x="320" y="4630"/>
                    <a:pt x="1039" y="5069"/>
                  </a:cubicBezTo>
                  <a:cubicBezTo>
                    <a:pt x="1489" y="5073"/>
                    <a:pt x="1938" y="5075"/>
                    <a:pt x="2388" y="5075"/>
                  </a:cubicBezTo>
                  <a:cubicBezTo>
                    <a:pt x="3896" y="5075"/>
                    <a:pt x="5404" y="5056"/>
                    <a:pt x="6915" y="5056"/>
                  </a:cubicBezTo>
                  <a:cubicBezTo>
                    <a:pt x="7256" y="5056"/>
                    <a:pt x="7597" y="5057"/>
                    <a:pt x="7938" y="5059"/>
                  </a:cubicBezTo>
                  <a:cubicBezTo>
                    <a:pt x="8531" y="3759"/>
                    <a:pt x="8739" y="3050"/>
                    <a:pt x="8563" y="2936"/>
                  </a:cubicBezTo>
                  <a:cubicBezTo>
                    <a:pt x="8546" y="2925"/>
                    <a:pt x="8525" y="2919"/>
                    <a:pt x="8501" y="2919"/>
                  </a:cubicBezTo>
                  <a:cubicBezTo>
                    <a:pt x="8328" y="2919"/>
                    <a:pt x="7970" y="3208"/>
                    <a:pt x="7427" y="3778"/>
                  </a:cubicBezTo>
                  <a:cubicBezTo>
                    <a:pt x="7320" y="3176"/>
                    <a:pt x="6951" y="1176"/>
                    <a:pt x="6472" y="1176"/>
                  </a:cubicBezTo>
                  <a:cubicBezTo>
                    <a:pt x="6472" y="1176"/>
                    <a:pt x="6472" y="1176"/>
                    <a:pt x="6471" y="1176"/>
                  </a:cubicBezTo>
                  <a:cubicBezTo>
                    <a:pt x="6090" y="1179"/>
                    <a:pt x="5802" y="2472"/>
                    <a:pt x="5664" y="3195"/>
                  </a:cubicBezTo>
                  <a:cubicBezTo>
                    <a:pt x="5389" y="1217"/>
                    <a:pt x="5105" y="226"/>
                    <a:pt x="4821" y="226"/>
                  </a:cubicBezTo>
                  <a:cubicBezTo>
                    <a:pt x="4673" y="226"/>
                    <a:pt x="4525" y="482"/>
                    <a:pt x="4380" y="996"/>
                  </a:cubicBezTo>
                  <a:cubicBezTo>
                    <a:pt x="4000" y="328"/>
                    <a:pt x="3719" y="0"/>
                    <a:pt x="3537" y="0"/>
                  </a:cubicBezTo>
                  <a:close/>
                </a:path>
              </a:pathLst>
            </a:custGeom>
            <a:solidFill>
              <a:srgbClr val="1A75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21" name="Google Shape;1821;p47"/>
            <p:cNvGrpSpPr/>
            <p:nvPr/>
          </p:nvGrpSpPr>
          <p:grpSpPr>
            <a:xfrm>
              <a:off x="3614289" y="3919979"/>
              <a:ext cx="538827" cy="539447"/>
              <a:chOff x="4683550" y="1106675"/>
              <a:chExt cx="195475" cy="195700"/>
            </a:xfrm>
          </p:grpSpPr>
          <p:sp>
            <p:nvSpPr>
              <p:cNvPr id="1822" name="Google Shape;1822;p47"/>
              <p:cNvSpPr/>
              <p:nvPr/>
            </p:nvSpPr>
            <p:spPr>
              <a:xfrm>
                <a:off x="4683550" y="1106675"/>
                <a:ext cx="195475" cy="195700"/>
              </a:xfrm>
              <a:custGeom>
                <a:avLst/>
                <a:gdLst/>
                <a:ahLst/>
                <a:cxnLst/>
                <a:rect l="l" t="t" r="r" b="b"/>
                <a:pathLst>
                  <a:path w="7819" h="7828" extrusionOk="0">
                    <a:moveTo>
                      <a:pt x="5916" y="1"/>
                    </a:moveTo>
                    <a:cubicBezTo>
                      <a:pt x="5679" y="1"/>
                      <a:pt x="5479" y="217"/>
                      <a:pt x="5342" y="421"/>
                    </a:cubicBezTo>
                    <a:cubicBezTo>
                      <a:pt x="4774" y="1269"/>
                      <a:pt x="4427" y="2250"/>
                      <a:pt x="4212" y="3250"/>
                    </a:cubicBezTo>
                    <a:cubicBezTo>
                      <a:pt x="4001" y="4247"/>
                      <a:pt x="3909" y="5285"/>
                      <a:pt x="3827" y="6301"/>
                    </a:cubicBezTo>
                    <a:cubicBezTo>
                      <a:pt x="3862" y="5541"/>
                      <a:pt x="3670" y="4774"/>
                      <a:pt x="3279" y="4121"/>
                    </a:cubicBezTo>
                    <a:cubicBezTo>
                      <a:pt x="3190" y="3976"/>
                      <a:pt x="3092" y="3828"/>
                      <a:pt x="2954" y="3727"/>
                    </a:cubicBezTo>
                    <a:cubicBezTo>
                      <a:pt x="2847" y="3645"/>
                      <a:pt x="2712" y="3592"/>
                      <a:pt x="2580" y="3592"/>
                    </a:cubicBezTo>
                    <a:cubicBezTo>
                      <a:pt x="2544" y="3592"/>
                      <a:pt x="2509" y="3596"/>
                      <a:pt x="2474" y="3604"/>
                    </a:cubicBezTo>
                    <a:cubicBezTo>
                      <a:pt x="2304" y="3648"/>
                      <a:pt x="2171" y="3790"/>
                      <a:pt x="2096" y="3951"/>
                    </a:cubicBezTo>
                    <a:cubicBezTo>
                      <a:pt x="2020" y="4112"/>
                      <a:pt x="2001" y="4295"/>
                      <a:pt x="1988" y="4471"/>
                    </a:cubicBezTo>
                    <a:cubicBezTo>
                      <a:pt x="1935" y="5323"/>
                      <a:pt x="2067" y="6244"/>
                      <a:pt x="2354" y="7052"/>
                    </a:cubicBezTo>
                    <a:cubicBezTo>
                      <a:pt x="1988" y="6541"/>
                      <a:pt x="1493" y="6131"/>
                      <a:pt x="928" y="5869"/>
                    </a:cubicBezTo>
                    <a:cubicBezTo>
                      <a:pt x="793" y="5806"/>
                      <a:pt x="651" y="5746"/>
                      <a:pt x="502" y="5746"/>
                    </a:cubicBezTo>
                    <a:cubicBezTo>
                      <a:pt x="351" y="5746"/>
                      <a:pt x="193" y="5809"/>
                      <a:pt x="121" y="5935"/>
                    </a:cubicBezTo>
                    <a:cubicBezTo>
                      <a:pt x="1" y="6131"/>
                      <a:pt x="111" y="6383"/>
                      <a:pt x="231" y="6579"/>
                    </a:cubicBezTo>
                    <a:cubicBezTo>
                      <a:pt x="506" y="7030"/>
                      <a:pt x="875" y="7456"/>
                      <a:pt x="1253" y="7828"/>
                    </a:cubicBezTo>
                    <a:cubicBezTo>
                      <a:pt x="2919" y="7825"/>
                      <a:pt x="4585" y="7815"/>
                      <a:pt x="6253" y="7809"/>
                    </a:cubicBezTo>
                    <a:cubicBezTo>
                      <a:pt x="6973" y="7134"/>
                      <a:pt x="7459" y="6083"/>
                      <a:pt x="7717" y="5134"/>
                    </a:cubicBezTo>
                    <a:cubicBezTo>
                      <a:pt x="7787" y="4885"/>
                      <a:pt x="7818" y="4585"/>
                      <a:pt x="7635" y="4408"/>
                    </a:cubicBezTo>
                    <a:cubicBezTo>
                      <a:pt x="7547" y="4323"/>
                      <a:pt x="7435" y="4290"/>
                      <a:pt x="7315" y="4290"/>
                    </a:cubicBezTo>
                    <a:cubicBezTo>
                      <a:pt x="7150" y="4290"/>
                      <a:pt x="6970" y="4352"/>
                      <a:pt x="6818" y="4427"/>
                    </a:cubicBezTo>
                    <a:cubicBezTo>
                      <a:pt x="6152" y="4768"/>
                      <a:pt x="5597" y="5244"/>
                      <a:pt x="5219" y="5891"/>
                    </a:cubicBezTo>
                    <a:cubicBezTo>
                      <a:pt x="5856" y="4295"/>
                      <a:pt x="6247" y="2597"/>
                      <a:pt x="6370" y="884"/>
                    </a:cubicBezTo>
                    <a:cubicBezTo>
                      <a:pt x="6383" y="705"/>
                      <a:pt x="6389" y="528"/>
                      <a:pt x="6339" y="364"/>
                    </a:cubicBezTo>
                    <a:cubicBezTo>
                      <a:pt x="6288" y="197"/>
                      <a:pt x="6156" y="42"/>
                      <a:pt x="5988" y="7"/>
                    </a:cubicBezTo>
                    <a:cubicBezTo>
                      <a:pt x="5964" y="3"/>
                      <a:pt x="5940" y="1"/>
                      <a:pt x="5916" y="1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Google Shape;1823;p47"/>
              <p:cNvSpPr/>
              <p:nvPr/>
            </p:nvSpPr>
            <p:spPr>
              <a:xfrm>
                <a:off x="4792625" y="1137300"/>
                <a:ext cx="33325" cy="143725"/>
              </a:xfrm>
              <a:custGeom>
                <a:avLst/>
                <a:gdLst/>
                <a:ahLst/>
                <a:cxnLst/>
                <a:rect l="l" t="t" r="r" b="b"/>
                <a:pathLst>
                  <a:path w="1333" h="5749" extrusionOk="0">
                    <a:moveTo>
                      <a:pt x="1263" y="0"/>
                    </a:moveTo>
                    <a:cubicBezTo>
                      <a:pt x="1250" y="29"/>
                      <a:pt x="300" y="2710"/>
                      <a:pt x="1" y="5739"/>
                    </a:cubicBezTo>
                    <a:lnTo>
                      <a:pt x="76" y="5748"/>
                    </a:lnTo>
                    <a:cubicBezTo>
                      <a:pt x="376" y="2726"/>
                      <a:pt x="1323" y="57"/>
                      <a:pt x="1332" y="29"/>
                    </a:cubicBezTo>
                    <a:lnTo>
                      <a:pt x="1263" y="0"/>
                    </a:ln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Google Shape;1824;p47"/>
              <p:cNvSpPr/>
              <p:nvPr/>
            </p:nvSpPr>
            <p:spPr>
              <a:xfrm>
                <a:off x="4824100" y="1226325"/>
                <a:ext cx="40400" cy="60050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2402" extrusionOk="0">
                    <a:moveTo>
                      <a:pt x="1568" y="1"/>
                    </a:moveTo>
                    <a:cubicBezTo>
                      <a:pt x="1556" y="10"/>
                      <a:pt x="452" y="897"/>
                      <a:pt x="0" y="2379"/>
                    </a:cubicBezTo>
                    <a:lnTo>
                      <a:pt x="73" y="2402"/>
                    </a:lnTo>
                    <a:cubicBezTo>
                      <a:pt x="521" y="944"/>
                      <a:pt x="1603" y="73"/>
                      <a:pt x="1616" y="61"/>
                    </a:cubicBezTo>
                    <a:lnTo>
                      <a:pt x="1568" y="1"/>
                    </a:ln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Google Shape;1825;p47"/>
              <p:cNvSpPr/>
              <p:nvPr/>
            </p:nvSpPr>
            <p:spPr>
              <a:xfrm>
                <a:off x="4747275" y="1217900"/>
                <a:ext cx="14150" cy="65250"/>
              </a:xfrm>
              <a:custGeom>
                <a:avLst/>
                <a:gdLst/>
                <a:ahLst/>
                <a:cxnLst/>
                <a:rect l="l" t="t" r="r" b="b"/>
                <a:pathLst>
                  <a:path w="566" h="2610" extrusionOk="0">
                    <a:moveTo>
                      <a:pt x="70" y="0"/>
                    </a:moveTo>
                    <a:lnTo>
                      <a:pt x="1" y="22"/>
                    </a:lnTo>
                    <a:cubicBezTo>
                      <a:pt x="4" y="38"/>
                      <a:pt x="490" y="1455"/>
                      <a:pt x="461" y="2609"/>
                    </a:cubicBezTo>
                    <a:lnTo>
                      <a:pt x="537" y="2609"/>
                    </a:lnTo>
                    <a:cubicBezTo>
                      <a:pt x="565" y="1439"/>
                      <a:pt x="76" y="10"/>
                      <a:pt x="70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Google Shape;1826;p47"/>
              <p:cNvSpPr/>
              <p:nvPr/>
            </p:nvSpPr>
            <p:spPr>
              <a:xfrm>
                <a:off x="4699575" y="1264025"/>
                <a:ext cx="30850" cy="31350"/>
              </a:xfrm>
              <a:custGeom>
                <a:avLst/>
                <a:gdLst/>
                <a:ahLst/>
                <a:cxnLst/>
                <a:rect l="l" t="t" r="r" b="b"/>
                <a:pathLst>
                  <a:path w="1234" h="1254" extrusionOk="0">
                    <a:moveTo>
                      <a:pt x="35" y="1"/>
                    </a:moveTo>
                    <a:lnTo>
                      <a:pt x="0" y="67"/>
                    </a:lnTo>
                    <a:cubicBezTo>
                      <a:pt x="3" y="70"/>
                      <a:pt x="647" y="433"/>
                      <a:pt x="1171" y="1253"/>
                    </a:cubicBezTo>
                    <a:lnTo>
                      <a:pt x="1234" y="1209"/>
                    </a:lnTo>
                    <a:cubicBezTo>
                      <a:pt x="701" y="373"/>
                      <a:pt x="44" y="4"/>
                      <a:pt x="35" y="1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27" name="Google Shape;1827;p47"/>
            <p:cNvSpPr/>
            <p:nvPr/>
          </p:nvSpPr>
          <p:spPr>
            <a:xfrm>
              <a:off x="1527242" y="3948001"/>
              <a:ext cx="795974" cy="462193"/>
            </a:xfrm>
            <a:custGeom>
              <a:avLst/>
              <a:gdLst/>
              <a:ahLst/>
              <a:cxnLst/>
              <a:rect l="l" t="t" r="r" b="b"/>
              <a:pathLst>
                <a:path w="8740" h="5075" extrusionOk="0">
                  <a:moveTo>
                    <a:pt x="3537" y="0"/>
                  </a:moveTo>
                  <a:cubicBezTo>
                    <a:pt x="3524" y="0"/>
                    <a:pt x="3512" y="2"/>
                    <a:pt x="3499" y="5"/>
                  </a:cubicBezTo>
                  <a:cubicBezTo>
                    <a:pt x="3253" y="75"/>
                    <a:pt x="3216" y="860"/>
                    <a:pt x="3389" y="2352"/>
                  </a:cubicBezTo>
                  <a:cubicBezTo>
                    <a:pt x="3226" y="2109"/>
                    <a:pt x="2535" y="1093"/>
                    <a:pt x="2140" y="1093"/>
                  </a:cubicBezTo>
                  <a:cubicBezTo>
                    <a:pt x="2114" y="1093"/>
                    <a:pt x="2090" y="1097"/>
                    <a:pt x="2067" y="1106"/>
                  </a:cubicBezTo>
                  <a:cubicBezTo>
                    <a:pt x="1597" y="1289"/>
                    <a:pt x="2039" y="3356"/>
                    <a:pt x="2067" y="3491"/>
                  </a:cubicBezTo>
                  <a:cubicBezTo>
                    <a:pt x="1687" y="3290"/>
                    <a:pt x="1317" y="3208"/>
                    <a:pt x="1004" y="3208"/>
                  </a:cubicBezTo>
                  <a:cubicBezTo>
                    <a:pt x="578" y="3208"/>
                    <a:pt x="257" y="3360"/>
                    <a:pt x="159" y="3567"/>
                  </a:cubicBezTo>
                  <a:cubicBezTo>
                    <a:pt x="1" y="3892"/>
                    <a:pt x="320" y="4630"/>
                    <a:pt x="1039" y="5069"/>
                  </a:cubicBezTo>
                  <a:cubicBezTo>
                    <a:pt x="1489" y="5073"/>
                    <a:pt x="1938" y="5075"/>
                    <a:pt x="2388" y="5075"/>
                  </a:cubicBezTo>
                  <a:cubicBezTo>
                    <a:pt x="3896" y="5075"/>
                    <a:pt x="5404" y="5056"/>
                    <a:pt x="6915" y="5056"/>
                  </a:cubicBezTo>
                  <a:cubicBezTo>
                    <a:pt x="7256" y="5056"/>
                    <a:pt x="7597" y="5057"/>
                    <a:pt x="7938" y="5059"/>
                  </a:cubicBezTo>
                  <a:cubicBezTo>
                    <a:pt x="8531" y="3759"/>
                    <a:pt x="8739" y="3050"/>
                    <a:pt x="8563" y="2936"/>
                  </a:cubicBezTo>
                  <a:cubicBezTo>
                    <a:pt x="8546" y="2925"/>
                    <a:pt x="8525" y="2919"/>
                    <a:pt x="8501" y="2919"/>
                  </a:cubicBezTo>
                  <a:cubicBezTo>
                    <a:pt x="8328" y="2919"/>
                    <a:pt x="7970" y="3208"/>
                    <a:pt x="7427" y="3778"/>
                  </a:cubicBezTo>
                  <a:cubicBezTo>
                    <a:pt x="7320" y="3176"/>
                    <a:pt x="6951" y="1176"/>
                    <a:pt x="6472" y="1176"/>
                  </a:cubicBezTo>
                  <a:cubicBezTo>
                    <a:pt x="6472" y="1176"/>
                    <a:pt x="6472" y="1176"/>
                    <a:pt x="6471" y="1176"/>
                  </a:cubicBezTo>
                  <a:cubicBezTo>
                    <a:pt x="6090" y="1179"/>
                    <a:pt x="5802" y="2472"/>
                    <a:pt x="5664" y="3195"/>
                  </a:cubicBezTo>
                  <a:cubicBezTo>
                    <a:pt x="5389" y="1217"/>
                    <a:pt x="5105" y="226"/>
                    <a:pt x="4821" y="226"/>
                  </a:cubicBezTo>
                  <a:cubicBezTo>
                    <a:pt x="4673" y="226"/>
                    <a:pt x="4525" y="482"/>
                    <a:pt x="4380" y="996"/>
                  </a:cubicBezTo>
                  <a:cubicBezTo>
                    <a:pt x="4000" y="328"/>
                    <a:pt x="3719" y="0"/>
                    <a:pt x="3537" y="0"/>
                  </a:cubicBezTo>
                  <a:close/>
                </a:path>
              </a:pathLst>
            </a:custGeom>
            <a:solidFill>
              <a:srgbClr val="1A75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28" name="Google Shape;1828;p47"/>
            <p:cNvGrpSpPr/>
            <p:nvPr/>
          </p:nvGrpSpPr>
          <p:grpSpPr>
            <a:xfrm>
              <a:off x="231094" y="2417690"/>
              <a:ext cx="1404262" cy="2021309"/>
              <a:chOff x="2995775" y="581275"/>
              <a:chExt cx="295075" cy="424725"/>
            </a:xfrm>
          </p:grpSpPr>
          <p:sp>
            <p:nvSpPr>
              <p:cNvPr id="1829" name="Google Shape;1829;p47"/>
              <p:cNvSpPr/>
              <p:nvPr/>
            </p:nvSpPr>
            <p:spPr>
              <a:xfrm>
                <a:off x="2995850" y="581275"/>
                <a:ext cx="295000" cy="221075"/>
              </a:xfrm>
              <a:custGeom>
                <a:avLst/>
                <a:gdLst/>
                <a:ahLst/>
                <a:cxnLst/>
                <a:rect l="l" t="t" r="r" b="b"/>
                <a:pathLst>
                  <a:path w="11800" h="8843" extrusionOk="0">
                    <a:moveTo>
                      <a:pt x="7446" y="0"/>
                    </a:moveTo>
                    <a:cubicBezTo>
                      <a:pt x="6970" y="0"/>
                      <a:pt x="6531" y="177"/>
                      <a:pt x="6197" y="470"/>
                    </a:cubicBezTo>
                    <a:cubicBezTo>
                      <a:pt x="5925" y="256"/>
                      <a:pt x="5578" y="126"/>
                      <a:pt x="5203" y="126"/>
                    </a:cubicBezTo>
                    <a:cubicBezTo>
                      <a:pt x="4575" y="126"/>
                      <a:pt x="4036" y="483"/>
                      <a:pt x="3768" y="997"/>
                    </a:cubicBezTo>
                    <a:cubicBezTo>
                      <a:pt x="3635" y="893"/>
                      <a:pt x="3465" y="824"/>
                      <a:pt x="3279" y="824"/>
                    </a:cubicBezTo>
                    <a:cubicBezTo>
                      <a:pt x="2853" y="824"/>
                      <a:pt x="2509" y="1167"/>
                      <a:pt x="2509" y="1593"/>
                    </a:cubicBezTo>
                    <a:lnTo>
                      <a:pt x="2509" y="1600"/>
                    </a:lnTo>
                    <a:cubicBezTo>
                      <a:pt x="2421" y="1590"/>
                      <a:pt x="2329" y="1584"/>
                      <a:pt x="2238" y="1584"/>
                    </a:cubicBezTo>
                    <a:cubicBezTo>
                      <a:pt x="1004" y="1584"/>
                      <a:pt x="1" y="2584"/>
                      <a:pt x="1" y="3817"/>
                    </a:cubicBezTo>
                    <a:cubicBezTo>
                      <a:pt x="1" y="4975"/>
                      <a:pt x="881" y="5925"/>
                      <a:pt x="2014" y="6042"/>
                    </a:cubicBezTo>
                    <a:cubicBezTo>
                      <a:pt x="2298" y="7300"/>
                      <a:pt x="3326" y="8376"/>
                      <a:pt x="4742" y="8729"/>
                    </a:cubicBezTo>
                    <a:cubicBezTo>
                      <a:pt x="5053" y="8806"/>
                      <a:pt x="5364" y="8842"/>
                      <a:pt x="5669" y="8842"/>
                    </a:cubicBezTo>
                    <a:cubicBezTo>
                      <a:pt x="6839" y="8842"/>
                      <a:pt x="7919" y="8304"/>
                      <a:pt x="8560" y="7423"/>
                    </a:cubicBezTo>
                    <a:cubicBezTo>
                      <a:pt x="8784" y="7584"/>
                      <a:pt x="9061" y="7682"/>
                      <a:pt x="9355" y="7682"/>
                    </a:cubicBezTo>
                    <a:cubicBezTo>
                      <a:pt x="10105" y="7682"/>
                      <a:pt x="10711" y="7076"/>
                      <a:pt x="10711" y="6325"/>
                    </a:cubicBezTo>
                    <a:cubicBezTo>
                      <a:pt x="10711" y="6202"/>
                      <a:pt x="10695" y="6086"/>
                      <a:pt x="10664" y="5972"/>
                    </a:cubicBezTo>
                    <a:cubicBezTo>
                      <a:pt x="11342" y="5581"/>
                      <a:pt x="11800" y="4846"/>
                      <a:pt x="11800" y="4007"/>
                    </a:cubicBezTo>
                    <a:cubicBezTo>
                      <a:pt x="11800" y="2754"/>
                      <a:pt x="10784" y="1739"/>
                      <a:pt x="9534" y="1739"/>
                    </a:cubicBezTo>
                    <a:cubicBezTo>
                      <a:pt x="9471" y="1739"/>
                      <a:pt x="9408" y="1745"/>
                      <a:pt x="9348" y="1748"/>
                    </a:cubicBezTo>
                    <a:cubicBezTo>
                      <a:pt x="9266" y="770"/>
                      <a:pt x="8446" y="0"/>
                      <a:pt x="7446" y="0"/>
                    </a:cubicBez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Google Shape;1830;p47"/>
              <p:cNvSpPr/>
              <p:nvPr/>
            </p:nvSpPr>
            <p:spPr>
              <a:xfrm>
                <a:off x="2995775" y="652325"/>
                <a:ext cx="267700" cy="150075"/>
              </a:xfrm>
              <a:custGeom>
                <a:avLst/>
                <a:gdLst/>
                <a:ahLst/>
                <a:cxnLst/>
                <a:rect l="l" t="t" r="r" b="b"/>
                <a:pathLst>
                  <a:path w="10708" h="6003" extrusionOk="0">
                    <a:moveTo>
                      <a:pt x="1453" y="1"/>
                    </a:moveTo>
                    <a:cubicBezTo>
                      <a:pt x="740" y="1"/>
                      <a:pt x="148" y="307"/>
                      <a:pt x="1" y="979"/>
                    </a:cubicBezTo>
                    <a:cubicBezTo>
                      <a:pt x="1" y="1808"/>
                      <a:pt x="455" y="2534"/>
                      <a:pt x="1130" y="2919"/>
                    </a:cubicBezTo>
                    <a:cubicBezTo>
                      <a:pt x="1635" y="3209"/>
                      <a:pt x="2073" y="3603"/>
                      <a:pt x="2354" y="4108"/>
                    </a:cubicBezTo>
                    <a:cubicBezTo>
                      <a:pt x="2834" y="4960"/>
                      <a:pt x="3676" y="5629"/>
                      <a:pt x="4736" y="5891"/>
                    </a:cubicBezTo>
                    <a:cubicBezTo>
                      <a:pt x="5049" y="5966"/>
                      <a:pt x="5361" y="6003"/>
                      <a:pt x="5667" y="6003"/>
                    </a:cubicBezTo>
                    <a:cubicBezTo>
                      <a:pt x="6468" y="6003"/>
                      <a:pt x="7226" y="5753"/>
                      <a:pt x="7831" y="5310"/>
                    </a:cubicBezTo>
                    <a:cubicBezTo>
                      <a:pt x="8229" y="5016"/>
                      <a:pt x="8709" y="4844"/>
                      <a:pt x="9205" y="4844"/>
                    </a:cubicBezTo>
                    <a:cubicBezTo>
                      <a:pt x="9235" y="4844"/>
                      <a:pt x="9265" y="4845"/>
                      <a:pt x="9295" y="4846"/>
                    </a:cubicBezTo>
                    <a:lnTo>
                      <a:pt x="9351" y="4846"/>
                    </a:lnTo>
                    <a:cubicBezTo>
                      <a:pt x="10099" y="4846"/>
                      <a:pt x="10708" y="4237"/>
                      <a:pt x="10708" y="3490"/>
                    </a:cubicBezTo>
                    <a:cubicBezTo>
                      <a:pt x="10708" y="3367"/>
                      <a:pt x="10692" y="3247"/>
                      <a:pt x="10661" y="3133"/>
                    </a:cubicBezTo>
                    <a:cubicBezTo>
                      <a:pt x="10661" y="3133"/>
                      <a:pt x="10461" y="1965"/>
                      <a:pt x="9153" y="1965"/>
                    </a:cubicBezTo>
                    <a:cubicBezTo>
                      <a:pt x="8791" y="1965"/>
                      <a:pt x="8342" y="2055"/>
                      <a:pt x="7790" y="2285"/>
                    </a:cubicBezTo>
                    <a:cubicBezTo>
                      <a:pt x="7308" y="2485"/>
                      <a:pt x="6832" y="2605"/>
                      <a:pt x="6365" y="2605"/>
                    </a:cubicBezTo>
                    <a:cubicBezTo>
                      <a:pt x="5551" y="2605"/>
                      <a:pt x="4767" y="2239"/>
                      <a:pt x="4036" y="1291"/>
                    </a:cubicBezTo>
                    <a:cubicBezTo>
                      <a:pt x="3399" y="468"/>
                      <a:pt x="2334" y="1"/>
                      <a:pt x="1453" y="1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Google Shape;1831;p47"/>
              <p:cNvSpPr/>
              <p:nvPr/>
            </p:nvSpPr>
            <p:spPr>
              <a:xfrm>
                <a:off x="3124900" y="709750"/>
                <a:ext cx="23350" cy="296250"/>
              </a:xfrm>
              <a:custGeom>
                <a:avLst/>
                <a:gdLst/>
                <a:ahLst/>
                <a:cxnLst/>
                <a:rect l="l" t="t" r="r" b="b"/>
                <a:pathLst>
                  <a:path w="934" h="11850" extrusionOk="0">
                    <a:moveTo>
                      <a:pt x="0" y="0"/>
                    </a:moveTo>
                    <a:lnTo>
                      <a:pt x="0" y="11849"/>
                    </a:lnTo>
                    <a:lnTo>
                      <a:pt x="934" y="11849"/>
                    </a:lnTo>
                    <a:lnTo>
                      <a:pt x="934" y="294"/>
                    </a:lnTo>
                    <a:cubicBezTo>
                      <a:pt x="618" y="262"/>
                      <a:pt x="306" y="168"/>
                      <a:pt x="0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Google Shape;1832;p47"/>
              <p:cNvSpPr/>
              <p:nvPr/>
            </p:nvSpPr>
            <p:spPr>
              <a:xfrm>
                <a:off x="3091200" y="678275"/>
                <a:ext cx="47600" cy="110450"/>
              </a:xfrm>
              <a:custGeom>
                <a:avLst/>
                <a:gdLst/>
                <a:ahLst/>
                <a:cxnLst/>
                <a:rect l="l" t="t" r="r" b="b"/>
                <a:pathLst>
                  <a:path w="1904" h="4418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23" y="401"/>
                      <a:pt x="70" y="799"/>
                      <a:pt x="143" y="1196"/>
                    </a:cubicBezTo>
                    <a:cubicBezTo>
                      <a:pt x="209" y="1591"/>
                      <a:pt x="301" y="1982"/>
                      <a:pt x="424" y="2367"/>
                    </a:cubicBezTo>
                    <a:cubicBezTo>
                      <a:pt x="484" y="2556"/>
                      <a:pt x="553" y="2748"/>
                      <a:pt x="632" y="2934"/>
                    </a:cubicBezTo>
                    <a:cubicBezTo>
                      <a:pt x="711" y="3124"/>
                      <a:pt x="802" y="3307"/>
                      <a:pt x="910" y="3483"/>
                    </a:cubicBezTo>
                    <a:cubicBezTo>
                      <a:pt x="1115" y="3837"/>
                      <a:pt x="1386" y="4165"/>
                      <a:pt x="1733" y="4417"/>
                    </a:cubicBezTo>
                    <a:lnTo>
                      <a:pt x="1903" y="4162"/>
                    </a:lnTo>
                    <a:cubicBezTo>
                      <a:pt x="1588" y="3963"/>
                      <a:pt x="1320" y="3685"/>
                      <a:pt x="1102" y="3360"/>
                    </a:cubicBezTo>
                    <a:cubicBezTo>
                      <a:pt x="992" y="3199"/>
                      <a:pt x="894" y="3035"/>
                      <a:pt x="805" y="2856"/>
                    </a:cubicBezTo>
                    <a:cubicBezTo>
                      <a:pt x="720" y="2679"/>
                      <a:pt x="638" y="2502"/>
                      <a:pt x="566" y="2316"/>
                    </a:cubicBezTo>
                    <a:cubicBezTo>
                      <a:pt x="424" y="1950"/>
                      <a:pt x="310" y="1568"/>
                      <a:pt x="215" y="1180"/>
                    </a:cubicBezTo>
                    <a:cubicBezTo>
                      <a:pt x="121" y="789"/>
                      <a:pt x="45" y="401"/>
                      <a:pt x="1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Google Shape;1833;p47"/>
              <p:cNvSpPr/>
              <p:nvPr/>
            </p:nvSpPr>
            <p:spPr>
              <a:xfrm>
                <a:off x="3036800" y="652575"/>
                <a:ext cx="178100" cy="139300"/>
              </a:xfrm>
              <a:custGeom>
                <a:avLst/>
                <a:gdLst/>
                <a:ahLst/>
                <a:cxnLst/>
                <a:rect l="l" t="t" r="r" b="b"/>
                <a:pathLst>
                  <a:path w="7124" h="5572" extrusionOk="0">
                    <a:moveTo>
                      <a:pt x="32" y="0"/>
                    </a:moveTo>
                    <a:lnTo>
                      <a:pt x="32" y="0"/>
                    </a:lnTo>
                    <a:cubicBezTo>
                      <a:pt x="0" y="306"/>
                      <a:pt x="41" y="606"/>
                      <a:pt x="104" y="899"/>
                    </a:cubicBezTo>
                    <a:cubicBezTo>
                      <a:pt x="167" y="1189"/>
                      <a:pt x="259" y="1473"/>
                      <a:pt x="363" y="1751"/>
                    </a:cubicBezTo>
                    <a:cubicBezTo>
                      <a:pt x="578" y="2306"/>
                      <a:pt x="852" y="2830"/>
                      <a:pt x="1177" y="3332"/>
                    </a:cubicBezTo>
                    <a:cubicBezTo>
                      <a:pt x="1499" y="3830"/>
                      <a:pt x="1871" y="4303"/>
                      <a:pt x="2316" y="4716"/>
                    </a:cubicBezTo>
                    <a:cubicBezTo>
                      <a:pt x="2537" y="4922"/>
                      <a:pt x="2776" y="5111"/>
                      <a:pt x="3054" y="5269"/>
                    </a:cubicBezTo>
                    <a:cubicBezTo>
                      <a:pt x="3328" y="5426"/>
                      <a:pt x="3638" y="5549"/>
                      <a:pt x="3985" y="5568"/>
                    </a:cubicBezTo>
                    <a:lnTo>
                      <a:pt x="4142" y="5571"/>
                    </a:lnTo>
                    <a:lnTo>
                      <a:pt x="4209" y="5442"/>
                    </a:lnTo>
                    <a:cubicBezTo>
                      <a:pt x="4272" y="5316"/>
                      <a:pt x="4347" y="5193"/>
                      <a:pt x="4433" y="5076"/>
                    </a:cubicBezTo>
                    <a:cubicBezTo>
                      <a:pt x="4521" y="4963"/>
                      <a:pt x="4616" y="4852"/>
                      <a:pt x="4723" y="4745"/>
                    </a:cubicBezTo>
                    <a:cubicBezTo>
                      <a:pt x="4931" y="4530"/>
                      <a:pt x="5171" y="4347"/>
                      <a:pt x="5426" y="4183"/>
                    </a:cubicBezTo>
                    <a:cubicBezTo>
                      <a:pt x="5685" y="4022"/>
                      <a:pt x="5959" y="3880"/>
                      <a:pt x="6243" y="3757"/>
                    </a:cubicBezTo>
                    <a:cubicBezTo>
                      <a:pt x="6527" y="3638"/>
                      <a:pt x="6824" y="3530"/>
                      <a:pt x="7124" y="3455"/>
                    </a:cubicBezTo>
                    <a:lnTo>
                      <a:pt x="7098" y="3328"/>
                    </a:lnTo>
                    <a:cubicBezTo>
                      <a:pt x="6780" y="3376"/>
                      <a:pt x="6474" y="3455"/>
                      <a:pt x="6168" y="3549"/>
                    </a:cubicBezTo>
                    <a:cubicBezTo>
                      <a:pt x="5862" y="3644"/>
                      <a:pt x="5565" y="3761"/>
                      <a:pt x="5275" y="3909"/>
                    </a:cubicBezTo>
                    <a:cubicBezTo>
                      <a:pt x="4985" y="4054"/>
                      <a:pt x="4707" y="4224"/>
                      <a:pt x="4448" y="4436"/>
                    </a:cubicBezTo>
                    <a:cubicBezTo>
                      <a:pt x="4322" y="4543"/>
                      <a:pt x="4202" y="4657"/>
                      <a:pt x="4086" y="4783"/>
                    </a:cubicBezTo>
                    <a:cubicBezTo>
                      <a:pt x="4008" y="4869"/>
                      <a:pt x="3936" y="4960"/>
                      <a:pt x="3868" y="5056"/>
                    </a:cubicBezTo>
                    <a:lnTo>
                      <a:pt x="3868" y="5056"/>
                    </a:lnTo>
                    <a:cubicBezTo>
                      <a:pt x="3670" y="5033"/>
                      <a:pt x="3465" y="4962"/>
                      <a:pt x="3272" y="4862"/>
                    </a:cubicBezTo>
                    <a:cubicBezTo>
                      <a:pt x="3029" y="4739"/>
                      <a:pt x="2802" y="4581"/>
                      <a:pt x="2587" y="4401"/>
                    </a:cubicBezTo>
                    <a:cubicBezTo>
                      <a:pt x="2158" y="4041"/>
                      <a:pt x="1783" y="3609"/>
                      <a:pt x="1448" y="3142"/>
                    </a:cubicBezTo>
                    <a:cubicBezTo>
                      <a:pt x="1117" y="2678"/>
                      <a:pt x="827" y="2180"/>
                      <a:pt x="593" y="1656"/>
                    </a:cubicBezTo>
                    <a:cubicBezTo>
                      <a:pt x="480" y="1391"/>
                      <a:pt x="379" y="1123"/>
                      <a:pt x="306" y="849"/>
                    </a:cubicBezTo>
                    <a:cubicBezTo>
                      <a:pt x="234" y="571"/>
                      <a:pt x="186" y="290"/>
                      <a:pt x="199" y="13"/>
                    </a:cubicBez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34" name="Google Shape;1834;p47"/>
            <p:cNvSpPr/>
            <p:nvPr/>
          </p:nvSpPr>
          <p:spPr>
            <a:xfrm>
              <a:off x="231101" y="4401550"/>
              <a:ext cx="3915000" cy="236400"/>
            </a:xfrm>
            <a:prstGeom prst="ellipse">
              <a:avLst/>
            </a:prstGeom>
            <a:solidFill>
              <a:srgbClr val="011627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47"/>
            <p:cNvSpPr/>
            <p:nvPr/>
          </p:nvSpPr>
          <p:spPr>
            <a:xfrm>
              <a:off x="540150" y="4410206"/>
              <a:ext cx="1504800" cy="152700"/>
            </a:xfrm>
            <a:prstGeom prst="ellipse">
              <a:avLst/>
            </a:prstGeom>
            <a:solidFill>
              <a:srgbClr val="011627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47"/>
            <p:cNvSpPr/>
            <p:nvPr/>
          </p:nvSpPr>
          <p:spPr>
            <a:xfrm>
              <a:off x="2200045" y="4438988"/>
              <a:ext cx="1504800" cy="95100"/>
            </a:xfrm>
            <a:prstGeom prst="ellipse">
              <a:avLst/>
            </a:prstGeom>
            <a:solidFill>
              <a:srgbClr val="011627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37" name="Google Shape;1837;p47"/>
            <p:cNvGrpSpPr/>
            <p:nvPr/>
          </p:nvGrpSpPr>
          <p:grpSpPr>
            <a:xfrm flipH="1">
              <a:off x="713235" y="2611556"/>
              <a:ext cx="1662433" cy="1951341"/>
              <a:chOff x="2164750" y="3109400"/>
              <a:chExt cx="550675" cy="646375"/>
            </a:xfrm>
          </p:grpSpPr>
          <p:sp>
            <p:nvSpPr>
              <p:cNvPr id="1838" name="Google Shape;1838;p47"/>
              <p:cNvSpPr/>
              <p:nvPr/>
            </p:nvSpPr>
            <p:spPr>
              <a:xfrm>
                <a:off x="2330050" y="3400025"/>
                <a:ext cx="285775" cy="321725"/>
              </a:xfrm>
              <a:custGeom>
                <a:avLst/>
                <a:gdLst/>
                <a:ahLst/>
                <a:cxnLst/>
                <a:rect l="l" t="t" r="r" b="b"/>
                <a:pathLst>
                  <a:path w="11431" h="12869" extrusionOk="0">
                    <a:moveTo>
                      <a:pt x="6323" y="0"/>
                    </a:moveTo>
                    <a:lnTo>
                      <a:pt x="2253" y="912"/>
                    </a:lnTo>
                    <a:lnTo>
                      <a:pt x="2670" y="3209"/>
                    </a:lnTo>
                    <a:cubicBezTo>
                      <a:pt x="2670" y="3209"/>
                      <a:pt x="1269" y="6338"/>
                      <a:pt x="556" y="8477"/>
                    </a:cubicBezTo>
                    <a:cubicBezTo>
                      <a:pt x="13" y="10092"/>
                      <a:pt x="1" y="12869"/>
                      <a:pt x="2452" y="12869"/>
                    </a:cubicBezTo>
                    <a:lnTo>
                      <a:pt x="10604" y="12869"/>
                    </a:lnTo>
                    <a:lnTo>
                      <a:pt x="11430" y="9414"/>
                    </a:lnTo>
                    <a:lnTo>
                      <a:pt x="4594" y="9162"/>
                    </a:lnTo>
                    <a:cubicBezTo>
                      <a:pt x="4594" y="9162"/>
                      <a:pt x="5294" y="7818"/>
                      <a:pt x="6219" y="5748"/>
                    </a:cubicBezTo>
                    <a:cubicBezTo>
                      <a:pt x="6531" y="5057"/>
                      <a:pt x="7550" y="3603"/>
                      <a:pt x="7512" y="2849"/>
                    </a:cubicBezTo>
                    <a:cubicBezTo>
                      <a:pt x="7477" y="2092"/>
                      <a:pt x="7266" y="1325"/>
                      <a:pt x="6796" y="735"/>
                    </a:cubicBezTo>
                    <a:cubicBezTo>
                      <a:pt x="6610" y="502"/>
                      <a:pt x="6386" y="291"/>
                      <a:pt x="6323" y="0"/>
                    </a:cubicBez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Google Shape;1839;p47"/>
              <p:cNvSpPr/>
              <p:nvPr/>
            </p:nvSpPr>
            <p:spPr>
              <a:xfrm>
                <a:off x="2618150" y="3635200"/>
                <a:ext cx="97275" cy="120575"/>
              </a:xfrm>
              <a:custGeom>
                <a:avLst/>
                <a:gdLst/>
                <a:ahLst/>
                <a:cxnLst/>
                <a:rect l="l" t="t" r="r" b="b"/>
                <a:pathLst>
                  <a:path w="3891" h="4823" extrusionOk="0">
                    <a:moveTo>
                      <a:pt x="1" y="1"/>
                    </a:moveTo>
                    <a:lnTo>
                      <a:pt x="149" y="2913"/>
                    </a:lnTo>
                    <a:cubicBezTo>
                      <a:pt x="149" y="2913"/>
                      <a:pt x="1581" y="3171"/>
                      <a:pt x="1761" y="3234"/>
                    </a:cubicBezTo>
                    <a:cubicBezTo>
                      <a:pt x="2193" y="3383"/>
                      <a:pt x="2619" y="3632"/>
                      <a:pt x="2944" y="4222"/>
                    </a:cubicBezTo>
                    <a:cubicBezTo>
                      <a:pt x="3254" y="4781"/>
                      <a:pt x="3723" y="4823"/>
                      <a:pt x="3855" y="4823"/>
                    </a:cubicBezTo>
                    <a:cubicBezTo>
                      <a:pt x="3878" y="4823"/>
                      <a:pt x="3891" y="4821"/>
                      <a:pt x="3891" y="4821"/>
                    </a:cubicBezTo>
                    <a:lnTo>
                      <a:pt x="3093" y="7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Google Shape;1840;p47"/>
              <p:cNvSpPr/>
              <p:nvPr/>
            </p:nvSpPr>
            <p:spPr>
              <a:xfrm>
                <a:off x="2681975" y="3636775"/>
                <a:ext cx="26275" cy="118100"/>
              </a:xfrm>
              <a:custGeom>
                <a:avLst/>
                <a:gdLst/>
                <a:ahLst/>
                <a:cxnLst/>
                <a:rect l="l" t="t" r="r" b="b"/>
                <a:pathLst>
                  <a:path w="1051" h="4724" extrusionOk="0">
                    <a:moveTo>
                      <a:pt x="88" y="1"/>
                    </a:moveTo>
                    <a:lnTo>
                      <a:pt x="0" y="17"/>
                    </a:lnTo>
                    <a:lnTo>
                      <a:pt x="962" y="4724"/>
                    </a:lnTo>
                    <a:lnTo>
                      <a:pt x="1051" y="4705"/>
                    </a:lnTo>
                    <a:lnTo>
                      <a:pt x="88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Google Shape;1841;p47"/>
              <p:cNvSpPr/>
              <p:nvPr/>
            </p:nvSpPr>
            <p:spPr>
              <a:xfrm>
                <a:off x="2674325" y="3706750"/>
                <a:ext cx="8525" cy="15950"/>
              </a:xfrm>
              <a:custGeom>
                <a:avLst/>
                <a:gdLst/>
                <a:ahLst/>
                <a:cxnLst/>
                <a:rect l="l" t="t" r="r" b="b"/>
                <a:pathLst>
                  <a:path w="341" h="638" extrusionOk="0">
                    <a:moveTo>
                      <a:pt x="259" y="0"/>
                    </a:moveTo>
                    <a:lnTo>
                      <a:pt x="0" y="603"/>
                    </a:lnTo>
                    <a:lnTo>
                      <a:pt x="82" y="637"/>
                    </a:lnTo>
                    <a:lnTo>
                      <a:pt x="341" y="35"/>
                    </a:lnTo>
                    <a:lnTo>
                      <a:pt x="259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Google Shape;1842;p47"/>
              <p:cNvSpPr/>
              <p:nvPr/>
            </p:nvSpPr>
            <p:spPr>
              <a:xfrm>
                <a:off x="2681500" y="3711075"/>
                <a:ext cx="8700" cy="16975"/>
              </a:xfrm>
              <a:custGeom>
                <a:avLst/>
                <a:gdLst/>
                <a:ahLst/>
                <a:cxnLst/>
                <a:rect l="l" t="t" r="r" b="b"/>
                <a:pathLst>
                  <a:path w="348" h="679" extrusionOk="0">
                    <a:moveTo>
                      <a:pt x="265" y="1"/>
                    </a:moveTo>
                    <a:lnTo>
                      <a:pt x="0" y="644"/>
                    </a:lnTo>
                    <a:lnTo>
                      <a:pt x="82" y="679"/>
                    </a:lnTo>
                    <a:lnTo>
                      <a:pt x="347" y="32"/>
                    </a:lnTo>
                    <a:lnTo>
                      <a:pt x="265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Google Shape;1843;p47"/>
              <p:cNvSpPr/>
              <p:nvPr/>
            </p:nvSpPr>
            <p:spPr>
              <a:xfrm>
                <a:off x="2403475" y="3400025"/>
                <a:ext cx="259750" cy="321725"/>
              </a:xfrm>
              <a:custGeom>
                <a:avLst/>
                <a:gdLst/>
                <a:ahLst/>
                <a:cxnLst/>
                <a:rect l="l" t="t" r="r" b="b"/>
                <a:pathLst>
                  <a:path w="10390" h="12869" extrusionOk="0">
                    <a:moveTo>
                      <a:pt x="5282" y="0"/>
                    </a:moveTo>
                    <a:lnTo>
                      <a:pt x="1209" y="912"/>
                    </a:lnTo>
                    <a:lnTo>
                      <a:pt x="1625" y="3209"/>
                    </a:lnTo>
                    <a:cubicBezTo>
                      <a:pt x="1625" y="3209"/>
                      <a:pt x="853" y="6436"/>
                      <a:pt x="427" y="8651"/>
                    </a:cubicBezTo>
                    <a:cubicBezTo>
                      <a:pt x="1" y="10859"/>
                      <a:pt x="591" y="12869"/>
                      <a:pt x="2704" y="12869"/>
                    </a:cubicBezTo>
                    <a:lnTo>
                      <a:pt x="9566" y="12869"/>
                    </a:lnTo>
                    <a:lnTo>
                      <a:pt x="10389" y="9414"/>
                    </a:lnTo>
                    <a:lnTo>
                      <a:pt x="4695" y="9162"/>
                    </a:lnTo>
                    <a:cubicBezTo>
                      <a:pt x="4695" y="9162"/>
                      <a:pt x="5187" y="7767"/>
                      <a:pt x="5648" y="5641"/>
                    </a:cubicBezTo>
                    <a:cubicBezTo>
                      <a:pt x="5805" y="4900"/>
                      <a:pt x="6509" y="3603"/>
                      <a:pt x="6474" y="2849"/>
                    </a:cubicBezTo>
                    <a:cubicBezTo>
                      <a:pt x="6436" y="2092"/>
                      <a:pt x="6225" y="1325"/>
                      <a:pt x="5755" y="735"/>
                    </a:cubicBezTo>
                    <a:cubicBezTo>
                      <a:pt x="5569" y="502"/>
                      <a:pt x="5345" y="291"/>
                      <a:pt x="5282" y="0"/>
                    </a:cubicBez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Google Shape;1844;p47"/>
              <p:cNvSpPr/>
              <p:nvPr/>
            </p:nvSpPr>
            <p:spPr>
              <a:xfrm>
                <a:off x="2405850" y="3479925"/>
                <a:ext cx="65325" cy="242925"/>
              </a:xfrm>
              <a:custGeom>
                <a:avLst/>
                <a:gdLst/>
                <a:ahLst/>
                <a:cxnLst/>
                <a:rect l="l" t="t" r="r" b="b"/>
                <a:pathLst>
                  <a:path w="2613" h="9717" extrusionOk="0">
                    <a:moveTo>
                      <a:pt x="1493" y="0"/>
                    </a:moveTo>
                    <a:cubicBezTo>
                      <a:pt x="1483" y="32"/>
                      <a:pt x="710" y="3253"/>
                      <a:pt x="291" y="5442"/>
                    </a:cubicBezTo>
                    <a:cubicBezTo>
                      <a:pt x="0" y="6922"/>
                      <a:pt x="190" y="8199"/>
                      <a:pt x="805" y="8944"/>
                    </a:cubicBezTo>
                    <a:cubicBezTo>
                      <a:pt x="1228" y="9455"/>
                      <a:pt x="1836" y="9717"/>
                      <a:pt x="2603" y="9717"/>
                    </a:cubicBezTo>
                    <a:lnTo>
                      <a:pt x="2613" y="9717"/>
                    </a:lnTo>
                    <a:lnTo>
                      <a:pt x="2613" y="9625"/>
                    </a:lnTo>
                    <a:cubicBezTo>
                      <a:pt x="1871" y="9625"/>
                      <a:pt x="1288" y="9376"/>
                      <a:pt x="881" y="8884"/>
                    </a:cubicBezTo>
                    <a:cubicBezTo>
                      <a:pt x="281" y="8158"/>
                      <a:pt x="101" y="6909"/>
                      <a:pt x="379" y="5458"/>
                    </a:cubicBezTo>
                    <a:cubicBezTo>
                      <a:pt x="802" y="3272"/>
                      <a:pt x="1571" y="51"/>
                      <a:pt x="1578" y="19"/>
                    </a:cubicBezTo>
                    <a:lnTo>
                      <a:pt x="1493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Google Shape;1845;p47"/>
              <p:cNvSpPr/>
              <p:nvPr/>
            </p:nvSpPr>
            <p:spPr>
              <a:xfrm>
                <a:off x="2227050" y="3293325"/>
                <a:ext cx="149250" cy="177550"/>
              </a:xfrm>
              <a:custGeom>
                <a:avLst/>
                <a:gdLst/>
                <a:ahLst/>
                <a:cxnLst/>
                <a:rect l="l" t="t" r="r" b="b"/>
                <a:pathLst>
                  <a:path w="5970" h="7102" extrusionOk="0">
                    <a:moveTo>
                      <a:pt x="4496" y="0"/>
                    </a:moveTo>
                    <a:lnTo>
                      <a:pt x="3360" y="2634"/>
                    </a:lnTo>
                    <a:lnTo>
                      <a:pt x="1" y="5603"/>
                    </a:lnTo>
                    <a:lnTo>
                      <a:pt x="597" y="7101"/>
                    </a:lnTo>
                    <a:cubicBezTo>
                      <a:pt x="597" y="7101"/>
                      <a:pt x="3704" y="5931"/>
                      <a:pt x="5092" y="4268"/>
                    </a:cubicBezTo>
                    <a:cubicBezTo>
                      <a:pt x="5840" y="3376"/>
                      <a:pt x="5969" y="1394"/>
                      <a:pt x="5969" y="1394"/>
                    </a:cubicBezTo>
                    <a:lnTo>
                      <a:pt x="4496" y="0"/>
                    </a:lnTo>
                    <a:close/>
                  </a:path>
                </a:pathLst>
              </a:custGeom>
              <a:solidFill>
                <a:srgbClr val="F09F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Google Shape;1846;p47"/>
              <p:cNvSpPr/>
              <p:nvPr/>
            </p:nvSpPr>
            <p:spPr>
              <a:xfrm>
                <a:off x="2360425" y="3215625"/>
                <a:ext cx="184250" cy="242850"/>
              </a:xfrm>
              <a:custGeom>
                <a:avLst/>
                <a:gdLst/>
                <a:ahLst/>
                <a:cxnLst/>
                <a:rect l="l" t="t" r="r" b="b"/>
                <a:pathLst>
                  <a:path w="7370" h="9714" extrusionOk="0">
                    <a:moveTo>
                      <a:pt x="4322" y="1"/>
                    </a:moveTo>
                    <a:lnTo>
                      <a:pt x="2959" y="39"/>
                    </a:lnTo>
                    <a:lnTo>
                      <a:pt x="1111" y="550"/>
                    </a:lnTo>
                    <a:lnTo>
                      <a:pt x="202" y="1054"/>
                    </a:lnTo>
                    <a:cubicBezTo>
                      <a:pt x="202" y="1054"/>
                      <a:pt x="0" y="4373"/>
                      <a:pt x="32" y="4427"/>
                    </a:cubicBezTo>
                    <a:cubicBezTo>
                      <a:pt x="63" y="4487"/>
                      <a:pt x="1578" y="9585"/>
                      <a:pt x="1565" y="9686"/>
                    </a:cubicBezTo>
                    <a:cubicBezTo>
                      <a:pt x="1563" y="9702"/>
                      <a:pt x="1678" y="9714"/>
                      <a:pt x="1879" y="9714"/>
                    </a:cubicBezTo>
                    <a:cubicBezTo>
                      <a:pt x="2884" y="9714"/>
                      <a:pt x="6029" y="9414"/>
                      <a:pt x="7370" y="7853"/>
                    </a:cubicBezTo>
                    <a:cubicBezTo>
                      <a:pt x="7370" y="7853"/>
                      <a:pt x="6534" y="6209"/>
                      <a:pt x="6297" y="5641"/>
                    </a:cubicBezTo>
                    <a:cubicBezTo>
                      <a:pt x="6061" y="5077"/>
                      <a:pt x="5938" y="3338"/>
                      <a:pt x="5938" y="3338"/>
                    </a:cubicBezTo>
                    <a:lnTo>
                      <a:pt x="432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Google Shape;1847;p47"/>
              <p:cNvSpPr/>
              <p:nvPr/>
            </p:nvSpPr>
            <p:spPr>
              <a:xfrm>
                <a:off x="2378000" y="3219250"/>
                <a:ext cx="64400" cy="28750"/>
              </a:xfrm>
              <a:custGeom>
                <a:avLst/>
                <a:gdLst/>
                <a:ahLst/>
                <a:cxnLst/>
                <a:rect l="l" t="t" r="r" b="b"/>
                <a:pathLst>
                  <a:path w="2576" h="1150" extrusionOk="0">
                    <a:moveTo>
                      <a:pt x="2487" y="1"/>
                    </a:moveTo>
                    <a:cubicBezTo>
                      <a:pt x="2357" y="360"/>
                      <a:pt x="1973" y="739"/>
                      <a:pt x="1521" y="938"/>
                    </a:cubicBezTo>
                    <a:cubicBezTo>
                      <a:pt x="1346" y="1016"/>
                      <a:pt x="1123" y="1059"/>
                      <a:pt x="897" y="1059"/>
                    </a:cubicBezTo>
                    <a:cubicBezTo>
                      <a:pt x="585" y="1059"/>
                      <a:pt x="266" y="977"/>
                      <a:pt x="58" y="793"/>
                    </a:cubicBezTo>
                    <a:lnTo>
                      <a:pt x="1" y="859"/>
                    </a:lnTo>
                    <a:cubicBezTo>
                      <a:pt x="225" y="1058"/>
                      <a:pt x="569" y="1149"/>
                      <a:pt x="903" y="1149"/>
                    </a:cubicBezTo>
                    <a:cubicBezTo>
                      <a:pt x="1143" y="1149"/>
                      <a:pt x="1376" y="1102"/>
                      <a:pt x="1556" y="1023"/>
                    </a:cubicBezTo>
                    <a:cubicBezTo>
                      <a:pt x="2032" y="805"/>
                      <a:pt x="2433" y="417"/>
                      <a:pt x="2575" y="32"/>
                    </a:cubicBezTo>
                    <a:lnTo>
                      <a:pt x="2487" y="1"/>
                    </a:ln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Google Shape;1848;p47"/>
              <p:cNvSpPr/>
              <p:nvPr/>
            </p:nvSpPr>
            <p:spPr>
              <a:xfrm>
                <a:off x="2314925" y="3241025"/>
                <a:ext cx="73825" cy="135675"/>
              </a:xfrm>
              <a:custGeom>
                <a:avLst/>
                <a:gdLst/>
                <a:ahLst/>
                <a:cxnLst/>
                <a:rect l="l" t="t" r="r" b="b"/>
                <a:pathLst>
                  <a:path w="2953" h="5427" extrusionOk="0">
                    <a:moveTo>
                      <a:pt x="1972" y="0"/>
                    </a:moveTo>
                    <a:cubicBezTo>
                      <a:pt x="1663" y="215"/>
                      <a:pt x="1252" y="594"/>
                      <a:pt x="1114" y="1007"/>
                    </a:cubicBezTo>
                    <a:cubicBezTo>
                      <a:pt x="678" y="2316"/>
                      <a:pt x="0" y="4184"/>
                      <a:pt x="0" y="4184"/>
                    </a:cubicBezTo>
                    <a:lnTo>
                      <a:pt x="2350" y="5427"/>
                    </a:lnTo>
                    <a:lnTo>
                      <a:pt x="2953" y="3111"/>
                    </a:lnTo>
                    <a:lnTo>
                      <a:pt x="197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Google Shape;1849;p47"/>
              <p:cNvSpPr/>
              <p:nvPr/>
            </p:nvSpPr>
            <p:spPr>
              <a:xfrm>
                <a:off x="2320200" y="3328100"/>
                <a:ext cx="58550" cy="31725"/>
              </a:xfrm>
              <a:custGeom>
                <a:avLst/>
                <a:gdLst/>
                <a:ahLst/>
                <a:cxnLst/>
                <a:rect l="l" t="t" r="r" b="b"/>
                <a:pathLst>
                  <a:path w="2342" h="1269" extrusionOk="0">
                    <a:moveTo>
                      <a:pt x="41" y="0"/>
                    </a:moveTo>
                    <a:lnTo>
                      <a:pt x="0" y="82"/>
                    </a:lnTo>
                    <a:lnTo>
                      <a:pt x="2300" y="1269"/>
                    </a:lnTo>
                    <a:lnTo>
                      <a:pt x="2341" y="1186"/>
                    </a:lnTo>
                    <a:lnTo>
                      <a:pt x="41" y="0"/>
                    </a:ln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Google Shape;1850;p47"/>
              <p:cNvSpPr/>
              <p:nvPr/>
            </p:nvSpPr>
            <p:spPr>
              <a:xfrm>
                <a:off x="2350100" y="3275025"/>
                <a:ext cx="10275" cy="38200"/>
              </a:xfrm>
              <a:custGeom>
                <a:avLst/>
                <a:gdLst/>
                <a:ahLst/>
                <a:cxnLst/>
                <a:rect l="l" t="t" r="r" b="b"/>
                <a:pathLst>
                  <a:path w="411" h="1528" extrusionOk="0">
                    <a:moveTo>
                      <a:pt x="82" y="0"/>
                    </a:moveTo>
                    <a:lnTo>
                      <a:pt x="0" y="35"/>
                    </a:lnTo>
                    <a:cubicBezTo>
                      <a:pt x="189" y="514"/>
                      <a:pt x="300" y="1016"/>
                      <a:pt x="319" y="1527"/>
                    </a:cubicBezTo>
                    <a:lnTo>
                      <a:pt x="410" y="1524"/>
                    </a:lnTo>
                    <a:cubicBezTo>
                      <a:pt x="385" y="1000"/>
                      <a:pt x="281" y="486"/>
                      <a:pt x="82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Google Shape;1851;p47"/>
              <p:cNvSpPr/>
              <p:nvPr/>
            </p:nvSpPr>
            <p:spPr>
              <a:xfrm>
                <a:off x="2422025" y="3214850"/>
                <a:ext cx="117925" cy="217050"/>
              </a:xfrm>
              <a:custGeom>
                <a:avLst/>
                <a:gdLst/>
                <a:ahLst/>
                <a:cxnLst/>
                <a:rect l="l" t="t" r="r" b="b"/>
                <a:pathLst>
                  <a:path w="4717" h="8682" extrusionOk="0">
                    <a:moveTo>
                      <a:pt x="1855" y="0"/>
                    </a:moveTo>
                    <a:lnTo>
                      <a:pt x="868" y="25"/>
                    </a:lnTo>
                    <a:cubicBezTo>
                      <a:pt x="786" y="697"/>
                      <a:pt x="275" y="1189"/>
                      <a:pt x="152" y="1852"/>
                    </a:cubicBezTo>
                    <a:cubicBezTo>
                      <a:pt x="0" y="2675"/>
                      <a:pt x="167" y="3634"/>
                      <a:pt x="290" y="4458"/>
                    </a:cubicBezTo>
                    <a:cubicBezTo>
                      <a:pt x="420" y="5341"/>
                      <a:pt x="625" y="6221"/>
                      <a:pt x="906" y="7076"/>
                    </a:cubicBezTo>
                    <a:cubicBezTo>
                      <a:pt x="1038" y="7483"/>
                      <a:pt x="1189" y="7887"/>
                      <a:pt x="1347" y="8281"/>
                    </a:cubicBezTo>
                    <a:cubicBezTo>
                      <a:pt x="1441" y="8502"/>
                      <a:pt x="1576" y="8681"/>
                      <a:pt x="1788" y="8681"/>
                    </a:cubicBezTo>
                    <a:cubicBezTo>
                      <a:pt x="1848" y="8681"/>
                      <a:pt x="1914" y="8667"/>
                      <a:pt x="1988" y="8635"/>
                    </a:cubicBezTo>
                    <a:cubicBezTo>
                      <a:pt x="2265" y="8518"/>
                      <a:pt x="2549" y="8448"/>
                      <a:pt x="2833" y="8354"/>
                    </a:cubicBezTo>
                    <a:cubicBezTo>
                      <a:pt x="3448" y="8149"/>
                      <a:pt x="4035" y="7865"/>
                      <a:pt x="4574" y="7512"/>
                    </a:cubicBezTo>
                    <a:cubicBezTo>
                      <a:pt x="4619" y="7483"/>
                      <a:pt x="4666" y="7448"/>
                      <a:pt x="4685" y="7401"/>
                    </a:cubicBezTo>
                    <a:cubicBezTo>
                      <a:pt x="4716" y="7325"/>
                      <a:pt x="4682" y="7243"/>
                      <a:pt x="4650" y="7171"/>
                    </a:cubicBezTo>
                    <a:cubicBezTo>
                      <a:pt x="4429" y="6688"/>
                      <a:pt x="4130" y="6221"/>
                      <a:pt x="3981" y="5710"/>
                    </a:cubicBezTo>
                    <a:cubicBezTo>
                      <a:pt x="3641" y="4559"/>
                      <a:pt x="3625" y="4010"/>
                      <a:pt x="3587" y="3997"/>
                    </a:cubicBezTo>
                    <a:cubicBezTo>
                      <a:pt x="2846" y="3770"/>
                      <a:pt x="2382" y="3003"/>
                      <a:pt x="2234" y="2243"/>
                    </a:cubicBezTo>
                    <a:cubicBezTo>
                      <a:pt x="2082" y="1483"/>
                      <a:pt x="1868" y="776"/>
                      <a:pt x="1855" y="0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Google Shape;1852;p47"/>
              <p:cNvSpPr/>
              <p:nvPr/>
            </p:nvSpPr>
            <p:spPr>
              <a:xfrm>
                <a:off x="2354025" y="3233075"/>
                <a:ext cx="68975" cy="214100"/>
              </a:xfrm>
              <a:custGeom>
                <a:avLst/>
                <a:gdLst/>
                <a:ahLst/>
                <a:cxnLst/>
                <a:rect l="l" t="t" r="r" b="b"/>
                <a:pathLst>
                  <a:path w="2759" h="8564" extrusionOk="0">
                    <a:moveTo>
                      <a:pt x="1020" y="1"/>
                    </a:moveTo>
                    <a:cubicBezTo>
                      <a:pt x="922" y="1"/>
                      <a:pt x="619" y="126"/>
                      <a:pt x="480" y="208"/>
                    </a:cubicBezTo>
                    <a:cubicBezTo>
                      <a:pt x="433" y="236"/>
                      <a:pt x="383" y="265"/>
                      <a:pt x="354" y="312"/>
                    </a:cubicBezTo>
                    <a:cubicBezTo>
                      <a:pt x="319" y="372"/>
                      <a:pt x="323" y="451"/>
                      <a:pt x="329" y="524"/>
                    </a:cubicBezTo>
                    <a:cubicBezTo>
                      <a:pt x="345" y="820"/>
                      <a:pt x="329" y="1120"/>
                      <a:pt x="288" y="1416"/>
                    </a:cubicBezTo>
                    <a:cubicBezTo>
                      <a:pt x="234" y="1830"/>
                      <a:pt x="118" y="2240"/>
                      <a:pt x="54" y="2650"/>
                    </a:cubicBezTo>
                    <a:cubicBezTo>
                      <a:pt x="20" y="2890"/>
                      <a:pt x="1" y="3129"/>
                      <a:pt x="32" y="3372"/>
                    </a:cubicBezTo>
                    <a:cubicBezTo>
                      <a:pt x="102" y="4114"/>
                      <a:pt x="398" y="4811"/>
                      <a:pt x="638" y="5505"/>
                    </a:cubicBezTo>
                    <a:cubicBezTo>
                      <a:pt x="960" y="6436"/>
                      <a:pt x="1190" y="7398"/>
                      <a:pt x="1326" y="8373"/>
                    </a:cubicBezTo>
                    <a:cubicBezTo>
                      <a:pt x="1332" y="8423"/>
                      <a:pt x="1342" y="8480"/>
                      <a:pt x="1379" y="8514"/>
                    </a:cubicBezTo>
                    <a:cubicBezTo>
                      <a:pt x="1408" y="8537"/>
                      <a:pt x="1439" y="8546"/>
                      <a:pt x="1471" y="8549"/>
                    </a:cubicBezTo>
                    <a:cubicBezTo>
                      <a:pt x="1524" y="8559"/>
                      <a:pt x="1577" y="8563"/>
                      <a:pt x="1628" y="8563"/>
                    </a:cubicBezTo>
                    <a:cubicBezTo>
                      <a:pt x="1887" y="8563"/>
                      <a:pt x="2120" y="8451"/>
                      <a:pt x="2370" y="8366"/>
                    </a:cubicBezTo>
                    <a:cubicBezTo>
                      <a:pt x="2635" y="8281"/>
                      <a:pt x="2758" y="8095"/>
                      <a:pt x="2673" y="7814"/>
                    </a:cubicBezTo>
                    <a:cubicBezTo>
                      <a:pt x="2357" y="6754"/>
                      <a:pt x="2096" y="5675"/>
                      <a:pt x="1925" y="4581"/>
                    </a:cubicBezTo>
                    <a:cubicBezTo>
                      <a:pt x="1786" y="3694"/>
                      <a:pt x="1707" y="2798"/>
                      <a:pt x="1543" y="1915"/>
                    </a:cubicBezTo>
                    <a:cubicBezTo>
                      <a:pt x="1405" y="1511"/>
                      <a:pt x="1357" y="1063"/>
                      <a:pt x="1231" y="650"/>
                    </a:cubicBezTo>
                    <a:cubicBezTo>
                      <a:pt x="1187" y="508"/>
                      <a:pt x="1095" y="44"/>
                      <a:pt x="1045" y="6"/>
                    </a:cubicBezTo>
                    <a:cubicBezTo>
                      <a:pt x="1040" y="3"/>
                      <a:pt x="1031" y="1"/>
                      <a:pt x="1020" y="1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Google Shape;1853;p47"/>
              <p:cNvSpPr/>
              <p:nvPr/>
            </p:nvSpPr>
            <p:spPr>
              <a:xfrm>
                <a:off x="2431325" y="3212800"/>
                <a:ext cx="109650" cy="212250"/>
              </a:xfrm>
              <a:custGeom>
                <a:avLst/>
                <a:gdLst/>
                <a:ahLst/>
                <a:cxnLst/>
                <a:rect l="l" t="t" r="r" b="b"/>
                <a:pathLst>
                  <a:path w="4386" h="8490" extrusionOk="0">
                    <a:moveTo>
                      <a:pt x="922" y="0"/>
                    </a:moveTo>
                    <a:cubicBezTo>
                      <a:pt x="874" y="6"/>
                      <a:pt x="836" y="44"/>
                      <a:pt x="836" y="98"/>
                    </a:cubicBezTo>
                    <a:cubicBezTo>
                      <a:pt x="849" y="508"/>
                      <a:pt x="653" y="852"/>
                      <a:pt x="445" y="1221"/>
                    </a:cubicBezTo>
                    <a:cubicBezTo>
                      <a:pt x="281" y="1511"/>
                      <a:pt x="111" y="1814"/>
                      <a:pt x="45" y="2164"/>
                    </a:cubicBezTo>
                    <a:cubicBezTo>
                      <a:pt x="0" y="2395"/>
                      <a:pt x="4" y="2631"/>
                      <a:pt x="13" y="2833"/>
                    </a:cubicBezTo>
                    <a:cubicBezTo>
                      <a:pt x="82" y="4373"/>
                      <a:pt x="401" y="6067"/>
                      <a:pt x="931" y="7742"/>
                    </a:cubicBezTo>
                    <a:cubicBezTo>
                      <a:pt x="1123" y="8357"/>
                      <a:pt x="1417" y="8489"/>
                      <a:pt x="1628" y="8489"/>
                    </a:cubicBezTo>
                    <a:cubicBezTo>
                      <a:pt x="1676" y="8489"/>
                      <a:pt x="1723" y="8480"/>
                      <a:pt x="1761" y="8461"/>
                    </a:cubicBezTo>
                    <a:cubicBezTo>
                      <a:pt x="2556" y="8262"/>
                      <a:pt x="3480" y="7969"/>
                      <a:pt x="4338" y="7316"/>
                    </a:cubicBezTo>
                    <a:cubicBezTo>
                      <a:pt x="4376" y="7291"/>
                      <a:pt x="4385" y="7231"/>
                      <a:pt x="4354" y="7190"/>
                    </a:cubicBezTo>
                    <a:cubicBezTo>
                      <a:pt x="4337" y="7167"/>
                      <a:pt x="4309" y="7155"/>
                      <a:pt x="4282" y="7155"/>
                    </a:cubicBezTo>
                    <a:cubicBezTo>
                      <a:pt x="4263" y="7155"/>
                      <a:pt x="4243" y="7161"/>
                      <a:pt x="4228" y="7174"/>
                    </a:cubicBezTo>
                    <a:cubicBezTo>
                      <a:pt x="3398" y="7805"/>
                      <a:pt x="2496" y="8089"/>
                      <a:pt x="1720" y="8288"/>
                    </a:cubicBezTo>
                    <a:cubicBezTo>
                      <a:pt x="1688" y="8295"/>
                      <a:pt x="1658" y="8299"/>
                      <a:pt x="1629" y="8299"/>
                    </a:cubicBezTo>
                    <a:cubicBezTo>
                      <a:pt x="1359" y="8299"/>
                      <a:pt x="1196" y="7973"/>
                      <a:pt x="1105" y="7685"/>
                    </a:cubicBezTo>
                    <a:cubicBezTo>
                      <a:pt x="578" y="6022"/>
                      <a:pt x="269" y="4344"/>
                      <a:pt x="193" y="2820"/>
                    </a:cubicBezTo>
                    <a:cubicBezTo>
                      <a:pt x="180" y="2628"/>
                      <a:pt x="180" y="2407"/>
                      <a:pt x="221" y="2193"/>
                    </a:cubicBezTo>
                    <a:cubicBezTo>
                      <a:pt x="284" y="1874"/>
                      <a:pt x="445" y="1587"/>
                      <a:pt x="603" y="1306"/>
                    </a:cubicBezTo>
                    <a:cubicBezTo>
                      <a:pt x="817" y="937"/>
                      <a:pt x="1032" y="549"/>
                      <a:pt x="1016" y="88"/>
                    </a:cubicBezTo>
                    <a:cubicBezTo>
                      <a:pt x="1016" y="41"/>
                      <a:pt x="975" y="0"/>
                      <a:pt x="928" y="0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Google Shape;1854;p47"/>
              <p:cNvSpPr/>
              <p:nvPr/>
            </p:nvSpPr>
            <p:spPr>
              <a:xfrm>
                <a:off x="2371300" y="3233125"/>
                <a:ext cx="44825" cy="207700"/>
              </a:xfrm>
              <a:custGeom>
                <a:avLst/>
                <a:gdLst/>
                <a:ahLst/>
                <a:cxnLst/>
                <a:rect l="l" t="t" r="r" b="b"/>
                <a:pathLst>
                  <a:path w="1793" h="8308" extrusionOk="0">
                    <a:moveTo>
                      <a:pt x="86" y="1"/>
                    </a:moveTo>
                    <a:cubicBezTo>
                      <a:pt x="35" y="4"/>
                      <a:pt x="1" y="45"/>
                      <a:pt x="1" y="96"/>
                    </a:cubicBezTo>
                    <a:cubicBezTo>
                      <a:pt x="7" y="361"/>
                      <a:pt x="48" y="487"/>
                      <a:pt x="117" y="714"/>
                    </a:cubicBezTo>
                    <a:cubicBezTo>
                      <a:pt x="165" y="865"/>
                      <a:pt x="212" y="1014"/>
                      <a:pt x="259" y="1159"/>
                    </a:cubicBezTo>
                    <a:cubicBezTo>
                      <a:pt x="351" y="1440"/>
                      <a:pt x="445" y="1733"/>
                      <a:pt x="521" y="2020"/>
                    </a:cubicBezTo>
                    <a:cubicBezTo>
                      <a:pt x="603" y="2348"/>
                      <a:pt x="622" y="2701"/>
                      <a:pt x="638" y="3048"/>
                    </a:cubicBezTo>
                    <a:cubicBezTo>
                      <a:pt x="651" y="3247"/>
                      <a:pt x="657" y="3455"/>
                      <a:pt x="682" y="3651"/>
                    </a:cubicBezTo>
                    <a:cubicBezTo>
                      <a:pt x="767" y="4402"/>
                      <a:pt x="909" y="5187"/>
                      <a:pt x="1124" y="6121"/>
                    </a:cubicBezTo>
                    <a:cubicBezTo>
                      <a:pt x="1143" y="6203"/>
                      <a:pt x="1158" y="6285"/>
                      <a:pt x="1177" y="6370"/>
                    </a:cubicBezTo>
                    <a:cubicBezTo>
                      <a:pt x="1234" y="6629"/>
                      <a:pt x="1294" y="6897"/>
                      <a:pt x="1379" y="7153"/>
                    </a:cubicBezTo>
                    <a:cubicBezTo>
                      <a:pt x="1392" y="7184"/>
                      <a:pt x="1405" y="7216"/>
                      <a:pt x="1414" y="7254"/>
                    </a:cubicBezTo>
                    <a:cubicBezTo>
                      <a:pt x="1493" y="7468"/>
                      <a:pt x="1587" y="7736"/>
                      <a:pt x="1452" y="7894"/>
                    </a:cubicBezTo>
                    <a:cubicBezTo>
                      <a:pt x="1316" y="8049"/>
                      <a:pt x="875" y="8121"/>
                      <a:pt x="603" y="8124"/>
                    </a:cubicBezTo>
                    <a:cubicBezTo>
                      <a:pt x="553" y="8124"/>
                      <a:pt x="512" y="8162"/>
                      <a:pt x="512" y="8216"/>
                    </a:cubicBezTo>
                    <a:cubicBezTo>
                      <a:pt x="512" y="8266"/>
                      <a:pt x="553" y="8307"/>
                      <a:pt x="603" y="8307"/>
                    </a:cubicBezTo>
                    <a:cubicBezTo>
                      <a:pt x="610" y="8307"/>
                      <a:pt x="1341" y="8298"/>
                      <a:pt x="1584" y="8017"/>
                    </a:cubicBezTo>
                    <a:cubicBezTo>
                      <a:pt x="1793" y="7777"/>
                      <a:pt x="1673" y="7437"/>
                      <a:pt x="1584" y="7194"/>
                    </a:cubicBezTo>
                    <a:cubicBezTo>
                      <a:pt x="1569" y="7162"/>
                      <a:pt x="1559" y="7131"/>
                      <a:pt x="1550" y="7099"/>
                    </a:cubicBezTo>
                    <a:cubicBezTo>
                      <a:pt x="1468" y="6853"/>
                      <a:pt x="1408" y="6591"/>
                      <a:pt x="1351" y="6333"/>
                    </a:cubicBezTo>
                    <a:cubicBezTo>
                      <a:pt x="1332" y="6247"/>
                      <a:pt x="1316" y="6165"/>
                      <a:pt x="1297" y="6080"/>
                    </a:cubicBezTo>
                    <a:cubicBezTo>
                      <a:pt x="1083" y="5156"/>
                      <a:pt x="947" y="4377"/>
                      <a:pt x="859" y="3632"/>
                    </a:cubicBezTo>
                    <a:cubicBezTo>
                      <a:pt x="837" y="3440"/>
                      <a:pt x="824" y="3238"/>
                      <a:pt x="815" y="3042"/>
                    </a:cubicBezTo>
                    <a:cubicBezTo>
                      <a:pt x="799" y="2686"/>
                      <a:pt x="780" y="2320"/>
                      <a:pt x="695" y="1976"/>
                    </a:cubicBezTo>
                    <a:cubicBezTo>
                      <a:pt x="619" y="1679"/>
                      <a:pt x="524" y="1389"/>
                      <a:pt x="433" y="1105"/>
                    </a:cubicBezTo>
                    <a:cubicBezTo>
                      <a:pt x="386" y="960"/>
                      <a:pt x="335" y="809"/>
                      <a:pt x="291" y="660"/>
                    </a:cubicBezTo>
                    <a:cubicBezTo>
                      <a:pt x="221" y="430"/>
                      <a:pt x="190" y="329"/>
                      <a:pt x="180" y="86"/>
                    </a:cubicBezTo>
                    <a:cubicBezTo>
                      <a:pt x="177" y="36"/>
                      <a:pt x="136" y="1"/>
                      <a:pt x="86" y="1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Google Shape;1855;p47"/>
              <p:cNvSpPr/>
              <p:nvPr/>
            </p:nvSpPr>
            <p:spPr>
              <a:xfrm>
                <a:off x="2439925" y="3286375"/>
                <a:ext cx="36850" cy="10200"/>
              </a:xfrm>
              <a:custGeom>
                <a:avLst/>
                <a:gdLst/>
                <a:ahLst/>
                <a:cxnLst/>
                <a:rect l="l" t="t" r="r" b="b"/>
                <a:pathLst>
                  <a:path w="1474" h="408" extrusionOk="0">
                    <a:moveTo>
                      <a:pt x="1439" y="0"/>
                    </a:moveTo>
                    <a:cubicBezTo>
                      <a:pt x="988" y="199"/>
                      <a:pt x="489" y="303"/>
                      <a:pt x="0" y="316"/>
                    </a:cubicBezTo>
                    <a:lnTo>
                      <a:pt x="3" y="407"/>
                    </a:lnTo>
                    <a:cubicBezTo>
                      <a:pt x="505" y="395"/>
                      <a:pt x="1016" y="284"/>
                      <a:pt x="1474" y="82"/>
                    </a:cubicBezTo>
                    <a:lnTo>
                      <a:pt x="1439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Google Shape;1856;p47"/>
              <p:cNvSpPr/>
              <p:nvPr/>
            </p:nvSpPr>
            <p:spPr>
              <a:xfrm>
                <a:off x="2356950" y="3298825"/>
                <a:ext cx="24075" cy="8075"/>
              </a:xfrm>
              <a:custGeom>
                <a:avLst/>
                <a:gdLst/>
                <a:ahLst/>
                <a:cxnLst/>
                <a:rect l="l" t="t" r="r" b="b"/>
                <a:pathLst>
                  <a:path w="963" h="323" extrusionOk="0">
                    <a:moveTo>
                      <a:pt x="928" y="1"/>
                    </a:moveTo>
                    <a:cubicBezTo>
                      <a:pt x="631" y="121"/>
                      <a:pt x="319" y="200"/>
                      <a:pt x="1" y="231"/>
                    </a:cubicBezTo>
                    <a:lnTo>
                      <a:pt x="10" y="323"/>
                    </a:lnTo>
                    <a:cubicBezTo>
                      <a:pt x="338" y="291"/>
                      <a:pt x="657" y="209"/>
                      <a:pt x="963" y="83"/>
                    </a:cubicBezTo>
                    <a:lnTo>
                      <a:pt x="928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Google Shape;1857;p47"/>
              <p:cNvSpPr/>
              <p:nvPr/>
            </p:nvSpPr>
            <p:spPr>
              <a:xfrm>
                <a:off x="2375000" y="3374775"/>
                <a:ext cx="14700" cy="5400"/>
              </a:xfrm>
              <a:custGeom>
                <a:avLst/>
                <a:gdLst/>
                <a:ahLst/>
                <a:cxnLst/>
                <a:rect l="l" t="t" r="r" b="b"/>
                <a:pathLst>
                  <a:path w="588" h="216" extrusionOk="0">
                    <a:moveTo>
                      <a:pt x="569" y="1"/>
                    </a:moveTo>
                    <a:lnTo>
                      <a:pt x="1" y="127"/>
                    </a:lnTo>
                    <a:lnTo>
                      <a:pt x="20" y="215"/>
                    </a:lnTo>
                    <a:lnTo>
                      <a:pt x="588" y="89"/>
                    </a:lnTo>
                    <a:lnTo>
                      <a:pt x="569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Google Shape;1858;p47"/>
              <p:cNvSpPr/>
              <p:nvPr/>
            </p:nvSpPr>
            <p:spPr>
              <a:xfrm>
                <a:off x="2453575" y="3351050"/>
                <a:ext cx="55150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2206" h="632" extrusionOk="0">
                    <a:moveTo>
                      <a:pt x="2170" y="0"/>
                    </a:moveTo>
                    <a:cubicBezTo>
                      <a:pt x="1480" y="297"/>
                      <a:pt x="751" y="477"/>
                      <a:pt x="0" y="540"/>
                    </a:cubicBezTo>
                    <a:lnTo>
                      <a:pt x="10" y="631"/>
                    </a:lnTo>
                    <a:cubicBezTo>
                      <a:pt x="767" y="571"/>
                      <a:pt x="1508" y="388"/>
                      <a:pt x="2205" y="82"/>
                    </a:cubicBezTo>
                    <a:lnTo>
                      <a:pt x="2170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Google Shape;1859;p47"/>
              <p:cNvSpPr/>
              <p:nvPr/>
            </p:nvSpPr>
            <p:spPr>
              <a:xfrm>
                <a:off x="2311125" y="3358075"/>
                <a:ext cx="3070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228" h="430" extrusionOk="0">
                    <a:moveTo>
                      <a:pt x="1" y="0"/>
                    </a:moveTo>
                    <a:lnTo>
                      <a:pt x="1" y="92"/>
                    </a:lnTo>
                    <a:cubicBezTo>
                      <a:pt x="420" y="95"/>
                      <a:pt x="830" y="271"/>
                      <a:pt x="1193" y="429"/>
                    </a:cubicBezTo>
                    <a:lnTo>
                      <a:pt x="1228" y="347"/>
                    </a:lnTo>
                    <a:cubicBezTo>
                      <a:pt x="856" y="183"/>
                      <a:pt x="439" y="3"/>
                      <a:pt x="1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Google Shape;1860;p47"/>
              <p:cNvSpPr/>
              <p:nvPr/>
            </p:nvSpPr>
            <p:spPr>
              <a:xfrm>
                <a:off x="2164750" y="3410900"/>
                <a:ext cx="108625" cy="83900"/>
              </a:xfrm>
              <a:custGeom>
                <a:avLst/>
                <a:gdLst/>
                <a:ahLst/>
                <a:cxnLst/>
                <a:rect l="l" t="t" r="r" b="b"/>
                <a:pathLst>
                  <a:path w="4345" h="3356" extrusionOk="0">
                    <a:moveTo>
                      <a:pt x="3524" y="1"/>
                    </a:moveTo>
                    <a:cubicBezTo>
                      <a:pt x="3524" y="1"/>
                      <a:pt x="3212" y="272"/>
                      <a:pt x="2855" y="411"/>
                    </a:cubicBezTo>
                    <a:cubicBezTo>
                      <a:pt x="2707" y="465"/>
                      <a:pt x="2098" y="528"/>
                      <a:pt x="1865" y="632"/>
                    </a:cubicBezTo>
                    <a:cubicBezTo>
                      <a:pt x="1745" y="682"/>
                      <a:pt x="1625" y="733"/>
                      <a:pt x="1524" y="818"/>
                    </a:cubicBezTo>
                    <a:cubicBezTo>
                      <a:pt x="1404" y="919"/>
                      <a:pt x="1310" y="1058"/>
                      <a:pt x="1168" y="1133"/>
                    </a:cubicBezTo>
                    <a:cubicBezTo>
                      <a:pt x="1064" y="1187"/>
                      <a:pt x="830" y="1329"/>
                      <a:pt x="821" y="1420"/>
                    </a:cubicBezTo>
                    <a:cubicBezTo>
                      <a:pt x="814" y="1452"/>
                      <a:pt x="849" y="1474"/>
                      <a:pt x="871" y="1490"/>
                    </a:cubicBezTo>
                    <a:cubicBezTo>
                      <a:pt x="915" y="1521"/>
                      <a:pt x="968" y="1532"/>
                      <a:pt x="1022" y="1532"/>
                    </a:cubicBezTo>
                    <a:cubicBezTo>
                      <a:pt x="1066" y="1532"/>
                      <a:pt x="1110" y="1525"/>
                      <a:pt x="1152" y="1518"/>
                    </a:cubicBezTo>
                    <a:cubicBezTo>
                      <a:pt x="1217" y="1506"/>
                      <a:pt x="1286" y="1496"/>
                      <a:pt x="1354" y="1484"/>
                    </a:cubicBezTo>
                    <a:lnTo>
                      <a:pt x="1354" y="1484"/>
                    </a:lnTo>
                    <a:cubicBezTo>
                      <a:pt x="1325" y="1491"/>
                      <a:pt x="1277" y="1560"/>
                      <a:pt x="1250" y="1578"/>
                    </a:cubicBezTo>
                    <a:cubicBezTo>
                      <a:pt x="1218" y="1597"/>
                      <a:pt x="1187" y="1610"/>
                      <a:pt x="1155" y="1632"/>
                    </a:cubicBezTo>
                    <a:cubicBezTo>
                      <a:pt x="1079" y="1689"/>
                      <a:pt x="1010" y="1748"/>
                      <a:pt x="931" y="1802"/>
                    </a:cubicBezTo>
                    <a:cubicBezTo>
                      <a:pt x="780" y="1909"/>
                      <a:pt x="616" y="2001"/>
                      <a:pt x="436" y="2051"/>
                    </a:cubicBezTo>
                    <a:cubicBezTo>
                      <a:pt x="341" y="2080"/>
                      <a:pt x="193" y="2121"/>
                      <a:pt x="183" y="2193"/>
                    </a:cubicBezTo>
                    <a:cubicBezTo>
                      <a:pt x="177" y="2263"/>
                      <a:pt x="278" y="2288"/>
                      <a:pt x="278" y="2288"/>
                    </a:cubicBezTo>
                    <a:cubicBezTo>
                      <a:pt x="278" y="2288"/>
                      <a:pt x="152" y="2288"/>
                      <a:pt x="98" y="2316"/>
                    </a:cubicBezTo>
                    <a:cubicBezTo>
                      <a:pt x="41" y="2342"/>
                      <a:pt x="0" y="2405"/>
                      <a:pt x="16" y="2465"/>
                    </a:cubicBezTo>
                    <a:cubicBezTo>
                      <a:pt x="38" y="2553"/>
                      <a:pt x="221" y="2619"/>
                      <a:pt x="221" y="2619"/>
                    </a:cubicBezTo>
                    <a:cubicBezTo>
                      <a:pt x="221" y="2619"/>
                      <a:pt x="114" y="2667"/>
                      <a:pt x="86" y="2714"/>
                    </a:cubicBezTo>
                    <a:cubicBezTo>
                      <a:pt x="54" y="2764"/>
                      <a:pt x="92" y="2831"/>
                      <a:pt x="142" y="2856"/>
                    </a:cubicBezTo>
                    <a:cubicBezTo>
                      <a:pt x="193" y="2884"/>
                      <a:pt x="464" y="2941"/>
                      <a:pt x="464" y="2941"/>
                    </a:cubicBezTo>
                    <a:cubicBezTo>
                      <a:pt x="464" y="2941"/>
                      <a:pt x="332" y="3032"/>
                      <a:pt x="370" y="3105"/>
                    </a:cubicBezTo>
                    <a:cubicBezTo>
                      <a:pt x="407" y="3174"/>
                      <a:pt x="489" y="3203"/>
                      <a:pt x="565" y="3225"/>
                    </a:cubicBezTo>
                    <a:cubicBezTo>
                      <a:pt x="773" y="3297"/>
                      <a:pt x="1171" y="3329"/>
                      <a:pt x="1392" y="3351"/>
                    </a:cubicBezTo>
                    <a:cubicBezTo>
                      <a:pt x="1418" y="3354"/>
                      <a:pt x="1444" y="3356"/>
                      <a:pt x="1470" y="3356"/>
                    </a:cubicBezTo>
                    <a:cubicBezTo>
                      <a:pt x="1739" y="3356"/>
                      <a:pt x="1999" y="3187"/>
                      <a:pt x="2240" y="3051"/>
                    </a:cubicBezTo>
                    <a:cubicBezTo>
                      <a:pt x="2505" y="2906"/>
                      <a:pt x="2553" y="2884"/>
                      <a:pt x="2789" y="2701"/>
                    </a:cubicBezTo>
                    <a:cubicBezTo>
                      <a:pt x="2893" y="2619"/>
                      <a:pt x="3001" y="2537"/>
                      <a:pt x="3120" y="2468"/>
                    </a:cubicBezTo>
                    <a:cubicBezTo>
                      <a:pt x="3389" y="2310"/>
                      <a:pt x="4051" y="1928"/>
                      <a:pt x="4345" y="1843"/>
                    </a:cubicBezTo>
                    <a:lnTo>
                      <a:pt x="3524" y="1"/>
                    </a:lnTo>
                    <a:close/>
                  </a:path>
                </a:pathLst>
              </a:custGeom>
              <a:solidFill>
                <a:srgbClr val="F09F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Google Shape;1861;p47"/>
              <p:cNvSpPr/>
              <p:nvPr/>
            </p:nvSpPr>
            <p:spPr>
              <a:xfrm>
                <a:off x="2176900" y="3452225"/>
                <a:ext cx="50575" cy="34175"/>
              </a:xfrm>
              <a:custGeom>
                <a:avLst/>
                <a:gdLst/>
                <a:ahLst/>
                <a:cxnLst/>
                <a:rect l="l" t="t" r="r" b="b"/>
                <a:pathLst>
                  <a:path w="2023" h="1367" extrusionOk="0">
                    <a:moveTo>
                      <a:pt x="1988" y="1"/>
                    </a:moveTo>
                    <a:cubicBezTo>
                      <a:pt x="1641" y="143"/>
                      <a:pt x="1467" y="414"/>
                      <a:pt x="1297" y="682"/>
                    </a:cubicBezTo>
                    <a:cubicBezTo>
                      <a:pt x="1218" y="812"/>
                      <a:pt x="1130" y="947"/>
                      <a:pt x="1029" y="1064"/>
                    </a:cubicBezTo>
                    <a:cubicBezTo>
                      <a:pt x="988" y="1111"/>
                      <a:pt x="940" y="1159"/>
                      <a:pt x="890" y="1193"/>
                    </a:cubicBezTo>
                    <a:cubicBezTo>
                      <a:pt x="809" y="1251"/>
                      <a:pt x="703" y="1276"/>
                      <a:pt x="566" y="1276"/>
                    </a:cubicBezTo>
                    <a:cubicBezTo>
                      <a:pt x="536" y="1276"/>
                      <a:pt x="506" y="1274"/>
                      <a:pt x="473" y="1272"/>
                    </a:cubicBezTo>
                    <a:lnTo>
                      <a:pt x="341" y="1263"/>
                    </a:lnTo>
                    <a:cubicBezTo>
                      <a:pt x="261" y="1254"/>
                      <a:pt x="180" y="1245"/>
                      <a:pt x="100" y="1245"/>
                    </a:cubicBezTo>
                    <a:cubicBezTo>
                      <a:pt x="67" y="1245"/>
                      <a:pt x="34" y="1246"/>
                      <a:pt x="0" y="1250"/>
                    </a:cubicBezTo>
                    <a:lnTo>
                      <a:pt x="10" y="1342"/>
                    </a:lnTo>
                    <a:cubicBezTo>
                      <a:pt x="41" y="1338"/>
                      <a:pt x="73" y="1336"/>
                      <a:pt x="105" y="1336"/>
                    </a:cubicBezTo>
                    <a:cubicBezTo>
                      <a:pt x="179" y="1336"/>
                      <a:pt x="254" y="1344"/>
                      <a:pt x="332" y="1351"/>
                    </a:cubicBezTo>
                    <a:cubicBezTo>
                      <a:pt x="379" y="1357"/>
                      <a:pt x="420" y="1361"/>
                      <a:pt x="464" y="1364"/>
                    </a:cubicBezTo>
                    <a:cubicBezTo>
                      <a:pt x="499" y="1367"/>
                      <a:pt x="530" y="1367"/>
                      <a:pt x="562" y="1367"/>
                    </a:cubicBezTo>
                    <a:cubicBezTo>
                      <a:pt x="720" y="1367"/>
                      <a:pt x="843" y="1335"/>
                      <a:pt x="940" y="1269"/>
                    </a:cubicBezTo>
                    <a:cubicBezTo>
                      <a:pt x="1000" y="1228"/>
                      <a:pt x="1051" y="1171"/>
                      <a:pt x="1095" y="1124"/>
                    </a:cubicBezTo>
                    <a:cubicBezTo>
                      <a:pt x="1205" y="998"/>
                      <a:pt x="1294" y="859"/>
                      <a:pt x="1376" y="730"/>
                    </a:cubicBezTo>
                    <a:cubicBezTo>
                      <a:pt x="1546" y="461"/>
                      <a:pt x="1704" y="212"/>
                      <a:pt x="2022" y="83"/>
                    </a:cubicBezTo>
                    <a:lnTo>
                      <a:pt x="1988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Google Shape;1862;p47"/>
              <p:cNvSpPr/>
              <p:nvPr/>
            </p:nvSpPr>
            <p:spPr>
              <a:xfrm>
                <a:off x="2171050" y="3468400"/>
                <a:ext cx="30400" cy="9575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383" extrusionOk="0">
                    <a:moveTo>
                      <a:pt x="1159" y="1"/>
                    </a:moveTo>
                    <a:cubicBezTo>
                      <a:pt x="1026" y="105"/>
                      <a:pt x="872" y="228"/>
                      <a:pt x="698" y="269"/>
                    </a:cubicBezTo>
                    <a:cubicBezTo>
                      <a:pt x="616" y="284"/>
                      <a:pt x="528" y="288"/>
                      <a:pt x="446" y="288"/>
                    </a:cubicBezTo>
                    <a:cubicBezTo>
                      <a:pt x="297" y="288"/>
                      <a:pt x="149" y="291"/>
                      <a:pt x="1" y="291"/>
                    </a:cubicBezTo>
                    <a:lnTo>
                      <a:pt x="1" y="382"/>
                    </a:lnTo>
                    <a:cubicBezTo>
                      <a:pt x="149" y="382"/>
                      <a:pt x="301" y="382"/>
                      <a:pt x="446" y="379"/>
                    </a:cubicBezTo>
                    <a:cubicBezTo>
                      <a:pt x="534" y="379"/>
                      <a:pt x="629" y="373"/>
                      <a:pt x="717" y="354"/>
                    </a:cubicBezTo>
                    <a:cubicBezTo>
                      <a:pt x="913" y="310"/>
                      <a:pt x="1073" y="184"/>
                      <a:pt x="1215" y="70"/>
                    </a:cubicBezTo>
                    <a:lnTo>
                      <a:pt x="1159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Google Shape;1863;p47"/>
              <p:cNvSpPr/>
              <p:nvPr/>
            </p:nvSpPr>
            <p:spPr>
              <a:xfrm>
                <a:off x="2170575" y="3460675"/>
                <a:ext cx="28825" cy="9325"/>
              </a:xfrm>
              <a:custGeom>
                <a:avLst/>
                <a:gdLst/>
                <a:ahLst/>
                <a:cxnLst/>
                <a:rect l="l" t="t" r="r" b="b"/>
                <a:pathLst>
                  <a:path w="1153" h="373" extrusionOk="0">
                    <a:moveTo>
                      <a:pt x="1096" y="0"/>
                    </a:moveTo>
                    <a:cubicBezTo>
                      <a:pt x="790" y="228"/>
                      <a:pt x="386" y="269"/>
                      <a:pt x="1" y="281"/>
                    </a:cubicBezTo>
                    <a:lnTo>
                      <a:pt x="4" y="373"/>
                    </a:lnTo>
                    <a:cubicBezTo>
                      <a:pt x="405" y="360"/>
                      <a:pt x="824" y="316"/>
                      <a:pt x="1152" y="76"/>
                    </a:cubicBezTo>
                    <a:lnTo>
                      <a:pt x="1096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Google Shape;1864;p47"/>
              <p:cNvSpPr/>
              <p:nvPr/>
            </p:nvSpPr>
            <p:spPr>
              <a:xfrm>
                <a:off x="2196300" y="3438425"/>
                <a:ext cx="10750" cy="111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46" extrusionOk="0">
                    <a:moveTo>
                      <a:pt x="369" y="1"/>
                    </a:moveTo>
                    <a:cubicBezTo>
                      <a:pt x="237" y="117"/>
                      <a:pt x="111" y="247"/>
                      <a:pt x="0" y="386"/>
                    </a:cubicBezTo>
                    <a:lnTo>
                      <a:pt x="70" y="446"/>
                    </a:lnTo>
                    <a:cubicBezTo>
                      <a:pt x="180" y="310"/>
                      <a:pt x="300" y="184"/>
                      <a:pt x="429" y="67"/>
                    </a:cubicBezTo>
                    <a:lnTo>
                      <a:pt x="369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Google Shape;1865;p47"/>
              <p:cNvSpPr/>
              <p:nvPr/>
            </p:nvSpPr>
            <p:spPr>
              <a:xfrm>
                <a:off x="2448200" y="3295450"/>
                <a:ext cx="139375" cy="176925"/>
              </a:xfrm>
              <a:custGeom>
                <a:avLst/>
                <a:gdLst/>
                <a:ahLst/>
                <a:cxnLst/>
                <a:rect l="l" t="t" r="r" b="b"/>
                <a:pathLst>
                  <a:path w="5575" h="7077" extrusionOk="0">
                    <a:moveTo>
                      <a:pt x="4420" y="0"/>
                    </a:moveTo>
                    <a:lnTo>
                      <a:pt x="2247" y="1448"/>
                    </a:lnTo>
                    <a:lnTo>
                      <a:pt x="2663" y="2675"/>
                    </a:lnTo>
                    <a:lnTo>
                      <a:pt x="1" y="5754"/>
                    </a:lnTo>
                    <a:lnTo>
                      <a:pt x="1833" y="7076"/>
                    </a:lnTo>
                    <a:cubicBezTo>
                      <a:pt x="1833" y="7076"/>
                      <a:pt x="3919" y="5247"/>
                      <a:pt x="4774" y="4373"/>
                    </a:cubicBezTo>
                    <a:cubicBezTo>
                      <a:pt x="5575" y="3559"/>
                      <a:pt x="5436" y="2587"/>
                      <a:pt x="5152" y="1738"/>
                    </a:cubicBezTo>
                    <a:cubicBezTo>
                      <a:pt x="4884" y="944"/>
                      <a:pt x="4420" y="0"/>
                      <a:pt x="4420" y="0"/>
                    </a:cubicBezTo>
                    <a:close/>
                  </a:path>
                </a:pathLst>
              </a:custGeom>
              <a:solidFill>
                <a:srgbClr val="F09F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Google Shape;1866;p47"/>
              <p:cNvSpPr/>
              <p:nvPr/>
            </p:nvSpPr>
            <p:spPr>
              <a:xfrm>
                <a:off x="2512725" y="3344575"/>
                <a:ext cx="37800" cy="19825"/>
              </a:xfrm>
              <a:custGeom>
                <a:avLst/>
                <a:gdLst/>
                <a:ahLst/>
                <a:cxnLst/>
                <a:rect l="l" t="t" r="r" b="b"/>
                <a:pathLst>
                  <a:path w="1512" h="793" extrusionOk="0">
                    <a:moveTo>
                      <a:pt x="1483" y="1"/>
                    </a:moveTo>
                    <a:cubicBezTo>
                      <a:pt x="962" y="171"/>
                      <a:pt x="464" y="414"/>
                      <a:pt x="0" y="717"/>
                    </a:cubicBezTo>
                    <a:lnTo>
                      <a:pt x="54" y="792"/>
                    </a:lnTo>
                    <a:cubicBezTo>
                      <a:pt x="505" y="493"/>
                      <a:pt x="1000" y="256"/>
                      <a:pt x="1511" y="86"/>
                    </a:cubicBezTo>
                    <a:lnTo>
                      <a:pt x="1483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Google Shape;1867;p47"/>
              <p:cNvSpPr/>
              <p:nvPr/>
            </p:nvSpPr>
            <p:spPr>
              <a:xfrm>
                <a:off x="2404675" y="3434650"/>
                <a:ext cx="99775" cy="90550"/>
              </a:xfrm>
              <a:custGeom>
                <a:avLst/>
                <a:gdLst/>
                <a:ahLst/>
                <a:cxnLst/>
                <a:rect l="l" t="t" r="r" b="b"/>
                <a:pathLst>
                  <a:path w="3991" h="3622" extrusionOk="0">
                    <a:moveTo>
                      <a:pt x="1969" y="0"/>
                    </a:moveTo>
                    <a:cubicBezTo>
                      <a:pt x="1748" y="193"/>
                      <a:pt x="1489" y="341"/>
                      <a:pt x="1243" y="508"/>
                    </a:cubicBezTo>
                    <a:cubicBezTo>
                      <a:pt x="874" y="767"/>
                      <a:pt x="710" y="931"/>
                      <a:pt x="388" y="1234"/>
                    </a:cubicBezTo>
                    <a:cubicBezTo>
                      <a:pt x="265" y="1351"/>
                      <a:pt x="139" y="1761"/>
                      <a:pt x="101" y="1918"/>
                    </a:cubicBezTo>
                    <a:cubicBezTo>
                      <a:pt x="6" y="2284"/>
                      <a:pt x="0" y="2679"/>
                      <a:pt x="6" y="3060"/>
                    </a:cubicBezTo>
                    <a:cubicBezTo>
                      <a:pt x="6" y="3108"/>
                      <a:pt x="22" y="3171"/>
                      <a:pt x="66" y="3180"/>
                    </a:cubicBezTo>
                    <a:cubicBezTo>
                      <a:pt x="111" y="3152"/>
                      <a:pt x="158" y="3127"/>
                      <a:pt x="202" y="3101"/>
                    </a:cubicBezTo>
                    <a:cubicBezTo>
                      <a:pt x="218" y="3212"/>
                      <a:pt x="230" y="3316"/>
                      <a:pt x="246" y="3426"/>
                    </a:cubicBezTo>
                    <a:cubicBezTo>
                      <a:pt x="249" y="3464"/>
                      <a:pt x="262" y="3505"/>
                      <a:pt x="294" y="3521"/>
                    </a:cubicBezTo>
                    <a:cubicBezTo>
                      <a:pt x="303" y="3526"/>
                      <a:pt x="313" y="3528"/>
                      <a:pt x="323" y="3528"/>
                    </a:cubicBezTo>
                    <a:cubicBezTo>
                      <a:pt x="336" y="3528"/>
                      <a:pt x="350" y="3525"/>
                      <a:pt x="363" y="3521"/>
                    </a:cubicBezTo>
                    <a:cubicBezTo>
                      <a:pt x="426" y="3502"/>
                      <a:pt x="530" y="3411"/>
                      <a:pt x="530" y="3411"/>
                    </a:cubicBezTo>
                    <a:cubicBezTo>
                      <a:pt x="530" y="3411"/>
                      <a:pt x="552" y="3502"/>
                      <a:pt x="552" y="3534"/>
                    </a:cubicBezTo>
                    <a:cubicBezTo>
                      <a:pt x="554" y="3596"/>
                      <a:pt x="594" y="3621"/>
                      <a:pt x="648" y="3621"/>
                    </a:cubicBezTo>
                    <a:cubicBezTo>
                      <a:pt x="678" y="3621"/>
                      <a:pt x="713" y="3614"/>
                      <a:pt x="748" y="3600"/>
                    </a:cubicBezTo>
                    <a:cubicBezTo>
                      <a:pt x="842" y="3565"/>
                      <a:pt x="893" y="3480"/>
                      <a:pt x="940" y="3395"/>
                    </a:cubicBezTo>
                    <a:lnTo>
                      <a:pt x="940" y="3395"/>
                    </a:lnTo>
                    <a:cubicBezTo>
                      <a:pt x="937" y="3451"/>
                      <a:pt x="1038" y="3506"/>
                      <a:pt x="1100" y="3506"/>
                    </a:cubicBezTo>
                    <a:cubicBezTo>
                      <a:pt x="1105" y="3506"/>
                      <a:pt x="1109" y="3506"/>
                      <a:pt x="1114" y="3505"/>
                    </a:cubicBezTo>
                    <a:cubicBezTo>
                      <a:pt x="1174" y="3499"/>
                      <a:pt x="1215" y="3455"/>
                      <a:pt x="1253" y="3411"/>
                    </a:cubicBezTo>
                    <a:cubicBezTo>
                      <a:pt x="1530" y="3089"/>
                      <a:pt x="1682" y="2647"/>
                      <a:pt x="2041" y="2407"/>
                    </a:cubicBezTo>
                    <a:cubicBezTo>
                      <a:pt x="2278" y="2250"/>
                      <a:pt x="2571" y="2196"/>
                      <a:pt x="2824" y="2067"/>
                    </a:cubicBezTo>
                    <a:cubicBezTo>
                      <a:pt x="2997" y="1982"/>
                      <a:pt x="3145" y="1855"/>
                      <a:pt x="3294" y="1732"/>
                    </a:cubicBezTo>
                    <a:cubicBezTo>
                      <a:pt x="3527" y="1540"/>
                      <a:pt x="3991" y="1149"/>
                      <a:pt x="3991" y="1149"/>
                    </a:cubicBezTo>
                    <a:lnTo>
                      <a:pt x="1969" y="0"/>
                    </a:lnTo>
                    <a:close/>
                  </a:path>
                </a:pathLst>
              </a:custGeom>
              <a:solidFill>
                <a:srgbClr val="F09F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Google Shape;1868;p47"/>
              <p:cNvSpPr/>
              <p:nvPr/>
            </p:nvSpPr>
            <p:spPr>
              <a:xfrm>
                <a:off x="2408050" y="3476675"/>
                <a:ext cx="5550" cy="36075"/>
              </a:xfrm>
              <a:custGeom>
                <a:avLst/>
                <a:gdLst/>
                <a:ahLst/>
                <a:cxnLst/>
                <a:rect l="l" t="t" r="r" b="b"/>
                <a:pathLst>
                  <a:path w="222" h="1443" extrusionOk="0">
                    <a:moveTo>
                      <a:pt x="133" y="1"/>
                    </a:moveTo>
                    <a:cubicBezTo>
                      <a:pt x="1" y="430"/>
                      <a:pt x="17" y="903"/>
                      <a:pt x="32" y="1361"/>
                    </a:cubicBezTo>
                    <a:lnTo>
                      <a:pt x="35" y="1443"/>
                    </a:lnTo>
                    <a:lnTo>
                      <a:pt x="127" y="1439"/>
                    </a:lnTo>
                    <a:lnTo>
                      <a:pt x="124" y="1354"/>
                    </a:lnTo>
                    <a:cubicBezTo>
                      <a:pt x="108" y="906"/>
                      <a:pt x="92" y="442"/>
                      <a:pt x="222" y="26"/>
                    </a:cubicBezTo>
                    <a:lnTo>
                      <a:pt x="133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Google Shape;1869;p47"/>
              <p:cNvSpPr/>
              <p:nvPr/>
            </p:nvSpPr>
            <p:spPr>
              <a:xfrm>
                <a:off x="2417275" y="3484175"/>
                <a:ext cx="7775" cy="36450"/>
              </a:xfrm>
              <a:custGeom>
                <a:avLst/>
                <a:gdLst/>
                <a:ahLst/>
                <a:cxnLst/>
                <a:rect l="l" t="t" r="r" b="b"/>
                <a:pathLst>
                  <a:path w="311" h="1458" extrusionOk="0">
                    <a:moveTo>
                      <a:pt x="222" y="1"/>
                    </a:moveTo>
                    <a:cubicBezTo>
                      <a:pt x="105" y="474"/>
                      <a:pt x="32" y="963"/>
                      <a:pt x="1" y="1455"/>
                    </a:cubicBezTo>
                    <a:lnTo>
                      <a:pt x="92" y="1458"/>
                    </a:lnTo>
                    <a:cubicBezTo>
                      <a:pt x="121" y="972"/>
                      <a:pt x="196" y="490"/>
                      <a:pt x="310" y="23"/>
                    </a:cubicBezTo>
                    <a:lnTo>
                      <a:pt x="222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Google Shape;1870;p47"/>
              <p:cNvSpPr/>
              <p:nvPr/>
            </p:nvSpPr>
            <p:spPr>
              <a:xfrm>
                <a:off x="2427075" y="3490250"/>
                <a:ext cx="12950" cy="3062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1225" extrusionOk="0">
                    <a:moveTo>
                      <a:pt x="439" y="0"/>
                    </a:moveTo>
                    <a:cubicBezTo>
                      <a:pt x="177" y="470"/>
                      <a:pt x="41" y="840"/>
                      <a:pt x="0" y="1212"/>
                    </a:cubicBezTo>
                    <a:lnTo>
                      <a:pt x="92" y="1224"/>
                    </a:lnTo>
                    <a:cubicBezTo>
                      <a:pt x="129" y="868"/>
                      <a:pt x="265" y="505"/>
                      <a:pt x="517" y="45"/>
                    </a:cubicBezTo>
                    <a:lnTo>
                      <a:pt x="439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Google Shape;1871;p47"/>
              <p:cNvSpPr/>
              <p:nvPr/>
            </p:nvSpPr>
            <p:spPr>
              <a:xfrm>
                <a:off x="2468475" y="3215425"/>
                <a:ext cx="105950" cy="138000"/>
              </a:xfrm>
              <a:custGeom>
                <a:avLst/>
                <a:gdLst/>
                <a:ahLst/>
                <a:cxnLst/>
                <a:rect l="l" t="t" r="r" b="b"/>
                <a:pathLst>
                  <a:path w="4238" h="5520" extrusionOk="0">
                    <a:moveTo>
                      <a:pt x="181" y="1"/>
                    </a:moveTo>
                    <a:cubicBezTo>
                      <a:pt x="122" y="1"/>
                      <a:pt x="62" y="3"/>
                      <a:pt x="0" y="9"/>
                    </a:cubicBezTo>
                    <a:lnTo>
                      <a:pt x="880" y="3072"/>
                    </a:lnTo>
                    <a:lnTo>
                      <a:pt x="1685" y="5520"/>
                    </a:lnTo>
                    <a:lnTo>
                      <a:pt x="4237" y="4356"/>
                    </a:lnTo>
                    <a:cubicBezTo>
                      <a:pt x="4237" y="4356"/>
                      <a:pt x="3297" y="2078"/>
                      <a:pt x="2871" y="1435"/>
                    </a:cubicBezTo>
                    <a:cubicBezTo>
                      <a:pt x="2158" y="362"/>
                      <a:pt x="1581" y="122"/>
                      <a:pt x="884" y="62"/>
                    </a:cubicBezTo>
                    <a:cubicBezTo>
                      <a:pt x="631" y="40"/>
                      <a:pt x="417" y="1"/>
                      <a:pt x="18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Google Shape;1872;p47"/>
              <p:cNvSpPr/>
              <p:nvPr/>
            </p:nvSpPr>
            <p:spPr>
              <a:xfrm>
                <a:off x="2504350" y="3307750"/>
                <a:ext cx="63275" cy="29125"/>
              </a:xfrm>
              <a:custGeom>
                <a:avLst/>
                <a:gdLst/>
                <a:ahLst/>
                <a:cxnLst/>
                <a:rect l="l" t="t" r="r" b="b"/>
                <a:pathLst>
                  <a:path w="2531" h="1165" extrusionOk="0">
                    <a:moveTo>
                      <a:pt x="2493" y="0"/>
                    </a:moveTo>
                    <a:lnTo>
                      <a:pt x="1" y="1079"/>
                    </a:lnTo>
                    <a:lnTo>
                      <a:pt x="39" y="1164"/>
                    </a:lnTo>
                    <a:lnTo>
                      <a:pt x="2531" y="82"/>
                    </a:lnTo>
                    <a:lnTo>
                      <a:pt x="2493" y="0"/>
                    </a:ln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Google Shape;1873;p47"/>
              <p:cNvSpPr/>
              <p:nvPr/>
            </p:nvSpPr>
            <p:spPr>
              <a:xfrm>
                <a:off x="2484950" y="3284250"/>
                <a:ext cx="26775" cy="69750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2790" extrusionOk="0">
                    <a:moveTo>
                      <a:pt x="86" y="0"/>
                    </a:moveTo>
                    <a:lnTo>
                      <a:pt x="1" y="29"/>
                    </a:lnTo>
                    <a:lnTo>
                      <a:pt x="985" y="2789"/>
                    </a:lnTo>
                    <a:lnTo>
                      <a:pt x="1070" y="2758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Google Shape;1874;p47"/>
              <p:cNvSpPr/>
              <p:nvPr/>
            </p:nvSpPr>
            <p:spPr>
              <a:xfrm>
                <a:off x="2336050" y="3141725"/>
                <a:ext cx="63825" cy="88750"/>
              </a:xfrm>
              <a:custGeom>
                <a:avLst/>
                <a:gdLst/>
                <a:ahLst/>
                <a:cxnLst/>
                <a:rect l="l" t="t" r="r" b="b"/>
                <a:pathLst>
                  <a:path w="2553" h="3550" extrusionOk="0">
                    <a:moveTo>
                      <a:pt x="1086" y="1"/>
                    </a:moveTo>
                    <a:lnTo>
                      <a:pt x="313" y="928"/>
                    </a:lnTo>
                    <a:cubicBezTo>
                      <a:pt x="310" y="1212"/>
                      <a:pt x="307" y="1496"/>
                      <a:pt x="307" y="1780"/>
                    </a:cubicBezTo>
                    <a:cubicBezTo>
                      <a:pt x="300" y="2067"/>
                      <a:pt x="297" y="2357"/>
                      <a:pt x="253" y="2641"/>
                    </a:cubicBezTo>
                    <a:cubicBezTo>
                      <a:pt x="202" y="2950"/>
                      <a:pt x="105" y="3250"/>
                      <a:pt x="1" y="3550"/>
                    </a:cubicBezTo>
                    <a:cubicBezTo>
                      <a:pt x="363" y="3540"/>
                      <a:pt x="726" y="3512"/>
                      <a:pt x="1089" y="3483"/>
                    </a:cubicBezTo>
                    <a:cubicBezTo>
                      <a:pt x="1540" y="3449"/>
                      <a:pt x="2004" y="3408"/>
                      <a:pt x="2392" y="3181"/>
                    </a:cubicBezTo>
                    <a:cubicBezTo>
                      <a:pt x="2553" y="1994"/>
                      <a:pt x="2035" y="736"/>
                      <a:pt x="1086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Google Shape;1875;p47"/>
              <p:cNvSpPr/>
              <p:nvPr/>
            </p:nvSpPr>
            <p:spPr>
              <a:xfrm>
                <a:off x="2362075" y="3184875"/>
                <a:ext cx="74800" cy="56800"/>
              </a:xfrm>
              <a:custGeom>
                <a:avLst/>
                <a:gdLst/>
                <a:ahLst/>
                <a:cxnLst/>
                <a:rect l="l" t="t" r="r" b="b"/>
                <a:pathLst>
                  <a:path w="2992" h="2272" extrusionOk="0">
                    <a:moveTo>
                      <a:pt x="2256" y="0"/>
                    </a:moveTo>
                    <a:lnTo>
                      <a:pt x="1" y="515"/>
                    </a:lnTo>
                    <a:lnTo>
                      <a:pt x="843" y="2060"/>
                    </a:lnTo>
                    <a:cubicBezTo>
                      <a:pt x="843" y="2060"/>
                      <a:pt x="1026" y="2272"/>
                      <a:pt x="1411" y="2272"/>
                    </a:cubicBezTo>
                    <a:cubicBezTo>
                      <a:pt x="1508" y="2272"/>
                      <a:pt x="1619" y="2258"/>
                      <a:pt x="1742" y="2224"/>
                    </a:cubicBezTo>
                    <a:cubicBezTo>
                      <a:pt x="2944" y="1893"/>
                      <a:pt x="2991" y="1281"/>
                      <a:pt x="2991" y="1281"/>
                    </a:cubicBezTo>
                    <a:lnTo>
                      <a:pt x="2256" y="0"/>
                    </a:lnTo>
                    <a:close/>
                  </a:path>
                </a:pathLst>
              </a:custGeom>
              <a:solidFill>
                <a:srgbClr val="F09F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Google Shape;1876;p47"/>
              <p:cNvSpPr/>
              <p:nvPr/>
            </p:nvSpPr>
            <p:spPr>
              <a:xfrm>
                <a:off x="2343700" y="3129950"/>
                <a:ext cx="79375" cy="94525"/>
              </a:xfrm>
              <a:custGeom>
                <a:avLst/>
                <a:gdLst/>
                <a:ahLst/>
                <a:cxnLst/>
                <a:rect l="l" t="t" r="r" b="b"/>
                <a:pathLst>
                  <a:path w="3175" h="3781" extrusionOk="0">
                    <a:moveTo>
                      <a:pt x="1434" y="1"/>
                    </a:moveTo>
                    <a:cubicBezTo>
                      <a:pt x="1214" y="1"/>
                      <a:pt x="995" y="42"/>
                      <a:pt x="799" y="131"/>
                    </a:cubicBezTo>
                    <a:cubicBezTo>
                      <a:pt x="401" y="308"/>
                      <a:pt x="111" y="535"/>
                      <a:pt x="51" y="992"/>
                    </a:cubicBezTo>
                    <a:cubicBezTo>
                      <a:pt x="1" y="1412"/>
                      <a:pt x="114" y="2024"/>
                      <a:pt x="199" y="2488"/>
                    </a:cubicBezTo>
                    <a:cubicBezTo>
                      <a:pt x="269" y="2853"/>
                      <a:pt x="496" y="3412"/>
                      <a:pt x="814" y="3633"/>
                    </a:cubicBezTo>
                    <a:cubicBezTo>
                      <a:pt x="969" y="3739"/>
                      <a:pt x="1156" y="3780"/>
                      <a:pt x="1345" y="3780"/>
                    </a:cubicBezTo>
                    <a:cubicBezTo>
                      <a:pt x="1577" y="3780"/>
                      <a:pt x="1812" y="3718"/>
                      <a:pt x="1991" y="3636"/>
                    </a:cubicBezTo>
                    <a:cubicBezTo>
                      <a:pt x="2739" y="3286"/>
                      <a:pt x="3020" y="2753"/>
                      <a:pt x="3108" y="1939"/>
                    </a:cubicBezTo>
                    <a:cubicBezTo>
                      <a:pt x="3174" y="1273"/>
                      <a:pt x="2878" y="513"/>
                      <a:pt x="2266" y="200"/>
                    </a:cubicBezTo>
                    <a:cubicBezTo>
                      <a:pt x="2013" y="72"/>
                      <a:pt x="1722" y="1"/>
                      <a:pt x="1434" y="1"/>
                    </a:cubicBezTo>
                    <a:close/>
                  </a:path>
                </a:pathLst>
              </a:custGeom>
              <a:solidFill>
                <a:srgbClr val="F09F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Google Shape;1877;p47"/>
              <p:cNvSpPr/>
              <p:nvPr/>
            </p:nvSpPr>
            <p:spPr>
              <a:xfrm>
                <a:off x="2376600" y="3201500"/>
                <a:ext cx="31950" cy="24250"/>
              </a:xfrm>
              <a:custGeom>
                <a:avLst/>
                <a:gdLst/>
                <a:ahLst/>
                <a:cxnLst/>
                <a:rect l="l" t="t" r="r" b="b"/>
                <a:pathLst>
                  <a:path w="1278" h="970" extrusionOk="0">
                    <a:moveTo>
                      <a:pt x="1196" y="1"/>
                    </a:moveTo>
                    <a:cubicBezTo>
                      <a:pt x="987" y="465"/>
                      <a:pt x="552" y="790"/>
                      <a:pt x="0" y="881"/>
                    </a:cubicBezTo>
                    <a:lnTo>
                      <a:pt x="16" y="969"/>
                    </a:lnTo>
                    <a:cubicBezTo>
                      <a:pt x="596" y="875"/>
                      <a:pt x="1057" y="534"/>
                      <a:pt x="1278" y="36"/>
                    </a:cubicBezTo>
                    <a:lnTo>
                      <a:pt x="1196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Google Shape;1878;p47"/>
              <p:cNvSpPr/>
              <p:nvPr/>
            </p:nvSpPr>
            <p:spPr>
              <a:xfrm>
                <a:off x="2357975" y="3170675"/>
                <a:ext cx="12175" cy="22275"/>
              </a:xfrm>
              <a:custGeom>
                <a:avLst/>
                <a:gdLst/>
                <a:ahLst/>
                <a:cxnLst/>
                <a:rect l="l" t="t" r="r" b="b"/>
                <a:pathLst>
                  <a:path w="487" h="891" extrusionOk="0">
                    <a:moveTo>
                      <a:pt x="86" y="0"/>
                    </a:moveTo>
                    <a:lnTo>
                      <a:pt x="1" y="26"/>
                    </a:lnTo>
                    <a:cubicBezTo>
                      <a:pt x="32" y="130"/>
                      <a:pt x="45" y="414"/>
                      <a:pt x="29" y="537"/>
                    </a:cubicBezTo>
                    <a:cubicBezTo>
                      <a:pt x="16" y="616"/>
                      <a:pt x="29" y="764"/>
                      <a:pt x="111" y="846"/>
                    </a:cubicBezTo>
                    <a:cubicBezTo>
                      <a:pt x="142" y="877"/>
                      <a:pt x="190" y="890"/>
                      <a:pt x="240" y="890"/>
                    </a:cubicBezTo>
                    <a:cubicBezTo>
                      <a:pt x="303" y="890"/>
                      <a:pt x="379" y="874"/>
                      <a:pt x="448" y="859"/>
                    </a:cubicBezTo>
                    <a:cubicBezTo>
                      <a:pt x="461" y="855"/>
                      <a:pt x="474" y="855"/>
                      <a:pt x="486" y="852"/>
                    </a:cubicBezTo>
                    <a:lnTo>
                      <a:pt x="464" y="761"/>
                    </a:lnTo>
                    <a:cubicBezTo>
                      <a:pt x="455" y="761"/>
                      <a:pt x="442" y="764"/>
                      <a:pt x="426" y="767"/>
                    </a:cubicBezTo>
                    <a:cubicBezTo>
                      <a:pt x="383" y="776"/>
                      <a:pt x="299" y="795"/>
                      <a:pt x="238" y="795"/>
                    </a:cubicBezTo>
                    <a:cubicBezTo>
                      <a:pt x="211" y="795"/>
                      <a:pt x="188" y="791"/>
                      <a:pt x="177" y="780"/>
                    </a:cubicBezTo>
                    <a:cubicBezTo>
                      <a:pt x="130" y="732"/>
                      <a:pt x="108" y="619"/>
                      <a:pt x="117" y="546"/>
                    </a:cubicBezTo>
                    <a:cubicBezTo>
                      <a:pt x="133" y="414"/>
                      <a:pt x="124" y="117"/>
                      <a:pt x="86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Google Shape;1879;p47"/>
              <p:cNvSpPr/>
              <p:nvPr/>
            </p:nvSpPr>
            <p:spPr>
              <a:xfrm>
                <a:off x="2375875" y="3169425"/>
                <a:ext cx="6650" cy="8675"/>
              </a:xfrm>
              <a:custGeom>
                <a:avLst/>
                <a:gdLst/>
                <a:ahLst/>
                <a:cxnLst/>
                <a:rect l="l" t="t" r="r" b="b"/>
                <a:pathLst>
                  <a:path w="266" h="347" extrusionOk="0">
                    <a:moveTo>
                      <a:pt x="108" y="1"/>
                    </a:moveTo>
                    <a:cubicBezTo>
                      <a:pt x="101" y="1"/>
                      <a:pt x="95" y="2"/>
                      <a:pt x="89" y="3"/>
                    </a:cubicBezTo>
                    <a:cubicBezTo>
                      <a:pt x="29" y="22"/>
                      <a:pt x="1" y="107"/>
                      <a:pt x="26" y="202"/>
                    </a:cubicBezTo>
                    <a:cubicBezTo>
                      <a:pt x="46" y="287"/>
                      <a:pt x="106" y="346"/>
                      <a:pt x="162" y="346"/>
                    </a:cubicBezTo>
                    <a:cubicBezTo>
                      <a:pt x="168" y="346"/>
                      <a:pt x="174" y="345"/>
                      <a:pt x="180" y="344"/>
                    </a:cubicBezTo>
                    <a:cubicBezTo>
                      <a:pt x="237" y="328"/>
                      <a:pt x="266" y="240"/>
                      <a:pt x="244" y="145"/>
                    </a:cubicBezTo>
                    <a:cubicBezTo>
                      <a:pt x="221" y="60"/>
                      <a:pt x="163" y="1"/>
                      <a:pt x="108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Google Shape;1880;p47"/>
              <p:cNvSpPr/>
              <p:nvPr/>
            </p:nvSpPr>
            <p:spPr>
              <a:xfrm>
                <a:off x="2348425" y="3175575"/>
                <a:ext cx="6575" cy="8750"/>
              </a:xfrm>
              <a:custGeom>
                <a:avLst/>
                <a:gdLst/>
                <a:ahLst/>
                <a:cxnLst/>
                <a:rect l="l" t="t" r="r" b="b"/>
                <a:pathLst>
                  <a:path w="263" h="350" extrusionOk="0">
                    <a:moveTo>
                      <a:pt x="105" y="1"/>
                    </a:moveTo>
                    <a:cubicBezTo>
                      <a:pt x="98" y="1"/>
                      <a:pt x="92" y="2"/>
                      <a:pt x="86" y="3"/>
                    </a:cubicBezTo>
                    <a:cubicBezTo>
                      <a:pt x="26" y="19"/>
                      <a:pt x="1" y="110"/>
                      <a:pt x="23" y="205"/>
                    </a:cubicBezTo>
                    <a:cubicBezTo>
                      <a:pt x="46" y="290"/>
                      <a:pt x="104" y="349"/>
                      <a:pt x="159" y="349"/>
                    </a:cubicBezTo>
                    <a:cubicBezTo>
                      <a:pt x="165" y="349"/>
                      <a:pt x="171" y="349"/>
                      <a:pt x="177" y="347"/>
                    </a:cubicBezTo>
                    <a:cubicBezTo>
                      <a:pt x="237" y="331"/>
                      <a:pt x="263" y="240"/>
                      <a:pt x="241" y="145"/>
                    </a:cubicBezTo>
                    <a:cubicBezTo>
                      <a:pt x="218" y="60"/>
                      <a:pt x="160" y="1"/>
                      <a:pt x="105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Google Shape;1881;p47"/>
              <p:cNvSpPr/>
              <p:nvPr/>
            </p:nvSpPr>
            <p:spPr>
              <a:xfrm>
                <a:off x="2329025" y="3109400"/>
                <a:ext cx="129150" cy="108775"/>
              </a:xfrm>
              <a:custGeom>
                <a:avLst/>
                <a:gdLst/>
                <a:ahLst/>
                <a:cxnLst/>
                <a:rect l="l" t="t" r="r" b="b"/>
                <a:pathLst>
                  <a:path w="5166" h="4351" extrusionOk="0">
                    <a:moveTo>
                      <a:pt x="1931" y="0"/>
                    </a:moveTo>
                    <a:cubicBezTo>
                      <a:pt x="1926" y="0"/>
                      <a:pt x="1921" y="0"/>
                      <a:pt x="1916" y="0"/>
                    </a:cubicBezTo>
                    <a:cubicBezTo>
                      <a:pt x="1761" y="10"/>
                      <a:pt x="1603" y="32"/>
                      <a:pt x="1455" y="73"/>
                    </a:cubicBezTo>
                    <a:cubicBezTo>
                      <a:pt x="1067" y="171"/>
                      <a:pt x="692" y="407"/>
                      <a:pt x="528" y="773"/>
                    </a:cubicBezTo>
                    <a:cubicBezTo>
                      <a:pt x="464" y="915"/>
                      <a:pt x="433" y="1073"/>
                      <a:pt x="329" y="1190"/>
                    </a:cubicBezTo>
                    <a:cubicBezTo>
                      <a:pt x="282" y="1243"/>
                      <a:pt x="225" y="1287"/>
                      <a:pt x="174" y="1338"/>
                    </a:cubicBezTo>
                    <a:cubicBezTo>
                      <a:pt x="23" y="1505"/>
                      <a:pt x="1" y="1757"/>
                      <a:pt x="48" y="1978"/>
                    </a:cubicBezTo>
                    <a:cubicBezTo>
                      <a:pt x="89" y="2168"/>
                      <a:pt x="165" y="2265"/>
                      <a:pt x="285" y="2407"/>
                    </a:cubicBezTo>
                    <a:cubicBezTo>
                      <a:pt x="348" y="2477"/>
                      <a:pt x="405" y="2552"/>
                      <a:pt x="474" y="2619"/>
                    </a:cubicBezTo>
                    <a:cubicBezTo>
                      <a:pt x="502" y="2647"/>
                      <a:pt x="685" y="2761"/>
                      <a:pt x="688" y="2789"/>
                    </a:cubicBezTo>
                    <a:cubicBezTo>
                      <a:pt x="673" y="2619"/>
                      <a:pt x="638" y="2524"/>
                      <a:pt x="685" y="2357"/>
                    </a:cubicBezTo>
                    <a:cubicBezTo>
                      <a:pt x="726" y="2205"/>
                      <a:pt x="793" y="2057"/>
                      <a:pt x="875" y="1921"/>
                    </a:cubicBezTo>
                    <a:cubicBezTo>
                      <a:pt x="1039" y="1647"/>
                      <a:pt x="1278" y="1410"/>
                      <a:pt x="1565" y="1259"/>
                    </a:cubicBezTo>
                    <a:cubicBezTo>
                      <a:pt x="1853" y="1839"/>
                      <a:pt x="2433" y="2265"/>
                      <a:pt x="3073" y="2360"/>
                    </a:cubicBezTo>
                    <a:cubicBezTo>
                      <a:pt x="3114" y="2363"/>
                      <a:pt x="3152" y="2373"/>
                      <a:pt x="3190" y="2392"/>
                    </a:cubicBezTo>
                    <a:cubicBezTo>
                      <a:pt x="3241" y="2423"/>
                      <a:pt x="3263" y="2483"/>
                      <a:pt x="3285" y="2537"/>
                    </a:cubicBezTo>
                    <a:cubicBezTo>
                      <a:pt x="3395" y="2846"/>
                      <a:pt x="3452" y="3168"/>
                      <a:pt x="3490" y="3493"/>
                    </a:cubicBezTo>
                    <a:cubicBezTo>
                      <a:pt x="3525" y="3786"/>
                      <a:pt x="3484" y="4054"/>
                      <a:pt x="3443" y="4351"/>
                    </a:cubicBezTo>
                    <a:cubicBezTo>
                      <a:pt x="3443" y="4351"/>
                      <a:pt x="3443" y="4351"/>
                      <a:pt x="3443" y="4351"/>
                    </a:cubicBezTo>
                    <a:cubicBezTo>
                      <a:pt x="3467" y="4351"/>
                      <a:pt x="4368" y="4119"/>
                      <a:pt x="5165" y="3549"/>
                    </a:cubicBezTo>
                    <a:cubicBezTo>
                      <a:pt x="5086" y="2963"/>
                      <a:pt x="5029" y="2433"/>
                      <a:pt x="4865" y="1934"/>
                    </a:cubicBezTo>
                    <a:cubicBezTo>
                      <a:pt x="4739" y="1556"/>
                      <a:pt x="4588" y="1177"/>
                      <a:pt x="4345" y="865"/>
                    </a:cubicBezTo>
                    <a:cubicBezTo>
                      <a:pt x="4036" y="473"/>
                      <a:pt x="3559" y="120"/>
                      <a:pt x="3064" y="29"/>
                    </a:cubicBezTo>
                    <a:cubicBezTo>
                      <a:pt x="2991" y="16"/>
                      <a:pt x="2919" y="11"/>
                      <a:pt x="2846" y="11"/>
                    </a:cubicBezTo>
                    <a:cubicBezTo>
                      <a:pt x="2669" y="11"/>
                      <a:pt x="2492" y="38"/>
                      <a:pt x="2316" y="38"/>
                    </a:cubicBezTo>
                    <a:cubicBezTo>
                      <a:pt x="2283" y="38"/>
                      <a:pt x="2251" y="37"/>
                      <a:pt x="2219" y="35"/>
                    </a:cubicBezTo>
                    <a:cubicBezTo>
                      <a:pt x="2122" y="29"/>
                      <a:pt x="2032" y="0"/>
                      <a:pt x="1931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Google Shape;1882;p47"/>
              <p:cNvSpPr/>
              <p:nvPr/>
            </p:nvSpPr>
            <p:spPr>
              <a:xfrm>
                <a:off x="2404825" y="3161525"/>
                <a:ext cx="23450" cy="32225"/>
              </a:xfrm>
              <a:custGeom>
                <a:avLst/>
                <a:gdLst/>
                <a:ahLst/>
                <a:cxnLst/>
                <a:rect l="l" t="t" r="r" b="b"/>
                <a:pathLst>
                  <a:path w="938" h="1289" extrusionOk="0">
                    <a:moveTo>
                      <a:pt x="464" y="0"/>
                    </a:moveTo>
                    <a:cubicBezTo>
                      <a:pt x="386" y="0"/>
                      <a:pt x="297" y="26"/>
                      <a:pt x="196" y="86"/>
                    </a:cubicBezTo>
                    <a:cubicBezTo>
                      <a:pt x="105" y="139"/>
                      <a:pt x="16" y="275"/>
                      <a:pt x="0" y="414"/>
                    </a:cubicBezTo>
                    <a:lnTo>
                      <a:pt x="130" y="1117"/>
                    </a:lnTo>
                    <a:cubicBezTo>
                      <a:pt x="206" y="1238"/>
                      <a:pt x="293" y="1288"/>
                      <a:pt x="384" y="1288"/>
                    </a:cubicBezTo>
                    <a:cubicBezTo>
                      <a:pt x="495" y="1288"/>
                      <a:pt x="610" y="1212"/>
                      <a:pt x="717" y="1095"/>
                    </a:cubicBezTo>
                    <a:cubicBezTo>
                      <a:pt x="855" y="944"/>
                      <a:pt x="937" y="613"/>
                      <a:pt x="877" y="414"/>
                    </a:cubicBezTo>
                    <a:cubicBezTo>
                      <a:pt x="815" y="196"/>
                      <a:pt x="681" y="0"/>
                      <a:pt x="464" y="0"/>
                    </a:cubicBezTo>
                    <a:close/>
                  </a:path>
                </a:pathLst>
              </a:custGeom>
              <a:solidFill>
                <a:srgbClr val="F09F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Google Shape;1883;p47"/>
              <p:cNvSpPr/>
              <p:nvPr/>
            </p:nvSpPr>
            <p:spPr>
              <a:xfrm>
                <a:off x="2406550" y="3170125"/>
                <a:ext cx="14625" cy="14775"/>
              </a:xfrm>
              <a:custGeom>
                <a:avLst/>
                <a:gdLst/>
                <a:ahLst/>
                <a:cxnLst/>
                <a:rect l="l" t="t" r="r" b="b"/>
                <a:pathLst>
                  <a:path w="585" h="591" extrusionOk="0">
                    <a:moveTo>
                      <a:pt x="521" y="0"/>
                    </a:moveTo>
                    <a:cubicBezTo>
                      <a:pt x="345" y="171"/>
                      <a:pt x="171" y="347"/>
                      <a:pt x="1" y="527"/>
                    </a:cubicBezTo>
                    <a:lnTo>
                      <a:pt x="67" y="590"/>
                    </a:lnTo>
                    <a:cubicBezTo>
                      <a:pt x="237" y="410"/>
                      <a:pt x="411" y="237"/>
                      <a:pt x="584" y="70"/>
                    </a:cubicBezTo>
                    <a:lnTo>
                      <a:pt x="521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Google Shape;1884;p47"/>
              <p:cNvSpPr/>
              <p:nvPr/>
            </p:nvSpPr>
            <p:spPr>
              <a:xfrm>
                <a:off x="2402075" y="3164200"/>
                <a:ext cx="6325" cy="8150"/>
              </a:xfrm>
              <a:custGeom>
                <a:avLst/>
                <a:gdLst/>
                <a:ahLst/>
                <a:cxnLst/>
                <a:rect l="l" t="t" r="r" b="b"/>
                <a:pathLst>
                  <a:path w="253" h="326" extrusionOk="0">
                    <a:moveTo>
                      <a:pt x="192" y="1"/>
                    </a:moveTo>
                    <a:cubicBezTo>
                      <a:pt x="101" y="76"/>
                      <a:pt x="35" y="184"/>
                      <a:pt x="0" y="297"/>
                    </a:cubicBezTo>
                    <a:lnTo>
                      <a:pt x="85" y="326"/>
                    </a:lnTo>
                    <a:cubicBezTo>
                      <a:pt x="117" y="228"/>
                      <a:pt x="177" y="136"/>
                      <a:pt x="252" y="73"/>
                    </a:cubicBezTo>
                    <a:lnTo>
                      <a:pt x="192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Google Shape;1885;p47"/>
              <p:cNvSpPr/>
              <p:nvPr/>
            </p:nvSpPr>
            <p:spPr>
              <a:xfrm>
                <a:off x="2406550" y="3186850"/>
                <a:ext cx="18800" cy="7675"/>
              </a:xfrm>
              <a:custGeom>
                <a:avLst/>
                <a:gdLst/>
                <a:ahLst/>
                <a:cxnLst/>
                <a:rect l="l" t="t" r="r" b="b"/>
                <a:pathLst>
                  <a:path w="752" h="307" extrusionOk="0">
                    <a:moveTo>
                      <a:pt x="673" y="0"/>
                    </a:moveTo>
                    <a:cubicBezTo>
                      <a:pt x="589" y="137"/>
                      <a:pt x="469" y="215"/>
                      <a:pt x="342" y="215"/>
                    </a:cubicBezTo>
                    <a:cubicBezTo>
                      <a:pt x="317" y="215"/>
                      <a:pt x="291" y="212"/>
                      <a:pt x="266" y="205"/>
                    </a:cubicBezTo>
                    <a:cubicBezTo>
                      <a:pt x="190" y="183"/>
                      <a:pt x="124" y="142"/>
                      <a:pt x="77" y="79"/>
                    </a:cubicBezTo>
                    <a:lnTo>
                      <a:pt x="1" y="133"/>
                    </a:lnTo>
                    <a:cubicBezTo>
                      <a:pt x="61" y="212"/>
                      <a:pt x="146" y="271"/>
                      <a:pt x="241" y="294"/>
                    </a:cubicBezTo>
                    <a:cubicBezTo>
                      <a:pt x="272" y="303"/>
                      <a:pt x="310" y="306"/>
                      <a:pt x="342" y="306"/>
                    </a:cubicBezTo>
                    <a:cubicBezTo>
                      <a:pt x="499" y="306"/>
                      <a:pt x="648" y="215"/>
                      <a:pt x="752" y="47"/>
                    </a:cubicBezTo>
                    <a:lnTo>
                      <a:pt x="673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Google Shape;1886;p47"/>
              <p:cNvSpPr/>
              <p:nvPr/>
            </p:nvSpPr>
            <p:spPr>
              <a:xfrm>
                <a:off x="2365225" y="3195750"/>
                <a:ext cx="13450" cy="8100"/>
              </a:xfrm>
              <a:custGeom>
                <a:avLst/>
                <a:gdLst/>
                <a:ahLst/>
                <a:cxnLst/>
                <a:rect l="l" t="t" r="r" b="b"/>
                <a:pathLst>
                  <a:path w="538" h="324" extrusionOk="0">
                    <a:moveTo>
                      <a:pt x="502" y="1"/>
                    </a:moveTo>
                    <a:lnTo>
                      <a:pt x="502" y="1"/>
                    </a:lnTo>
                    <a:cubicBezTo>
                      <a:pt x="502" y="1"/>
                      <a:pt x="348" y="39"/>
                      <a:pt x="231" y="70"/>
                    </a:cubicBezTo>
                    <a:cubicBezTo>
                      <a:pt x="76" y="111"/>
                      <a:pt x="1" y="152"/>
                      <a:pt x="1" y="152"/>
                    </a:cubicBezTo>
                    <a:cubicBezTo>
                      <a:pt x="1" y="152"/>
                      <a:pt x="59" y="323"/>
                      <a:pt x="231" y="323"/>
                    </a:cubicBezTo>
                    <a:cubicBezTo>
                      <a:pt x="238" y="323"/>
                      <a:pt x="245" y="323"/>
                      <a:pt x="253" y="322"/>
                    </a:cubicBezTo>
                    <a:cubicBezTo>
                      <a:pt x="354" y="313"/>
                      <a:pt x="405" y="266"/>
                      <a:pt x="455" y="221"/>
                    </a:cubicBezTo>
                    <a:cubicBezTo>
                      <a:pt x="537" y="143"/>
                      <a:pt x="502" y="1"/>
                      <a:pt x="50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Google Shape;1887;p47"/>
              <p:cNvSpPr/>
              <p:nvPr/>
            </p:nvSpPr>
            <p:spPr>
              <a:xfrm>
                <a:off x="2367050" y="3154525"/>
                <a:ext cx="28875" cy="4175"/>
              </a:xfrm>
              <a:custGeom>
                <a:avLst/>
                <a:gdLst/>
                <a:ahLst/>
                <a:cxnLst/>
                <a:rect l="l" t="t" r="r" b="b"/>
                <a:pathLst>
                  <a:path w="1155" h="167" extrusionOk="0">
                    <a:moveTo>
                      <a:pt x="666" y="0"/>
                    </a:moveTo>
                    <a:cubicBezTo>
                      <a:pt x="608" y="0"/>
                      <a:pt x="549" y="2"/>
                      <a:pt x="489" y="6"/>
                    </a:cubicBezTo>
                    <a:cubicBezTo>
                      <a:pt x="322" y="19"/>
                      <a:pt x="161" y="41"/>
                      <a:pt x="0" y="82"/>
                    </a:cubicBezTo>
                    <a:lnTo>
                      <a:pt x="19" y="167"/>
                    </a:lnTo>
                    <a:cubicBezTo>
                      <a:pt x="177" y="129"/>
                      <a:pt x="335" y="104"/>
                      <a:pt x="492" y="98"/>
                    </a:cubicBezTo>
                    <a:cubicBezTo>
                      <a:pt x="552" y="94"/>
                      <a:pt x="610" y="92"/>
                      <a:pt x="667" y="92"/>
                    </a:cubicBezTo>
                    <a:cubicBezTo>
                      <a:pt x="835" y="92"/>
                      <a:pt x="992" y="109"/>
                      <a:pt x="1136" y="142"/>
                    </a:cubicBezTo>
                    <a:lnTo>
                      <a:pt x="1155" y="53"/>
                    </a:lnTo>
                    <a:cubicBezTo>
                      <a:pt x="1004" y="18"/>
                      <a:pt x="840" y="0"/>
                      <a:pt x="666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Google Shape;1888;p47"/>
              <p:cNvSpPr/>
              <p:nvPr/>
            </p:nvSpPr>
            <p:spPr>
              <a:xfrm>
                <a:off x="2341175" y="3160425"/>
                <a:ext cx="12575" cy="10125"/>
              </a:xfrm>
              <a:custGeom>
                <a:avLst/>
                <a:gdLst/>
                <a:ahLst/>
                <a:cxnLst/>
                <a:rect l="l" t="t" r="r" b="b"/>
                <a:pathLst>
                  <a:path w="503" h="405" extrusionOk="0">
                    <a:moveTo>
                      <a:pt x="477" y="0"/>
                    </a:moveTo>
                    <a:cubicBezTo>
                      <a:pt x="281" y="51"/>
                      <a:pt x="105" y="183"/>
                      <a:pt x="1" y="363"/>
                    </a:cubicBezTo>
                    <a:lnTo>
                      <a:pt x="79" y="404"/>
                    </a:lnTo>
                    <a:cubicBezTo>
                      <a:pt x="168" y="253"/>
                      <a:pt x="326" y="133"/>
                      <a:pt x="502" y="86"/>
                    </a:cubicBezTo>
                    <a:lnTo>
                      <a:pt x="477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Google Shape;1889;p47"/>
              <p:cNvSpPr/>
              <p:nvPr/>
            </p:nvSpPr>
            <p:spPr>
              <a:xfrm>
                <a:off x="2514600" y="3628575"/>
                <a:ext cx="7200" cy="17475"/>
              </a:xfrm>
              <a:custGeom>
                <a:avLst/>
                <a:gdLst/>
                <a:ahLst/>
                <a:cxnLst/>
                <a:rect l="l" t="t" r="r" b="b"/>
                <a:pathLst>
                  <a:path w="288" h="699" extrusionOk="0">
                    <a:moveTo>
                      <a:pt x="203" y="1"/>
                    </a:moveTo>
                    <a:lnTo>
                      <a:pt x="1" y="673"/>
                    </a:lnTo>
                    <a:lnTo>
                      <a:pt x="86" y="698"/>
                    </a:lnTo>
                    <a:lnTo>
                      <a:pt x="288" y="26"/>
                    </a:lnTo>
                    <a:lnTo>
                      <a:pt x="203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Google Shape;1890;p47"/>
              <p:cNvSpPr/>
              <p:nvPr/>
            </p:nvSpPr>
            <p:spPr>
              <a:xfrm>
                <a:off x="2616900" y="3635050"/>
                <a:ext cx="21625" cy="86950"/>
              </a:xfrm>
              <a:custGeom>
                <a:avLst/>
                <a:gdLst/>
                <a:ahLst/>
                <a:cxnLst/>
                <a:rect l="l" t="t" r="r" b="b"/>
                <a:pathLst>
                  <a:path w="865" h="3478" extrusionOk="0">
                    <a:moveTo>
                      <a:pt x="777" y="1"/>
                    </a:moveTo>
                    <a:lnTo>
                      <a:pt x="0" y="3458"/>
                    </a:lnTo>
                    <a:lnTo>
                      <a:pt x="89" y="3477"/>
                    </a:lnTo>
                    <a:lnTo>
                      <a:pt x="865" y="19"/>
                    </a:lnTo>
                    <a:lnTo>
                      <a:pt x="777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91" name="Google Shape;1891;p47"/>
            <p:cNvGrpSpPr/>
            <p:nvPr/>
          </p:nvGrpSpPr>
          <p:grpSpPr>
            <a:xfrm>
              <a:off x="2323214" y="2707955"/>
              <a:ext cx="1538840" cy="1797357"/>
              <a:chOff x="5678400" y="2952675"/>
              <a:chExt cx="470550" cy="549600"/>
            </a:xfrm>
          </p:grpSpPr>
          <p:sp>
            <p:nvSpPr>
              <p:cNvPr id="1892" name="Google Shape;1892;p47"/>
              <p:cNvSpPr/>
              <p:nvPr/>
            </p:nvSpPr>
            <p:spPr>
              <a:xfrm>
                <a:off x="5678400" y="3190325"/>
                <a:ext cx="470550" cy="310400"/>
              </a:xfrm>
              <a:custGeom>
                <a:avLst/>
                <a:gdLst/>
                <a:ahLst/>
                <a:cxnLst/>
                <a:rect l="l" t="t" r="r" b="b"/>
                <a:pathLst>
                  <a:path w="18822" h="12416" extrusionOk="0">
                    <a:moveTo>
                      <a:pt x="7536" y="0"/>
                    </a:moveTo>
                    <a:cubicBezTo>
                      <a:pt x="7070" y="0"/>
                      <a:pt x="6598" y="117"/>
                      <a:pt x="6171" y="309"/>
                    </a:cubicBezTo>
                    <a:cubicBezTo>
                      <a:pt x="5477" y="621"/>
                      <a:pt x="4884" y="1114"/>
                      <a:pt x="4319" y="1622"/>
                    </a:cubicBezTo>
                    <a:cubicBezTo>
                      <a:pt x="4086" y="1833"/>
                      <a:pt x="3852" y="2047"/>
                      <a:pt x="3691" y="2322"/>
                    </a:cubicBezTo>
                    <a:cubicBezTo>
                      <a:pt x="3575" y="2521"/>
                      <a:pt x="3499" y="2748"/>
                      <a:pt x="3423" y="2972"/>
                    </a:cubicBezTo>
                    <a:cubicBezTo>
                      <a:pt x="3108" y="3965"/>
                      <a:pt x="2840" y="4975"/>
                      <a:pt x="2631" y="5997"/>
                    </a:cubicBezTo>
                    <a:cubicBezTo>
                      <a:pt x="2486" y="6691"/>
                      <a:pt x="2366" y="7395"/>
                      <a:pt x="2114" y="8063"/>
                    </a:cubicBezTo>
                    <a:cubicBezTo>
                      <a:pt x="1877" y="8682"/>
                      <a:pt x="1534" y="9253"/>
                      <a:pt x="1183" y="9814"/>
                    </a:cubicBezTo>
                    <a:cubicBezTo>
                      <a:pt x="802" y="10420"/>
                      <a:pt x="407" y="11019"/>
                      <a:pt x="0" y="11613"/>
                    </a:cubicBezTo>
                    <a:cubicBezTo>
                      <a:pt x="186" y="11768"/>
                      <a:pt x="421" y="11825"/>
                      <a:pt x="664" y="11825"/>
                    </a:cubicBezTo>
                    <a:cubicBezTo>
                      <a:pt x="870" y="11825"/>
                      <a:pt x="1083" y="11784"/>
                      <a:pt x="1278" y="11726"/>
                    </a:cubicBezTo>
                    <a:cubicBezTo>
                      <a:pt x="1676" y="11605"/>
                      <a:pt x="2074" y="11424"/>
                      <a:pt x="2488" y="11424"/>
                    </a:cubicBezTo>
                    <a:cubicBezTo>
                      <a:pt x="2517" y="11424"/>
                      <a:pt x="2546" y="11425"/>
                      <a:pt x="2575" y="11426"/>
                    </a:cubicBezTo>
                    <a:cubicBezTo>
                      <a:pt x="2887" y="11445"/>
                      <a:pt x="3174" y="11572"/>
                      <a:pt x="3467" y="11685"/>
                    </a:cubicBezTo>
                    <a:cubicBezTo>
                      <a:pt x="4051" y="11912"/>
                      <a:pt x="4669" y="12073"/>
                      <a:pt x="5291" y="12073"/>
                    </a:cubicBezTo>
                    <a:cubicBezTo>
                      <a:pt x="5378" y="12073"/>
                      <a:pt x="5466" y="12070"/>
                      <a:pt x="5553" y="12064"/>
                    </a:cubicBezTo>
                    <a:cubicBezTo>
                      <a:pt x="6638" y="11983"/>
                      <a:pt x="7702" y="11370"/>
                      <a:pt x="8754" y="11370"/>
                    </a:cubicBezTo>
                    <a:cubicBezTo>
                      <a:pt x="8970" y="11370"/>
                      <a:pt x="9186" y="11396"/>
                      <a:pt x="9401" y="11458"/>
                    </a:cubicBezTo>
                    <a:cubicBezTo>
                      <a:pt x="9991" y="11628"/>
                      <a:pt x="10480" y="12048"/>
                      <a:pt x="11064" y="12244"/>
                    </a:cubicBezTo>
                    <a:cubicBezTo>
                      <a:pt x="11366" y="12343"/>
                      <a:pt x="11683" y="12381"/>
                      <a:pt x="12002" y="12381"/>
                    </a:cubicBezTo>
                    <a:cubicBezTo>
                      <a:pt x="12361" y="12381"/>
                      <a:pt x="12723" y="12332"/>
                      <a:pt x="13067" y="12269"/>
                    </a:cubicBezTo>
                    <a:cubicBezTo>
                      <a:pt x="13303" y="12227"/>
                      <a:pt x="13531" y="12211"/>
                      <a:pt x="13757" y="12211"/>
                    </a:cubicBezTo>
                    <a:cubicBezTo>
                      <a:pt x="14133" y="12211"/>
                      <a:pt x="14504" y="12255"/>
                      <a:pt x="14897" y="12300"/>
                    </a:cubicBezTo>
                    <a:cubicBezTo>
                      <a:pt x="15545" y="12377"/>
                      <a:pt x="16198" y="12416"/>
                      <a:pt x="16850" y="12416"/>
                    </a:cubicBezTo>
                    <a:cubicBezTo>
                      <a:pt x="17510" y="12416"/>
                      <a:pt x="18168" y="12376"/>
                      <a:pt x="18821" y="12297"/>
                    </a:cubicBezTo>
                    <a:cubicBezTo>
                      <a:pt x="18620" y="11849"/>
                      <a:pt x="17967" y="11796"/>
                      <a:pt x="17689" y="11385"/>
                    </a:cubicBezTo>
                    <a:cubicBezTo>
                      <a:pt x="17462" y="11048"/>
                      <a:pt x="17553" y="10546"/>
                      <a:pt x="17273" y="10256"/>
                    </a:cubicBezTo>
                    <a:cubicBezTo>
                      <a:pt x="17149" y="10124"/>
                      <a:pt x="16973" y="10060"/>
                      <a:pt x="16812" y="9982"/>
                    </a:cubicBezTo>
                    <a:cubicBezTo>
                      <a:pt x="16452" y="9808"/>
                      <a:pt x="16134" y="9549"/>
                      <a:pt x="15891" y="9231"/>
                    </a:cubicBezTo>
                    <a:cubicBezTo>
                      <a:pt x="17086" y="7691"/>
                      <a:pt x="17342" y="5259"/>
                      <a:pt x="16260" y="3574"/>
                    </a:cubicBezTo>
                    <a:lnTo>
                      <a:pt x="15026" y="2407"/>
                    </a:lnTo>
                    <a:cubicBezTo>
                      <a:pt x="13869" y="1208"/>
                      <a:pt x="11935" y="1054"/>
                      <a:pt x="10297" y="767"/>
                    </a:cubicBezTo>
                    <a:cubicBezTo>
                      <a:pt x="9957" y="707"/>
                      <a:pt x="9610" y="669"/>
                      <a:pt x="9285" y="549"/>
                    </a:cubicBezTo>
                    <a:cubicBezTo>
                      <a:pt x="8976" y="438"/>
                      <a:pt x="8695" y="262"/>
                      <a:pt x="8392" y="148"/>
                    </a:cubicBezTo>
                    <a:cubicBezTo>
                      <a:pt x="8117" y="46"/>
                      <a:pt x="7828" y="0"/>
                      <a:pt x="7536" y="0"/>
                    </a:cubicBez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Google Shape;1893;p47"/>
              <p:cNvSpPr/>
              <p:nvPr/>
            </p:nvSpPr>
            <p:spPr>
              <a:xfrm>
                <a:off x="5695425" y="3466050"/>
                <a:ext cx="91050" cy="32000"/>
              </a:xfrm>
              <a:custGeom>
                <a:avLst/>
                <a:gdLst/>
                <a:ahLst/>
                <a:cxnLst/>
                <a:rect l="l" t="t" r="r" b="b"/>
                <a:pathLst>
                  <a:path w="3642" h="1280" extrusionOk="0">
                    <a:moveTo>
                      <a:pt x="1653" y="0"/>
                    </a:moveTo>
                    <a:cubicBezTo>
                      <a:pt x="1615" y="0"/>
                      <a:pt x="1578" y="1"/>
                      <a:pt x="1540" y="3"/>
                    </a:cubicBezTo>
                    <a:cubicBezTo>
                      <a:pt x="1083" y="25"/>
                      <a:pt x="755" y="230"/>
                      <a:pt x="364" y="448"/>
                    </a:cubicBezTo>
                    <a:cubicBezTo>
                      <a:pt x="231" y="524"/>
                      <a:pt x="77" y="606"/>
                      <a:pt x="36" y="751"/>
                    </a:cubicBezTo>
                    <a:cubicBezTo>
                      <a:pt x="1" y="886"/>
                      <a:pt x="77" y="1028"/>
                      <a:pt x="187" y="1110"/>
                    </a:cubicBezTo>
                    <a:cubicBezTo>
                      <a:pt x="297" y="1192"/>
                      <a:pt x="436" y="1224"/>
                      <a:pt x="575" y="1246"/>
                    </a:cubicBezTo>
                    <a:cubicBezTo>
                      <a:pt x="739" y="1270"/>
                      <a:pt x="905" y="1280"/>
                      <a:pt x="1071" y="1280"/>
                    </a:cubicBezTo>
                    <a:cubicBezTo>
                      <a:pt x="1276" y="1280"/>
                      <a:pt x="1482" y="1265"/>
                      <a:pt x="1685" y="1246"/>
                    </a:cubicBezTo>
                    <a:cubicBezTo>
                      <a:pt x="2253" y="1189"/>
                      <a:pt x="3089" y="1050"/>
                      <a:pt x="3641" y="918"/>
                    </a:cubicBezTo>
                    <a:cubicBezTo>
                      <a:pt x="3392" y="650"/>
                      <a:pt x="3067" y="410"/>
                      <a:pt x="2736" y="246"/>
                    </a:cubicBezTo>
                    <a:cubicBezTo>
                      <a:pt x="2401" y="85"/>
                      <a:pt x="2026" y="0"/>
                      <a:pt x="1653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Google Shape;1894;p47"/>
              <p:cNvSpPr/>
              <p:nvPr/>
            </p:nvSpPr>
            <p:spPr>
              <a:xfrm>
                <a:off x="5844800" y="3467375"/>
                <a:ext cx="100825" cy="349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1396" extrusionOk="0">
                    <a:moveTo>
                      <a:pt x="1800" y="1"/>
                    </a:moveTo>
                    <a:cubicBezTo>
                      <a:pt x="1757" y="1"/>
                      <a:pt x="1715" y="2"/>
                      <a:pt x="1673" y="4"/>
                    </a:cubicBezTo>
                    <a:cubicBezTo>
                      <a:pt x="1178" y="29"/>
                      <a:pt x="821" y="253"/>
                      <a:pt x="395" y="490"/>
                    </a:cubicBezTo>
                    <a:cubicBezTo>
                      <a:pt x="250" y="572"/>
                      <a:pt x="83" y="660"/>
                      <a:pt x="42" y="821"/>
                    </a:cubicBezTo>
                    <a:cubicBezTo>
                      <a:pt x="1" y="963"/>
                      <a:pt x="83" y="1120"/>
                      <a:pt x="203" y="1212"/>
                    </a:cubicBezTo>
                    <a:cubicBezTo>
                      <a:pt x="320" y="1303"/>
                      <a:pt x="474" y="1335"/>
                      <a:pt x="619" y="1357"/>
                    </a:cubicBezTo>
                    <a:cubicBezTo>
                      <a:pt x="801" y="1384"/>
                      <a:pt x="985" y="1395"/>
                      <a:pt x="1169" y="1395"/>
                    </a:cubicBezTo>
                    <a:cubicBezTo>
                      <a:pt x="1391" y="1395"/>
                      <a:pt x="1612" y="1379"/>
                      <a:pt x="1831" y="1357"/>
                    </a:cubicBezTo>
                    <a:cubicBezTo>
                      <a:pt x="2446" y="1297"/>
                      <a:pt x="3427" y="1139"/>
                      <a:pt x="4033" y="994"/>
                    </a:cubicBezTo>
                    <a:cubicBezTo>
                      <a:pt x="3755" y="698"/>
                      <a:pt x="3329" y="442"/>
                      <a:pt x="2969" y="269"/>
                    </a:cubicBezTo>
                    <a:cubicBezTo>
                      <a:pt x="2610" y="95"/>
                      <a:pt x="2201" y="1"/>
                      <a:pt x="1800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Google Shape;1895;p47"/>
              <p:cNvSpPr/>
              <p:nvPr/>
            </p:nvSpPr>
            <p:spPr>
              <a:xfrm>
                <a:off x="5867200" y="3450900"/>
                <a:ext cx="152725" cy="22425"/>
              </a:xfrm>
              <a:custGeom>
                <a:avLst/>
                <a:gdLst/>
                <a:ahLst/>
                <a:cxnLst/>
                <a:rect l="l" t="t" r="r" b="b"/>
                <a:pathLst>
                  <a:path w="6109" h="897" extrusionOk="0">
                    <a:moveTo>
                      <a:pt x="1884" y="0"/>
                    </a:moveTo>
                    <a:cubicBezTo>
                      <a:pt x="1525" y="3"/>
                      <a:pt x="1174" y="107"/>
                      <a:pt x="840" y="205"/>
                    </a:cubicBezTo>
                    <a:cubicBezTo>
                      <a:pt x="566" y="287"/>
                      <a:pt x="285" y="372"/>
                      <a:pt x="1" y="398"/>
                    </a:cubicBezTo>
                    <a:lnTo>
                      <a:pt x="7" y="489"/>
                    </a:lnTo>
                    <a:cubicBezTo>
                      <a:pt x="301" y="461"/>
                      <a:pt x="588" y="379"/>
                      <a:pt x="862" y="297"/>
                    </a:cubicBezTo>
                    <a:cubicBezTo>
                      <a:pt x="1190" y="199"/>
                      <a:pt x="1534" y="95"/>
                      <a:pt x="1881" y="95"/>
                    </a:cubicBezTo>
                    <a:lnTo>
                      <a:pt x="1884" y="95"/>
                    </a:lnTo>
                    <a:cubicBezTo>
                      <a:pt x="2361" y="95"/>
                      <a:pt x="2799" y="278"/>
                      <a:pt x="3260" y="467"/>
                    </a:cubicBezTo>
                    <a:cubicBezTo>
                      <a:pt x="3521" y="574"/>
                      <a:pt x="3790" y="685"/>
                      <a:pt x="4061" y="757"/>
                    </a:cubicBezTo>
                    <a:cubicBezTo>
                      <a:pt x="4462" y="865"/>
                      <a:pt x="4875" y="896"/>
                      <a:pt x="5276" y="896"/>
                    </a:cubicBezTo>
                    <a:cubicBezTo>
                      <a:pt x="5566" y="896"/>
                      <a:pt x="5843" y="880"/>
                      <a:pt x="6108" y="865"/>
                    </a:cubicBezTo>
                    <a:lnTo>
                      <a:pt x="6105" y="773"/>
                    </a:lnTo>
                    <a:cubicBezTo>
                      <a:pt x="5839" y="788"/>
                      <a:pt x="5558" y="803"/>
                      <a:pt x="5272" y="803"/>
                    </a:cubicBezTo>
                    <a:cubicBezTo>
                      <a:pt x="4877" y="803"/>
                      <a:pt x="4472" y="773"/>
                      <a:pt x="4086" y="669"/>
                    </a:cubicBezTo>
                    <a:cubicBezTo>
                      <a:pt x="3818" y="596"/>
                      <a:pt x="3553" y="486"/>
                      <a:pt x="3297" y="379"/>
                    </a:cubicBezTo>
                    <a:cubicBezTo>
                      <a:pt x="2846" y="196"/>
                      <a:pt x="2383" y="0"/>
                      <a:pt x="1890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Google Shape;1896;p47"/>
              <p:cNvSpPr/>
              <p:nvPr/>
            </p:nvSpPr>
            <p:spPr>
              <a:xfrm>
                <a:off x="5721075" y="3259075"/>
                <a:ext cx="170775" cy="201850"/>
              </a:xfrm>
              <a:custGeom>
                <a:avLst/>
                <a:gdLst/>
                <a:ahLst/>
                <a:cxnLst/>
                <a:rect l="l" t="t" r="r" b="b"/>
                <a:pathLst>
                  <a:path w="6831" h="8074" extrusionOk="0">
                    <a:moveTo>
                      <a:pt x="6739" y="1"/>
                    </a:moveTo>
                    <a:cubicBezTo>
                      <a:pt x="6666" y="950"/>
                      <a:pt x="6581" y="2026"/>
                      <a:pt x="6161" y="2957"/>
                    </a:cubicBezTo>
                    <a:cubicBezTo>
                      <a:pt x="5575" y="4260"/>
                      <a:pt x="4407" y="5175"/>
                      <a:pt x="3234" y="5970"/>
                    </a:cubicBezTo>
                    <a:cubicBezTo>
                      <a:pt x="2183" y="6686"/>
                      <a:pt x="1073" y="7351"/>
                      <a:pt x="0" y="7995"/>
                    </a:cubicBezTo>
                    <a:lnTo>
                      <a:pt x="47" y="8074"/>
                    </a:lnTo>
                    <a:cubicBezTo>
                      <a:pt x="1120" y="7427"/>
                      <a:pt x="2231" y="6758"/>
                      <a:pt x="3287" y="6042"/>
                    </a:cubicBezTo>
                    <a:cubicBezTo>
                      <a:pt x="4470" y="5238"/>
                      <a:pt x="5647" y="4313"/>
                      <a:pt x="6243" y="2992"/>
                    </a:cubicBezTo>
                    <a:cubicBezTo>
                      <a:pt x="6672" y="2045"/>
                      <a:pt x="6758" y="966"/>
                      <a:pt x="6830" y="7"/>
                    </a:cubicBezTo>
                    <a:lnTo>
                      <a:pt x="6739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Google Shape;1897;p47"/>
              <p:cNvSpPr/>
              <p:nvPr/>
            </p:nvSpPr>
            <p:spPr>
              <a:xfrm>
                <a:off x="5778250" y="3272575"/>
                <a:ext cx="88600" cy="77775"/>
              </a:xfrm>
              <a:custGeom>
                <a:avLst/>
                <a:gdLst/>
                <a:ahLst/>
                <a:cxnLst/>
                <a:rect l="l" t="t" r="r" b="b"/>
                <a:pathLst>
                  <a:path w="3544" h="3111" extrusionOk="0">
                    <a:moveTo>
                      <a:pt x="3464" y="0"/>
                    </a:moveTo>
                    <a:cubicBezTo>
                      <a:pt x="2672" y="1344"/>
                      <a:pt x="1442" y="2423"/>
                      <a:pt x="0" y="3029"/>
                    </a:cubicBezTo>
                    <a:lnTo>
                      <a:pt x="35" y="3111"/>
                    </a:lnTo>
                    <a:cubicBezTo>
                      <a:pt x="1492" y="2496"/>
                      <a:pt x="2739" y="1407"/>
                      <a:pt x="3543" y="48"/>
                    </a:cubicBezTo>
                    <a:lnTo>
                      <a:pt x="3464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Google Shape;1898;p47"/>
              <p:cNvSpPr/>
              <p:nvPr/>
            </p:nvSpPr>
            <p:spPr>
              <a:xfrm>
                <a:off x="6057750" y="3336150"/>
                <a:ext cx="18800" cy="87075"/>
              </a:xfrm>
              <a:custGeom>
                <a:avLst/>
                <a:gdLst/>
                <a:ahLst/>
                <a:cxnLst/>
                <a:rect l="l" t="t" r="r" b="b"/>
                <a:pathLst>
                  <a:path w="752" h="3483" extrusionOk="0">
                    <a:moveTo>
                      <a:pt x="76" y="0"/>
                    </a:moveTo>
                    <a:cubicBezTo>
                      <a:pt x="1" y="1142"/>
                      <a:pt x="13" y="2442"/>
                      <a:pt x="676" y="3483"/>
                    </a:cubicBezTo>
                    <a:lnTo>
                      <a:pt x="751" y="3436"/>
                    </a:lnTo>
                    <a:cubicBezTo>
                      <a:pt x="105" y="2413"/>
                      <a:pt x="92" y="1133"/>
                      <a:pt x="168" y="10"/>
                    </a:cubicBezTo>
                    <a:lnTo>
                      <a:pt x="76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Google Shape;1899;p47"/>
              <p:cNvSpPr/>
              <p:nvPr/>
            </p:nvSpPr>
            <p:spPr>
              <a:xfrm>
                <a:off x="5897425" y="3371950"/>
                <a:ext cx="34875" cy="68250"/>
              </a:xfrm>
              <a:custGeom>
                <a:avLst/>
                <a:gdLst/>
                <a:ahLst/>
                <a:cxnLst/>
                <a:rect l="l" t="t" r="r" b="b"/>
                <a:pathLst>
                  <a:path w="1395" h="2730" extrusionOk="0">
                    <a:moveTo>
                      <a:pt x="1306" y="0"/>
                    </a:moveTo>
                    <a:cubicBezTo>
                      <a:pt x="1183" y="486"/>
                      <a:pt x="1063" y="981"/>
                      <a:pt x="861" y="1448"/>
                    </a:cubicBezTo>
                    <a:cubicBezTo>
                      <a:pt x="640" y="1969"/>
                      <a:pt x="353" y="2376"/>
                      <a:pt x="0" y="2660"/>
                    </a:cubicBezTo>
                    <a:lnTo>
                      <a:pt x="60" y="2729"/>
                    </a:lnTo>
                    <a:cubicBezTo>
                      <a:pt x="420" y="2433"/>
                      <a:pt x="719" y="2016"/>
                      <a:pt x="943" y="1483"/>
                    </a:cubicBezTo>
                    <a:cubicBezTo>
                      <a:pt x="1145" y="1013"/>
                      <a:pt x="1271" y="508"/>
                      <a:pt x="1394" y="26"/>
                    </a:cubicBezTo>
                    <a:lnTo>
                      <a:pt x="1306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Google Shape;1900;p47"/>
              <p:cNvSpPr/>
              <p:nvPr/>
            </p:nvSpPr>
            <p:spPr>
              <a:xfrm>
                <a:off x="5819725" y="3151300"/>
                <a:ext cx="87900" cy="70750"/>
              </a:xfrm>
              <a:custGeom>
                <a:avLst/>
                <a:gdLst/>
                <a:ahLst/>
                <a:cxnLst/>
                <a:rect l="l" t="t" r="r" b="b"/>
                <a:pathLst>
                  <a:path w="3516" h="2830" extrusionOk="0">
                    <a:moveTo>
                      <a:pt x="1044" y="1"/>
                    </a:moveTo>
                    <a:cubicBezTo>
                      <a:pt x="982" y="1"/>
                      <a:pt x="920" y="7"/>
                      <a:pt x="859" y="21"/>
                    </a:cubicBezTo>
                    <a:cubicBezTo>
                      <a:pt x="682" y="59"/>
                      <a:pt x="524" y="163"/>
                      <a:pt x="341" y="182"/>
                    </a:cubicBezTo>
                    <a:cubicBezTo>
                      <a:pt x="291" y="186"/>
                      <a:pt x="237" y="182"/>
                      <a:pt x="187" y="195"/>
                    </a:cubicBezTo>
                    <a:cubicBezTo>
                      <a:pt x="136" y="208"/>
                      <a:pt x="86" y="233"/>
                      <a:pt x="67" y="280"/>
                    </a:cubicBezTo>
                    <a:cubicBezTo>
                      <a:pt x="42" y="327"/>
                      <a:pt x="61" y="397"/>
                      <a:pt x="111" y="406"/>
                    </a:cubicBezTo>
                    <a:cubicBezTo>
                      <a:pt x="42" y="410"/>
                      <a:pt x="1" y="498"/>
                      <a:pt x="23" y="567"/>
                    </a:cubicBezTo>
                    <a:cubicBezTo>
                      <a:pt x="42" y="637"/>
                      <a:pt x="95" y="687"/>
                      <a:pt x="152" y="734"/>
                    </a:cubicBezTo>
                    <a:cubicBezTo>
                      <a:pt x="80" y="738"/>
                      <a:pt x="42" y="788"/>
                      <a:pt x="70" y="851"/>
                    </a:cubicBezTo>
                    <a:cubicBezTo>
                      <a:pt x="102" y="914"/>
                      <a:pt x="174" y="993"/>
                      <a:pt x="234" y="1031"/>
                    </a:cubicBezTo>
                    <a:cubicBezTo>
                      <a:pt x="625" y="1261"/>
                      <a:pt x="928" y="1615"/>
                      <a:pt x="1209" y="1971"/>
                    </a:cubicBezTo>
                    <a:cubicBezTo>
                      <a:pt x="1294" y="2085"/>
                      <a:pt x="1382" y="2198"/>
                      <a:pt x="1493" y="2287"/>
                    </a:cubicBezTo>
                    <a:cubicBezTo>
                      <a:pt x="1632" y="2403"/>
                      <a:pt x="1799" y="2479"/>
                      <a:pt x="1969" y="2536"/>
                    </a:cubicBezTo>
                    <a:cubicBezTo>
                      <a:pt x="2269" y="2643"/>
                      <a:pt x="2581" y="2706"/>
                      <a:pt x="2900" y="2735"/>
                    </a:cubicBezTo>
                    <a:cubicBezTo>
                      <a:pt x="3099" y="2750"/>
                      <a:pt x="3304" y="2750"/>
                      <a:pt x="3487" y="2829"/>
                    </a:cubicBezTo>
                    <a:lnTo>
                      <a:pt x="3515" y="981"/>
                    </a:lnTo>
                    <a:cubicBezTo>
                      <a:pt x="3136" y="864"/>
                      <a:pt x="3301" y="952"/>
                      <a:pt x="2944" y="782"/>
                    </a:cubicBezTo>
                    <a:cubicBezTo>
                      <a:pt x="2616" y="624"/>
                      <a:pt x="1774" y="195"/>
                      <a:pt x="1430" y="72"/>
                    </a:cubicBezTo>
                    <a:cubicBezTo>
                      <a:pt x="1308" y="29"/>
                      <a:pt x="1176" y="1"/>
                      <a:pt x="1044" y="1"/>
                    </a:cubicBezTo>
                    <a:close/>
                  </a:path>
                </a:pathLst>
              </a:custGeom>
              <a:solidFill>
                <a:srgbClr val="8E34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Google Shape;1901;p47"/>
              <p:cNvSpPr/>
              <p:nvPr/>
            </p:nvSpPr>
            <p:spPr>
              <a:xfrm>
                <a:off x="5823350" y="3168375"/>
                <a:ext cx="23850" cy="12575"/>
              </a:xfrm>
              <a:custGeom>
                <a:avLst/>
                <a:gdLst/>
                <a:ahLst/>
                <a:cxnLst/>
                <a:rect l="l" t="t" r="r" b="b"/>
                <a:pathLst>
                  <a:path w="954" h="503" extrusionOk="0">
                    <a:moveTo>
                      <a:pt x="23" y="1"/>
                    </a:moveTo>
                    <a:lnTo>
                      <a:pt x="1" y="86"/>
                    </a:lnTo>
                    <a:cubicBezTo>
                      <a:pt x="168" y="133"/>
                      <a:pt x="335" y="193"/>
                      <a:pt x="493" y="266"/>
                    </a:cubicBezTo>
                    <a:cubicBezTo>
                      <a:pt x="616" y="320"/>
                      <a:pt x="767" y="395"/>
                      <a:pt x="900" y="503"/>
                    </a:cubicBezTo>
                    <a:lnTo>
                      <a:pt x="954" y="433"/>
                    </a:lnTo>
                    <a:cubicBezTo>
                      <a:pt x="815" y="320"/>
                      <a:pt x="654" y="241"/>
                      <a:pt x="528" y="187"/>
                    </a:cubicBezTo>
                    <a:cubicBezTo>
                      <a:pt x="364" y="111"/>
                      <a:pt x="193" y="51"/>
                      <a:pt x="23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Google Shape;1902;p47"/>
              <p:cNvSpPr/>
              <p:nvPr/>
            </p:nvSpPr>
            <p:spPr>
              <a:xfrm>
                <a:off x="5822325" y="3160575"/>
                <a:ext cx="27725" cy="9175"/>
              </a:xfrm>
              <a:custGeom>
                <a:avLst/>
                <a:gdLst/>
                <a:ahLst/>
                <a:cxnLst/>
                <a:rect l="l" t="t" r="r" b="b"/>
                <a:pathLst>
                  <a:path w="1109" h="367" extrusionOk="0">
                    <a:moveTo>
                      <a:pt x="13" y="1"/>
                    </a:moveTo>
                    <a:lnTo>
                      <a:pt x="1" y="92"/>
                    </a:lnTo>
                    <a:cubicBezTo>
                      <a:pt x="367" y="143"/>
                      <a:pt x="730" y="234"/>
                      <a:pt x="1077" y="367"/>
                    </a:cubicBezTo>
                    <a:lnTo>
                      <a:pt x="1108" y="281"/>
                    </a:lnTo>
                    <a:cubicBezTo>
                      <a:pt x="758" y="146"/>
                      <a:pt x="389" y="51"/>
                      <a:pt x="13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Google Shape;1903;p47"/>
              <p:cNvSpPr/>
              <p:nvPr/>
            </p:nvSpPr>
            <p:spPr>
              <a:xfrm>
                <a:off x="5829125" y="3154200"/>
                <a:ext cx="23825" cy="6875"/>
              </a:xfrm>
              <a:custGeom>
                <a:avLst/>
                <a:gdLst/>
                <a:ahLst/>
                <a:cxnLst/>
                <a:rect l="l" t="t" r="r" b="b"/>
                <a:pathLst>
                  <a:path w="953" h="275" extrusionOk="0">
                    <a:moveTo>
                      <a:pt x="6" y="0"/>
                    </a:moveTo>
                    <a:lnTo>
                      <a:pt x="0" y="92"/>
                    </a:lnTo>
                    <a:cubicBezTo>
                      <a:pt x="155" y="95"/>
                      <a:pt x="316" y="101"/>
                      <a:pt x="470" y="126"/>
                    </a:cubicBezTo>
                    <a:cubicBezTo>
                      <a:pt x="644" y="155"/>
                      <a:pt x="786" y="205"/>
                      <a:pt x="905" y="275"/>
                    </a:cubicBezTo>
                    <a:lnTo>
                      <a:pt x="953" y="196"/>
                    </a:lnTo>
                    <a:cubicBezTo>
                      <a:pt x="820" y="117"/>
                      <a:pt x="672" y="66"/>
                      <a:pt x="486" y="35"/>
                    </a:cubicBezTo>
                    <a:cubicBezTo>
                      <a:pt x="328" y="13"/>
                      <a:pt x="164" y="3"/>
                      <a:pt x="6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Google Shape;1904;p47"/>
              <p:cNvSpPr/>
              <p:nvPr/>
            </p:nvSpPr>
            <p:spPr>
              <a:xfrm>
                <a:off x="5882350" y="3172400"/>
                <a:ext cx="178650" cy="101975"/>
              </a:xfrm>
              <a:custGeom>
                <a:avLst/>
                <a:gdLst/>
                <a:ahLst/>
                <a:cxnLst/>
                <a:rect l="l" t="t" r="r" b="b"/>
                <a:pathLst>
                  <a:path w="7146" h="4079" extrusionOk="0">
                    <a:moveTo>
                      <a:pt x="562" y="1"/>
                    </a:moveTo>
                    <a:lnTo>
                      <a:pt x="1" y="2219"/>
                    </a:lnTo>
                    <a:cubicBezTo>
                      <a:pt x="1" y="2219"/>
                      <a:pt x="1540" y="2840"/>
                      <a:pt x="2218" y="3149"/>
                    </a:cubicBezTo>
                    <a:cubicBezTo>
                      <a:pt x="2787" y="3406"/>
                      <a:pt x="4201" y="4078"/>
                      <a:pt x="5303" y="4078"/>
                    </a:cubicBezTo>
                    <a:cubicBezTo>
                      <a:pt x="5516" y="4078"/>
                      <a:pt x="5718" y="4053"/>
                      <a:pt x="5900" y="3995"/>
                    </a:cubicBezTo>
                    <a:cubicBezTo>
                      <a:pt x="6925" y="3667"/>
                      <a:pt x="7146" y="2607"/>
                      <a:pt x="7073" y="1638"/>
                    </a:cubicBezTo>
                    <a:lnTo>
                      <a:pt x="4755" y="1146"/>
                    </a:lnTo>
                    <a:cubicBezTo>
                      <a:pt x="4755" y="1146"/>
                      <a:pt x="2950" y="269"/>
                      <a:pt x="562" y="1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Google Shape;1905;p47"/>
              <p:cNvSpPr/>
              <p:nvPr/>
            </p:nvSpPr>
            <p:spPr>
              <a:xfrm>
                <a:off x="5845275" y="3064050"/>
                <a:ext cx="251150" cy="237175"/>
              </a:xfrm>
              <a:custGeom>
                <a:avLst/>
                <a:gdLst/>
                <a:ahLst/>
                <a:cxnLst/>
                <a:rect l="l" t="t" r="r" b="b"/>
                <a:pathLst>
                  <a:path w="10046" h="9487" extrusionOk="0">
                    <a:moveTo>
                      <a:pt x="5042" y="0"/>
                    </a:moveTo>
                    <a:cubicBezTo>
                      <a:pt x="3872" y="0"/>
                      <a:pt x="2708" y="341"/>
                      <a:pt x="1717" y="962"/>
                    </a:cubicBezTo>
                    <a:cubicBezTo>
                      <a:pt x="1332" y="1205"/>
                      <a:pt x="1114" y="1451"/>
                      <a:pt x="916" y="1858"/>
                    </a:cubicBezTo>
                    <a:cubicBezTo>
                      <a:pt x="707" y="2284"/>
                      <a:pt x="537" y="2726"/>
                      <a:pt x="342" y="3161"/>
                    </a:cubicBezTo>
                    <a:cubicBezTo>
                      <a:pt x="307" y="3234"/>
                      <a:pt x="29" y="3991"/>
                      <a:pt x="1" y="3991"/>
                    </a:cubicBezTo>
                    <a:cubicBezTo>
                      <a:pt x="550" y="3997"/>
                      <a:pt x="1102" y="4086"/>
                      <a:pt x="1635" y="4221"/>
                    </a:cubicBezTo>
                    <a:cubicBezTo>
                      <a:pt x="2089" y="4338"/>
                      <a:pt x="2657" y="4461"/>
                      <a:pt x="3067" y="4694"/>
                    </a:cubicBezTo>
                    <a:cubicBezTo>
                      <a:pt x="3294" y="4824"/>
                      <a:pt x="3499" y="5045"/>
                      <a:pt x="3714" y="5202"/>
                    </a:cubicBezTo>
                    <a:cubicBezTo>
                      <a:pt x="3935" y="5370"/>
                      <a:pt x="4159" y="5527"/>
                      <a:pt x="4392" y="5676"/>
                    </a:cubicBezTo>
                    <a:cubicBezTo>
                      <a:pt x="4853" y="5975"/>
                      <a:pt x="5332" y="6253"/>
                      <a:pt x="5831" y="6493"/>
                    </a:cubicBezTo>
                    <a:cubicBezTo>
                      <a:pt x="5988" y="6572"/>
                      <a:pt x="6149" y="6644"/>
                      <a:pt x="6310" y="6717"/>
                    </a:cubicBezTo>
                    <a:cubicBezTo>
                      <a:pt x="7080" y="7057"/>
                      <a:pt x="7919" y="7348"/>
                      <a:pt x="8462" y="7991"/>
                    </a:cubicBezTo>
                    <a:cubicBezTo>
                      <a:pt x="8676" y="8244"/>
                      <a:pt x="8834" y="8543"/>
                      <a:pt x="9049" y="8799"/>
                    </a:cubicBezTo>
                    <a:cubicBezTo>
                      <a:pt x="9304" y="9108"/>
                      <a:pt x="9642" y="9348"/>
                      <a:pt x="10023" y="9487"/>
                    </a:cubicBezTo>
                    <a:cubicBezTo>
                      <a:pt x="10017" y="8919"/>
                      <a:pt x="10045" y="8382"/>
                      <a:pt x="9765" y="7865"/>
                    </a:cubicBezTo>
                    <a:cubicBezTo>
                      <a:pt x="9623" y="7600"/>
                      <a:pt x="9490" y="7335"/>
                      <a:pt x="9355" y="7073"/>
                    </a:cubicBezTo>
                    <a:cubicBezTo>
                      <a:pt x="9250" y="6859"/>
                      <a:pt x="9209" y="6600"/>
                      <a:pt x="9162" y="6370"/>
                    </a:cubicBezTo>
                    <a:cubicBezTo>
                      <a:pt x="9039" y="5878"/>
                      <a:pt x="8938" y="5379"/>
                      <a:pt x="8843" y="4884"/>
                    </a:cubicBezTo>
                    <a:cubicBezTo>
                      <a:pt x="8683" y="4013"/>
                      <a:pt x="8519" y="3038"/>
                      <a:pt x="7837" y="2401"/>
                    </a:cubicBezTo>
                    <a:cubicBezTo>
                      <a:pt x="7667" y="2250"/>
                      <a:pt x="7471" y="2120"/>
                      <a:pt x="7358" y="1921"/>
                    </a:cubicBezTo>
                    <a:cubicBezTo>
                      <a:pt x="7282" y="1792"/>
                      <a:pt x="7247" y="1641"/>
                      <a:pt x="7184" y="1505"/>
                    </a:cubicBezTo>
                    <a:cubicBezTo>
                      <a:pt x="6957" y="1016"/>
                      <a:pt x="6411" y="742"/>
                      <a:pt x="5941" y="546"/>
                    </a:cubicBezTo>
                    <a:cubicBezTo>
                      <a:pt x="5862" y="514"/>
                      <a:pt x="5774" y="473"/>
                      <a:pt x="5723" y="404"/>
                    </a:cubicBezTo>
                    <a:cubicBezTo>
                      <a:pt x="5689" y="354"/>
                      <a:pt x="5673" y="294"/>
                      <a:pt x="5645" y="237"/>
                    </a:cubicBezTo>
                    <a:cubicBezTo>
                      <a:pt x="5534" y="38"/>
                      <a:pt x="5269" y="0"/>
                      <a:pt x="5042" y="0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Google Shape;1906;p47"/>
              <p:cNvSpPr/>
              <p:nvPr/>
            </p:nvSpPr>
            <p:spPr>
              <a:xfrm>
                <a:off x="5802225" y="3150425"/>
                <a:ext cx="91975" cy="64825"/>
              </a:xfrm>
              <a:custGeom>
                <a:avLst/>
                <a:gdLst/>
                <a:ahLst/>
                <a:cxnLst/>
                <a:rect l="l" t="t" r="r" b="b"/>
                <a:pathLst>
                  <a:path w="3679" h="2593" extrusionOk="0">
                    <a:moveTo>
                      <a:pt x="2597" y="1"/>
                    </a:moveTo>
                    <a:cubicBezTo>
                      <a:pt x="2497" y="1"/>
                      <a:pt x="2396" y="16"/>
                      <a:pt x="2297" y="41"/>
                    </a:cubicBezTo>
                    <a:cubicBezTo>
                      <a:pt x="2108" y="88"/>
                      <a:pt x="1928" y="170"/>
                      <a:pt x="1754" y="252"/>
                    </a:cubicBezTo>
                    <a:lnTo>
                      <a:pt x="0" y="2593"/>
                    </a:lnTo>
                    <a:cubicBezTo>
                      <a:pt x="118" y="2556"/>
                      <a:pt x="240" y="2548"/>
                      <a:pt x="363" y="2548"/>
                    </a:cubicBezTo>
                    <a:cubicBezTo>
                      <a:pt x="439" y="2548"/>
                      <a:pt x="515" y="2551"/>
                      <a:pt x="590" y="2552"/>
                    </a:cubicBezTo>
                    <a:cubicBezTo>
                      <a:pt x="603" y="2552"/>
                      <a:pt x="616" y="2552"/>
                      <a:pt x="630" y="2552"/>
                    </a:cubicBezTo>
                    <a:cubicBezTo>
                      <a:pt x="932" y="2552"/>
                      <a:pt x="1240" y="2517"/>
                      <a:pt x="1534" y="2441"/>
                    </a:cubicBezTo>
                    <a:cubicBezTo>
                      <a:pt x="1707" y="2397"/>
                      <a:pt x="1881" y="2337"/>
                      <a:pt x="2032" y="2236"/>
                    </a:cubicBezTo>
                    <a:cubicBezTo>
                      <a:pt x="2146" y="2158"/>
                      <a:pt x="2243" y="2050"/>
                      <a:pt x="2341" y="1949"/>
                    </a:cubicBezTo>
                    <a:cubicBezTo>
                      <a:pt x="2653" y="1621"/>
                      <a:pt x="2988" y="1296"/>
                      <a:pt x="3398" y="1101"/>
                    </a:cubicBezTo>
                    <a:cubicBezTo>
                      <a:pt x="3461" y="1069"/>
                      <a:pt x="3546" y="997"/>
                      <a:pt x="3581" y="940"/>
                    </a:cubicBezTo>
                    <a:cubicBezTo>
                      <a:pt x="3616" y="880"/>
                      <a:pt x="3578" y="826"/>
                      <a:pt x="3508" y="814"/>
                    </a:cubicBezTo>
                    <a:cubicBezTo>
                      <a:pt x="3565" y="773"/>
                      <a:pt x="3628" y="728"/>
                      <a:pt x="3650" y="662"/>
                    </a:cubicBezTo>
                    <a:cubicBezTo>
                      <a:pt x="3679" y="596"/>
                      <a:pt x="3647" y="504"/>
                      <a:pt x="3578" y="492"/>
                    </a:cubicBezTo>
                    <a:cubicBezTo>
                      <a:pt x="3628" y="486"/>
                      <a:pt x="3650" y="419"/>
                      <a:pt x="3635" y="372"/>
                    </a:cubicBezTo>
                    <a:cubicBezTo>
                      <a:pt x="3619" y="325"/>
                      <a:pt x="3571" y="293"/>
                      <a:pt x="3521" y="277"/>
                    </a:cubicBezTo>
                    <a:cubicBezTo>
                      <a:pt x="3471" y="262"/>
                      <a:pt x="3420" y="255"/>
                      <a:pt x="3370" y="249"/>
                    </a:cubicBezTo>
                    <a:cubicBezTo>
                      <a:pt x="3190" y="217"/>
                      <a:pt x="3041" y="101"/>
                      <a:pt x="2868" y="44"/>
                    </a:cubicBezTo>
                    <a:cubicBezTo>
                      <a:pt x="2780" y="14"/>
                      <a:pt x="2689" y="1"/>
                      <a:pt x="2597" y="1"/>
                    </a:cubicBezTo>
                    <a:close/>
                  </a:path>
                </a:pathLst>
              </a:custGeom>
              <a:solidFill>
                <a:srgbClr val="AB44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Google Shape;1907;p47"/>
              <p:cNvSpPr/>
              <p:nvPr/>
            </p:nvSpPr>
            <p:spPr>
              <a:xfrm>
                <a:off x="5865325" y="3169400"/>
                <a:ext cx="24475" cy="10600"/>
              </a:xfrm>
              <a:custGeom>
                <a:avLst/>
                <a:gdLst/>
                <a:ahLst/>
                <a:cxnLst/>
                <a:rect l="l" t="t" r="r" b="b"/>
                <a:pathLst>
                  <a:path w="979" h="424" extrusionOk="0">
                    <a:moveTo>
                      <a:pt x="962" y="1"/>
                    </a:moveTo>
                    <a:cubicBezTo>
                      <a:pt x="789" y="39"/>
                      <a:pt x="615" y="86"/>
                      <a:pt x="445" y="140"/>
                    </a:cubicBezTo>
                    <a:cubicBezTo>
                      <a:pt x="319" y="184"/>
                      <a:pt x="152" y="247"/>
                      <a:pt x="0" y="351"/>
                    </a:cubicBezTo>
                    <a:lnTo>
                      <a:pt x="51" y="424"/>
                    </a:lnTo>
                    <a:cubicBezTo>
                      <a:pt x="193" y="329"/>
                      <a:pt x="350" y="272"/>
                      <a:pt x="473" y="228"/>
                    </a:cubicBezTo>
                    <a:cubicBezTo>
                      <a:pt x="641" y="171"/>
                      <a:pt x="808" y="124"/>
                      <a:pt x="978" y="92"/>
                    </a:cubicBezTo>
                    <a:lnTo>
                      <a:pt x="962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Google Shape;1908;p47"/>
              <p:cNvSpPr/>
              <p:nvPr/>
            </p:nvSpPr>
            <p:spPr>
              <a:xfrm>
                <a:off x="5863575" y="3161850"/>
                <a:ext cx="28100" cy="6725"/>
              </a:xfrm>
              <a:custGeom>
                <a:avLst/>
                <a:gdLst/>
                <a:ahLst/>
                <a:cxnLst/>
                <a:rect l="l" t="t" r="r" b="b"/>
                <a:pathLst>
                  <a:path w="1124" h="269" extrusionOk="0">
                    <a:moveTo>
                      <a:pt x="1117" y="0"/>
                    </a:moveTo>
                    <a:cubicBezTo>
                      <a:pt x="742" y="22"/>
                      <a:pt x="363" y="79"/>
                      <a:pt x="1" y="183"/>
                    </a:cubicBezTo>
                    <a:lnTo>
                      <a:pt x="23" y="268"/>
                    </a:lnTo>
                    <a:cubicBezTo>
                      <a:pt x="382" y="170"/>
                      <a:pt x="752" y="111"/>
                      <a:pt x="1124" y="92"/>
                    </a:cubicBezTo>
                    <a:lnTo>
                      <a:pt x="1117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Google Shape;1909;p47"/>
              <p:cNvSpPr/>
              <p:nvPr/>
            </p:nvSpPr>
            <p:spPr>
              <a:xfrm>
                <a:off x="5861450" y="3154650"/>
                <a:ext cx="24075" cy="5175"/>
              </a:xfrm>
              <a:custGeom>
                <a:avLst/>
                <a:gdLst/>
                <a:ahLst/>
                <a:cxnLst/>
                <a:rect l="l" t="t" r="r" b="b"/>
                <a:pathLst>
                  <a:path w="963" h="207" extrusionOk="0">
                    <a:moveTo>
                      <a:pt x="622" y="0"/>
                    </a:moveTo>
                    <a:cubicBezTo>
                      <a:pt x="575" y="0"/>
                      <a:pt x="527" y="1"/>
                      <a:pt x="480" y="4"/>
                    </a:cubicBezTo>
                    <a:cubicBezTo>
                      <a:pt x="294" y="20"/>
                      <a:pt x="136" y="58"/>
                      <a:pt x="1" y="124"/>
                    </a:cubicBezTo>
                    <a:lnTo>
                      <a:pt x="42" y="206"/>
                    </a:lnTo>
                    <a:cubicBezTo>
                      <a:pt x="168" y="143"/>
                      <a:pt x="313" y="108"/>
                      <a:pt x="486" y="96"/>
                    </a:cubicBezTo>
                    <a:cubicBezTo>
                      <a:pt x="534" y="92"/>
                      <a:pt x="582" y="90"/>
                      <a:pt x="629" y="90"/>
                    </a:cubicBezTo>
                    <a:cubicBezTo>
                      <a:pt x="740" y="90"/>
                      <a:pt x="851" y="99"/>
                      <a:pt x="960" y="105"/>
                    </a:cubicBezTo>
                    <a:lnTo>
                      <a:pt x="963" y="14"/>
                    </a:lnTo>
                    <a:cubicBezTo>
                      <a:pt x="851" y="7"/>
                      <a:pt x="736" y="0"/>
                      <a:pt x="622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Google Shape;1910;p47"/>
              <p:cNvSpPr/>
              <p:nvPr/>
            </p:nvSpPr>
            <p:spPr>
              <a:xfrm>
                <a:off x="5748175" y="3161750"/>
                <a:ext cx="92325" cy="94750"/>
              </a:xfrm>
              <a:custGeom>
                <a:avLst/>
                <a:gdLst/>
                <a:ahLst/>
                <a:cxnLst/>
                <a:rect l="l" t="t" r="r" b="b"/>
                <a:pathLst>
                  <a:path w="3693" h="3790" extrusionOk="0">
                    <a:moveTo>
                      <a:pt x="3210" y="1"/>
                    </a:moveTo>
                    <a:lnTo>
                      <a:pt x="831" y="966"/>
                    </a:lnTo>
                    <a:cubicBezTo>
                      <a:pt x="831" y="966"/>
                      <a:pt x="210" y="1850"/>
                      <a:pt x="96" y="2585"/>
                    </a:cubicBezTo>
                    <a:cubicBezTo>
                      <a:pt x="0" y="3203"/>
                      <a:pt x="710" y="3790"/>
                      <a:pt x="1328" y="3790"/>
                    </a:cubicBezTo>
                    <a:cubicBezTo>
                      <a:pt x="1442" y="3790"/>
                      <a:pt x="1553" y="3770"/>
                      <a:pt x="1654" y="3727"/>
                    </a:cubicBezTo>
                    <a:cubicBezTo>
                      <a:pt x="2569" y="3345"/>
                      <a:pt x="3692" y="1992"/>
                      <a:pt x="3692" y="1992"/>
                    </a:cubicBezTo>
                    <a:lnTo>
                      <a:pt x="3210" y="1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Google Shape;1911;p47"/>
              <p:cNvSpPr/>
              <p:nvPr/>
            </p:nvSpPr>
            <p:spPr>
              <a:xfrm>
                <a:off x="5746450" y="3076800"/>
                <a:ext cx="152025" cy="178075"/>
              </a:xfrm>
              <a:custGeom>
                <a:avLst/>
                <a:gdLst/>
                <a:ahLst/>
                <a:cxnLst/>
                <a:rect l="l" t="t" r="r" b="b"/>
                <a:pathLst>
                  <a:path w="6081" h="7123" extrusionOk="0">
                    <a:moveTo>
                      <a:pt x="4734" y="0"/>
                    </a:moveTo>
                    <a:cubicBezTo>
                      <a:pt x="4088" y="0"/>
                      <a:pt x="3448" y="174"/>
                      <a:pt x="2922" y="547"/>
                    </a:cubicBezTo>
                    <a:cubicBezTo>
                      <a:pt x="2569" y="796"/>
                      <a:pt x="2282" y="1121"/>
                      <a:pt x="2010" y="1452"/>
                    </a:cubicBezTo>
                    <a:cubicBezTo>
                      <a:pt x="1645" y="1897"/>
                      <a:pt x="1301" y="2364"/>
                      <a:pt x="1036" y="2878"/>
                    </a:cubicBezTo>
                    <a:cubicBezTo>
                      <a:pt x="935" y="3074"/>
                      <a:pt x="843" y="3282"/>
                      <a:pt x="799" y="3503"/>
                    </a:cubicBezTo>
                    <a:cubicBezTo>
                      <a:pt x="777" y="3623"/>
                      <a:pt x="768" y="3746"/>
                      <a:pt x="745" y="3869"/>
                    </a:cubicBezTo>
                    <a:cubicBezTo>
                      <a:pt x="622" y="4491"/>
                      <a:pt x="149" y="5011"/>
                      <a:pt x="67" y="5642"/>
                    </a:cubicBezTo>
                    <a:cubicBezTo>
                      <a:pt x="1" y="6159"/>
                      <a:pt x="225" y="6699"/>
                      <a:pt x="638" y="7014"/>
                    </a:cubicBezTo>
                    <a:cubicBezTo>
                      <a:pt x="704" y="7068"/>
                      <a:pt x="783" y="7115"/>
                      <a:pt x="868" y="7122"/>
                    </a:cubicBezTo>
                    <a:cubicBezTo>
                      <a:pt x="878" y="7123"/>
                      <a:pt x="886" y="7123"/>
                      <a:pt x="895" y="7123"/>
                    </a:cubicBezTo>
                    <a:cubicBezTo>
                      <a:pt x="1002" y="7123"/>
                      <a:pt x="1103" y="7056"/>
                      <a:pt x="1193" y="6995"/>
                    </a:cubicBezTo>
                    <a:cubicBezTo>
                      <a:pt x="1695" y="6651"/>
                      <a:pt x="2193" y="6301"/>
                      <a:pt x="2629" y="5875"/>
                    </a:cubicBezTo>
                    <a:cubicBezTo>
                      <a:pt x="3067" y="5450"/>
                      <a:pt x="3443" y="4954"/>
                      <a:pt x="3651" y="4380"/>
                    </a:cubicBezTo>
                    <a:cubicBezTo>
                      <a:pt x="3831" y="3888"/>
                      <a:pt x="3906" y="3323"/>
                      <a:pt x="4291" y="2967"/>
                    </a:cubicBezTo>
                    <a:lnTo>
                      <a:pt x="4291" y="2967"/>
                    </a:lnTo>
                    <a:lnTo>
                      <a:pt x="4118" y="3178"/>
                    </a:lnTo>
                    <a:cubicBezTo>
                      <a:pt x="5033" y="2434"/>
                      <a:pt x="5295" y="1137"/>
                      <a:pt x="6080" y="254"/>
                    </a:cubicBezTo>
                    <a:cubicBezTo>
                      <a:pt x="5653" y="88"/>
                      <a:pt x="5192" y="0"/>
                      <a:pt x="4734" y="0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Google Shape;1912;p47"/>
              <p:cNvSpPr/>
              <p:nvPr/>
            </p:nvSpPr>
            <p:spPr>
              <a:xfrm>
                <a:off x="5910975" y="3175650"/>
                <a:ext cx="125575" cy="27625"/>
              </a:xfrm>
              <a:custGeom>
                <a:avLst/>
                <a:gdLst/>
                <a:ahLst/>
                <a:cxnLst/>
                <a:rect l="l" t="t" r="r" b="b"/>
                <a:pathLst>
                  <a:path w="5023" h="1105" extrusionOk="0">
                    <a:moveTo>
                      <a:pt x="23" y="0"/>
                    </a:moveTo>
                    <a:lnTo>
                      <a:pt x="1" y="89"/>
                    </a:lnTo>
                    <a:cubicBezTo>
                      <a:pt x="793" y="284"/>
                      <a:pt x="1597" y="379"/>
                      <a:pt x="2559" y="458"/>
                    </a:cubicBezTo>
                    <a:lnTo>
                      <a:pt x="2635" y="467"/>
                    </a:lnTo>
                    <a:cubicBezTo>
                      <a:pt x="3007" y="499"/>
                      <a:pt x="3395" y="530"/>
                      <a:pt x="3761" y="615"/>
                    </a:cubicBezTo>
                    <a:cubicBezTo>
                      <a:pt x="4468" y="783"/>
                      <a:pt x="4973" y="1101"/>
                      <a:pt x="4976" y="1104"/>
                    </a:cubicBezTo>
                    <a:lnTo>
                      <a:pt x="5023" y="1032"/>
                    </a:lnTo>
                    <a:cubicBezTo>
                      <a:pt x="5020" y="1025"/>
                      <a:pt x="4502" y="701"/>
                      <a:pt x="3783" y="530"/>
                    </a:cubicBezTo>
                    <a:cubicBezTo>
                      <a:pt x="3408" y="442"/>
                      <a:pt x="3017" y="410"/>
                      <a:pt x="2641" y="379"/>
                    </a:cubicBezTo>
                    <a:lnTo>
                      <a:pt x="2569" y="372"/>
                    </a:lnTo>
                    <a:cubicBezTo>
                      <a:pt x="1610" y="294"/>
                      <a:pt x="808" y="199"/>
                      <a:pt x="23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Google Shape;1913;p47"/>
              <p:cNvSpPr/>
              <p:nvPr/>
            </p:nvSpPr>
            <p:spPr>
              <a:xfrm>
                <a:off x="5781325" y="3152225"/>
                <a:ext cx="66200" cy="26750"/>
              </a:xfrm>
              <a:custGeom>
                <a:avLst/>
                <a:gdLst/>
                <a:ahLst/>
                <a:cxnLst/>
                <a:rect l="l" t="t" r="r" b="b"/>
                <a:pathLst>
                  <a:path w="2648" h="1070" extrusionOk="0">
                    <a:moveTo>
                      <a:pt x="2631" y="0"/>
                    </a:moveTo>
                    <a:cubicBezTo>
                      <a:pt x="2385" y="44"/>
                      <a:pt x="2171" y="164"/>
                      <a:pt x="1959" y="284"/>
                    </a:cubicBezTo>
                    <a:cubicBezTo>
                      <a:pt x="1291" y="664"/>
                      <a:pt x="678" y="978"/>
                      <a:pt x="10" y="978"/>
                    </a:cubicBezTo>
                    <a:cubicBezTo>
                      <a:pt x="7" y="978"/>
                      <a:pt x="4" y="978"/>
                      <a:pt x="0" y="978"/>
                    </a:cubicBezTo>
                    <a:lnTo>
                      <a:pt x="0" y="1070"/>
                    </a:lnTo>
                    <a:lnTo>
                      <a:pt x="16" y="1070"/>
                    </a:lnTo>
                    <a:cubicBezTo>
                      <a:pt x="707" y="1070"/>
                      <a:pt x="1325" y="748"/>
                      <a:pt x="2004" y="366"/>
                    </a:cubicBezTo>
                    <a:cubicBezTo>
                      <a:pt x="2209" y="249"/>
                      <a:pt x="2417" y="130"/>
                      <a:pt x="2647" y="92"/>
                    </a:cubicBezTo>
                    <a:lnTo>
                      <a:pt x="2631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Google Shape;1914;p47"/>
              <p:cNvSpPr/>
              <p:nvPr/>
            </p:nvSpPr>
            <p:spPr>
              <a:xfrm>
                <a:off x="5781075" y="3148675"/>
                <a:ext cx="53575" cy="6875"/>
              </a:xfrm>
              <a:custGeom>
                <a:avLst/>
                <a:gdLst/>
                <a:ahLst/>
                <a:cxnLst/>
                <a:rect l="l" t="t" r="r" b="b"/>
                <a:pathLst>
                  <a:path w="2143" h="275" extrusionOk="0">
                    <a:moveTo>
                      <a:pt x="26" y="0"/>
                    </a:moveTo>
                    <a:lnTo>
                      <a:pt x="1" y="85"/>
                    </a:lnTo>
                    <a:cubicBezTo>
                      <a:pt x="487" y="212"/>
                      <a:pt x="976" y="275"/>
                      <a:pt x="1474" y="275"/>
                    </a:cubicBezTo>
                    <a:cubicBezTo>
                      <a:pt x="1695" y="275"/>
                      <a:pt x="1919" y="265"/>
                      <a:pt x="2143" y="240"/>
                    </a:cubicBezTo>
                    <a:lnTo>
                      <a:pt x="2130" y="149"/>
                    </a:lnTo>
                    <a:cubicBezTo>
                      <a:pt x="1911" y="175"/>
                      <a:pt x="1692" y="188"/>
                      <a:pt x="1472" y="188"/>
                    </a:cubicBezTo>
                    <a:cubicBezTo>
                      <a:pt x="987" y="188"/>
                      <a:pt x="502" y="124"/>
                      <a:pt x="26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Google Shape;1915;p47"/>
              <p:cNvSpPr/>
              <p:nvPr/>
            </p:nvSpPr>
            <p:spPr>
              <a:xfrm>
                <a:off x="5979350" y="3180150"/>
                <a:ext cx="62725" cy="6875"/>
              </a:xfrm>
              <a:custGeom>
                <a:avLst/>
                <a:gdLst/>
                <a:ahLst/>
                <a:cxnLst/>
                <a:rect l="l" t="t" r="r" b="b"/>
                <a:pathLst>
                  <a:path w="2509" h="275" extrusionOk="0">
                    <a:moveTo>
                      <a:pt x="1546" y="1"/>
                    </a:moveTo>
                    <a:cubicBezTo>
                      <a:pt x="1017" y="1"/>
                      <a:pt x="488" y="95"/>
                      <a:pt x="1" y="183"/>
                    </a:cubicBezTo>
                    <a:lnTo>
                      <a:pt x="17" y="274"/>
                    </a:lnTo>
                    <a:cubicBezTo>
                      <a:pt x="505" y="187"/>
                      <a:pt x="1032" y="93"/>
                      <a:pt x="1558" y="93"/>
                    </a:cubicBezTo>
                    <a:cubicBezTo>
                      <a:pt x="1870" y="93"/>
                      <a:pt x="2181" y="126"/>
                      <a:pt x="2484" y="215"/>
                    </a:cubicBezTo>
                    <a:lnTo>
                      <a:pt x="2509" y="129"/>
                    </a:lnTo>
                    <a:cubicBezTo>
                      <a:pt x="2194" y="36"/>
                      <a:pt x="1870" y="1"/>
                      <a:pt x="1546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Google Shape;1916;p47"/>
              <p:cNvSpPr/>
              <p:nvPr/>
            </p:nvSpPr>
            <p:spPr>
              <a:xfrm>
                <a:off x="5902625" y="3121075"/>
                <a:ext cx="115000" cy="53025"/>
              </a:xfrm>
              <a:custGeom>
                <a:avLst/>
                <a:gdLst/>
                <a:ahLst/>
                <a:cxnLst/>
                <a:rect l="l" t="t" r="r" b="b"/>
                <a:pathLst>
                  <a:path w="4600" h="2121" extrusionOk="0">
                    <a:moveTo>
                      <a:pt x="4571" y="0"/>
                    </a:moveTo>
                    <a:cubicBezTo>
                      <a:pt x="4335" y="76"/>
                      <a:pt x="4114" y="208"/>
                      <a:pt x="3903" y="338"/>
                    </a:cubicBezTo>
                    <a:cubicBezTo>
                      <a:pt x="3814" y="394"/>
                      <a:pt x="3729" y="445"/>
                      <a:pt x="3638" y="495"/>
                    </a:cubicBezTo>
                    <a:cubicBezTo>
                      <a:pt x="3155" y="764"/>
                      <a:pt x="2622" y="921"/>
                      <a:pt x="2104" y="1076"/>
                    </a:cubicBezTo>
                    <a:cubicBezTo>
                      <a:pt x="2004" y="1107"/>
                      <a:pt x="1896" y="1139"/>
                      <a:pt x="1792" y="1171"/>
                    </a:cubicBezTo>
                    <a:cubicBezTo>
                      <a:pt x="1171" y="1363"/>
                      <a:pt x="524" y="1600"/>
                      <a:pt x="0" y="2051"/>
                    </a:cubicBezTo>
                    <a:lnTo>
                      <a:pt x="57" y="2120"/>
                    </a:lnTo>
                    <a:cubicBezTo>
                      <a:pt x="571" y="1685"/>
                      <a:pt x="1205" y="1448"/>
                      <a:pt x="1821" y="1259"/>
                    </a:cubicBezTo>
                    <a:cubicBezTo>
                      <a:pt x="1928" y="1224"/>
                      <a:pt x="2029" y="1196"/>
                      <a:pt x="2133" y="1164"/>
                    </a:cubicBezTo>
                    <a:cubicBezTo>
                      <a:pt x="2653" y="1010"/>
                      <a:pt x="3190" y="849"/>
                      <a:pt x="3682" y="574"/>
                    </a:cubicBezTo>
                    <a:cubicBezTo>
                      <a:pt x="3773" y="527"/>
                      <a:pt x="3862" y="473"/>
                      <a:pt x="3950" y="417"/>
                    </a:cubicBezTo>
                    <a:cubicBezTo>
                      <a:pt x="4155" y="290"/>
                      <a:pt x="4373" y="161"/>
                      <a:pt x="4600" y="85"/>
                    </a:cubicBezTo>
                    <a:lnTo>
                      <a:pt x="4571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Google Shape;1917;p47"/>
              <p:cNvSpPr/>
              <p:nvPr/>
            </p:nvSpPr>
            <p:spPr>
              <a:xfrm>
                <a:off x="5874000" y="3024125"/>
                <a:ext cx="61850" cy="73225"/>
              </a:xfrm>
              <a:custGeom>
                <a:avLst/>
                <a:gdLst/>
                <a:ahLst/>
                <a:cxnLst/>
                <a:rect l="l" t="t" r="r" b="b"/>
                <a:pathLst>
                  <a:path w="2474" h="2929" extrusionOk="0">
                    <a:moveTo>
                      <a:pt x="2186" y="1"/>
                    </a:moveTo>
                    <a:lnTo>
                      <a:pt x="0" y="1698"/>
                    </a:lnTo>
                    <a:lnTo>
                      <a:pt x="202" y="2761"/>
                    </a:lnTo>
                    <a:cubicBezTo>
                      <a:pt x="202" y="2761"/>
                      <a:pt x="330" y="2928"/>
                      <a:pt x="649" y="2928"/>
                    </a:cubicBezTo>
                    <a:cubicBezTo>
                      <a:pt x="782" y="2928"/>
                      <a:pt x="948" y="2900"/>
                      <a:pt x="1152" y="2818"/>
                    </a:cubicBezTo>
                    <a:cubicBezTo>
                      <a:pt x="1846" y="2537"/>
                      <a:pt x="2473" y="2080"/>
                      <a:pt x="2473" y="2080"/>
                    </a:cubicBezTo>
                    <a:lnTo>
                      <a:pt x="2186" y="1"/>
                    </a:lnTo>
                    <a:close/>
                  </a:path>
                </a:pathLst>
              </a:custGeom>
              <a:solidFill>
                <a:srgbClr val="AB44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47"/>
              <p:cNvSpPr/>
              <p:nvPr/>
            </p:nvSpPr>
            <p:spPr>
              <a:xfrm>
                <a:off x="5847400" y="2973550"/>
                <a:ext cx="88775" cy="102600"/>
              </a:xfrm>
              <a:custGeom>
                <a:avLst/>
                <a:gdLst/>
                <a:ahLst/>
                <a:cxnLst/>
                <a:rect l="l" t="t" r="r" b="b"/>
                <a:pathLst>
                  <a:path w="3551" h="4104" extrusionOk="0">
                    <a:moveTo>
                      <a:pt x="1992" y="0"/>
                    </a:moveTo>
                    <a:cubicBezTo>
                      <a:pt x="1829" y="0"/>
                      <a:pt x="1666" y="30"/>
                      <a:pt x="1515" y="93"/>
                    </a:cubicBezTo>
                    <a:cubicBezTo>
                      <a:pt x="884" y="355"/>
                      <a:pt x="515" y="923"/>
                      <a:pt x="357" y="1560"/>
                    </a:cubicBezTo>
                    <a:cubicBezTo>
                      <a:pt x="351" y="1595"/>
                      <a:pt x="339" y="1633"/>
                      <a:pt x="332" y="1671"/>
                    </a:cubicBezTo>
                    <a:cubicBezTo>
                      <a:pt x="263" y="1980"/>
                      <a:pt x="200" y="2292"/>
                      <a:pt x="146" y="2608"/>
                    </a:cubicBezTo>
                    <a:cubicBezTo>
                      <a:pt x="89" y="2901"/>
                      <a:pt x="1" y="3248"/>
                      <a:pt x="115" y="3541"/>
                    </a:cubicBezTo>
                    <a:cubicBezTo>
                      <a:pt x="247" y="3882"/>
                      <a:pt x="635" y="4011"/>
                      <a:pt x="966" y="4071"/>
                    </a:cubicBezTo>
                    <a:cubicBezTo>
                      <a:pt x="1092" y="4093"/>
                      <a:pt x="1215" y="4104"/>
                      <a:pt x="1337" y="4104"/>
                    </a:cubicBezTo>
                    <a:cubicBezTo>
                      <a:pt x="2383" y="4104"/>
                      <a:pt x="3255" y="3319"/>
                      <a:pt x="3481" y="2273"/>
                    </a:cubicBezTo>
                    <a:cubicBezTo>
                      <a:pt x="3528" y="2049"/>
                      <a:pt x="3550" y="1819"/>
                      <a:pt x="3528" y="1592"/>
                    </a:cubicBezTo>
                    <a:cubicBezTo>
                      <a:pt x="3512" y="1418"/>
                      <a:pt x="3474" y="1248"/>
                      <a:pt x="3414" y="1087"/>
                    </a:cubicBezTo>
                    <a:cubicBezTo>
                      <a:pt x="3276" y="712"/>
                      <a:pt x="3017" y="377"/>
                      <a:pt x="2670" y="178"/>
                    </a:cubicBezTo>
                    <a:cubicBezTo>
                      <a:pt x="2465" y="63"/>
                      <a:pt x="2228" y="0"/>
                      <a:pt x="1992" y="0"/>
                    </a:cubicBezTo>
                    <a:close/>
                  </a:path>
                </a:pathLst>
              </a:custGeom>
              <a:solidFill>
                <a:srgbClr val="AB44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47"/>
              <p:cNvSpPr/>
              <p:nvPr/>
            </p:nvSpPr>
            <p:spPr>
              <a:xfrm>
                <a:off x="5824375" y="3017275"/>
                <a:ext cx="104150" cy="75800"/>
              </a:xfrm>
              <a:custGeom>
                <a:avLst/>
                <a:gdLst/>
                <a:ahLst/>
                <a:cxnLst/>
                <a:rect l="l" t="t" r="r" b="b"/>
                <a:pathLst>
                  <a:path w="4166" h="3032" extrusionOk="0">
                    <a:moveTo>
                      <a:pt x="3736" y="0"/>
                    </a:moveTo>
                    <a:cubicBezTo>
                      <a:pt x="3730" y="177"/>
                      <a:pt x="3622" y="379"/>
                      <a:pt x="3518" y="524"/>
                    </a:cubicBezTo>
                    <a:cubicBezTo>
                      <a:pt x="3323" y="795"/>
                      <a:pt x="2950" y="836"/>
                      <a:pt x="2635" y="878"/>
                    </a:cubicBezTo>
                    <a:cubicBezTo>
                      <a:pt x="2478" y="899"/>
                      <a:pt x="2310" y="907"/>
                      <a:pt x="2147" y="907"/>
                    </a:cubicBezTo>
                    <a:cubicBezTo>
                      <a:pt x="1876" y="907"/>
                      <a:pt x="1622" y="884"/>
                      <a:pt x="1465" y="859"/>
                    </a:cubicBezTo>
                    <a:cubicBezTo>
                      <a:pt x="1269" y="827"/>
                      <a:pt x="1064" y="729"/>
                      <a:pt x="1064" y="729"/>
                    </a:cubicBezTo>
                    <a:cubicBezTo>
                      <a:pt x="1064" y="729"/>
                      <a:pt x="1023" y="843"/>
                      <a:pt x="1017" y="859"/>
                    </a:cubicBezTo>
                    <a:cubicBezTo>
                      <a:pt x="796" y="1319"/>
                      <a:pt x="818" y="1887"/>
                      <a:pt x="480" y="2278"/>
                    </a:cubicBezTo>
                    <a:cubicBezTo>
                      <a:pt x="348" y="2423"/>
                      <a:pt x="181" y="2531"/>
                      <a:pt x="1" y="2622"/>
                    </a:cubicBezTo>
                    <a:cubicBezTo>
                      <a:pt x="220" y="2723"/>
                      <a:pt x="461" y="2772"/>
                      <a:pt x="703" y="2772"/>
                    </a:cubicBezTo>
                    <a:cubicBezTo>
                      <a:pt x="985" y="2772"/>
                      <a:pt x="1266" y="2705"/>
                      <a:pt x="1512" y="2575"/>
                    </a:cubicBezTo>
                    <a:lnTo>
                      <a:pt x="1512" y="2575"/>
                    </a:lnTo>
                    <a:cubicBezTo>
                      <a:pt x="1414" y="2685"/>
                      <a:pt x="1294" y="2783"/>
                      <a:pt x="1162" y="2856"/>
                    </a:cubicBezTo>
                    <a:cubicBezTo>
                      <a:pt x="1401" y="2824"/>
                      <a:pt x="1635" y="2748"/>
                      <a:pt x="1846" y="2638"/>
                    </a:cubicBezTo>
                    <a:lnTo>
                      <a:pt x="1846" y="2638"/>
                    </a:lnTo>
                    <a:cubicBezTo>
                      <a:pt x="1783" y="2777"/>
                      <a:pt x="1695" y="2903"/>
                      <a:pt x="1584" y="3013"/>
                    </a:cubicBezTo>
                    <a:cubicBezTo>
                      <a:pt x="1667" y="3026"/>
                      <a:pt x="1751" y="3032"/>
                      <a:pt x="1835" y="3032"/>
                    </a:cubicBezTo>
                    <a:cubicBezTo>
                      <a:pt x="2090" y="3032"/>
                      <a:pt x="2347" y="2977"/>
                      <a:pt x="2585" y="2887"/>
                    </a:cubicBezTo>
                    <a:cubicBezTo>
                      <a:pt x="2900" y="2764"/>
                      <a:pt x="3184" y="2572"/>
                      <a:pt x="3436" y="2351"/>
                    </a:cubicBezTo>
                    <a:cubicBezTo>
                      <a:pt x="3544" y="2256"/>
                      <a:pt x="3645" y="2155"/>
                      <a:pt x="3730" y="2042"/>
                    </a:cubicBezTo>
                    <a:cubicBezTo>
                      <a:pt x="3859" y="1862"/>
                      <a:pt x="3935" y="1650"/>
                      <a:pt x="3998" y="1442"/>
                    </a:cubicBezTo>
                    <a:cubicBezTo>
                      <a:pt x="4108" y="1060"/>
                      <a:pt x="4165" y="666"/>
                      <a:pt x="4165" y="269"/>
                    </a:cubicBezTo>
                    <a:lnTo>
                      <a:pt x="37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47"/>
              <p:cNvSpPr/>
              <p:nvPr/>
            </p:nvSpPr>
            <p:spPr>
              <a:xfrm>
                <a:off x="5838175" y="2952675"/>
                <a:ext cx="150525" cy="143325"/>
              </a:xfrm>
              <a:custGeom>
                <a:avLst/>
                <a:gdLst/>
                <a:ahLst/>
                <a:cxnLst/>
                <a:rect l="l" t="t" r="r" b="b"/>
                <a:pathLst>
                  <a:path w="6021" h="5733" extrusionOk="0">
                    <a:moveTo>
                      <a:pt x="1055" y="1"/>
                    </a:moveTo>
                    <a:lnTo>
                      <a:pt x="1055" y="1"/>
                    </a:lnTo>
                    <a:cubicBezTo>
                      <a:pt x="1036" y="136"/>
                      <a:pt x="1077" y="288"/>
                      <a:pt x="1168" y="395"/>
                    </a:cubicBezTo>
                    <a:cubicBezTo>
                      <a:pt x="1134" y="399"/>
                      <a:pt x="1101" y="401"/>
                      <a:pt x="1067" y="401"/>
                    </a:cubicBezTo>
                    <a:cubicBezTo>
                      <a:pt x="836" y="401"/>
                      <a:pt x="609" y="317"/>
                      <a:pt x="430" y="174"/>
                    </a:cubicBezTo>
                    <a:cubicBezTo>
                      <a:pt x="357" y="370"/>
                      <a:pt x="345" y="591"/>
                      <a:pt x="405" y="796"/>
                    </a:cubicBezTo>
                    <a:cubicBezTo>
                      <a:pt x="313" y="780"/>
                      <a:pt x="222" y="748"/>
                      <a:pt x="140" y="701"/>
                    </a:cubicBezTo>
                    <a:cubicBezTo>
                      <a:pt x="118" y="687"/>
                      <a:pt x="68" y="641"/>
                      <a:pt x="40" y="641"/>
                    </a:cubicBezTo>
                    <a:cubicBezTo>
                      <a:pt x="36" y="641"/>
                      <a:pt x="32" y="642"/>
                      <a:pt x="29" y="644"/>
                    </a:cubicBezTo>
                    <a:cubicBezTo>
                      <a:pt x="10" y="660"/>
                      <a:pt x="13" y="733"/>
                      <a:pt x="13" y="755"/>
                    </a:cubicBezTo>
                    <a:cubicBezTo>
                      <a:pt x="1" y="1029"/>
                      <a:pt x="80" y="1301"/>
                      <a:pt x="225" y="1531"/>
                    </a:cubicBezTo>
                    <a:cubicBezTo>
                      <a:pt x="297" y="1644"/>
                      <a:pt x="389" y="1748"/>
                      <a:pt x="490" y="1837"/>
                    </a:cubicBezTo>
                    <a:cubicBezTo>
                      <a:pt x="517" y="1861"/>
                      <a:pt x="802" y="2049"/>
                      <a:pt x="829" y="2049"/>
                    </a:cubicBezTo>
                    <a:cubicBezTo>
                      <a:pt x="830" y="2049"/>
                      <a:pt x="830" y="2049"/>
                      <a:pt x="831" y="2048"/>
                    </a:cubicBezTo>
                    <a:cubicBezTo>
                      <a:pt x="1064" y="1465"/>
                      <a:pt x="1354" y="1278"/>
                      <a:pt x="1354" y="1278"/>
                    </a:cubicBezTo>
                    <a:cubicBezTo>
                      <a:pt x="1354" y="1278"/>
                      <a:pt x="1664" y="1485"/>
                      <a:pt x="2787" y="1485"/>
                    </a:cubicBezTo>
                    <a:cubicBezTo>
                      <a:pt x="2842" y="1485"/>
                      <a:pt x="2898" y="1485"/>
                      <a:pt x="2957" y="1483"/>
                    </a:cubicBezTo>
                    <a:cubicBezTo>
                      <a:pt x="2957" y="1483"/>
                      <a:pt x="2960" y="1483"/>
                      <a:pt x="2963" y="1490"/>
                    </a:cubicBezTo>
                    <a:cubicBezTo>
                      <a:pt x="2802" y="1771"/>
                      <a:pt x="2843" y="2124"/>
                      <a:pt x="2966" y="2420"/>
                    </a:cubicBezTo>
                    <a:cubicBezTo>
                      <a:pt x="3089" y="2720"/>
                      <a:pt x="3282" y="2982"/>
                      <a:pt x="3424" y="3269"/>
                    </a:cubicBezTo>
                    <a:cubicBezTo>
                      <a:pt x="3736" y="3900"/>
                      <a:pt x="3761" y="4657"/>
                      <a:pt x="3184" y="5156"/>
                    </a:cubicBezTo>
                    <a:cubicBezTo>
                      <a:pt x="3436" y="5118"/>
                      <a:pt x="3676" y="4992"/>
                      <a:pt x="3850" y="4805"/>
                    </a:cubicBezTo>
                    <a:lnTo>
                      <a:pt x="3850" y="4805"/>
                    </a:lnTo>
                    <a:cubicBezTo>
                      <a:pt x="3790" y="5102"/>
                      <a:pt x="3679" y="5392"/>
                      <a:pt x="3522" y="5651"/>
                    </a:cubicBezTo>
                    <a:cubicBezTo>
                      <a:pt x="3827" y="5608"/>
                      <a:pt x="4108" y="5415"/>
                      <a:pt x="4255" y="5145"/>
                    </a:cubicBezTo>
                    <a:lnTo>
                      <a:pt x="4255" y="5145"/>
                    </a:lnTo>
                    <a:cubicBezTo>
                      <a:pt x="4153" y="5341"/>
                      <a:pt x="4056" y="5537"/>
                      <a:pt x="3957" y="5733"/>
                    </a:cubicBezTo>
                    <a:cubicBezTo>
                      <a:pt x="3970" y="5711"/>
                      <a:pt x="4222" y="5682"/>
                      <a:pt x="4260" y="5670"/>
                    </a:cubicBezTo>
                    <a:cubicBezTo>
                      <a:pt x="4657" y="5556"/>
                      <a:pt x="5080" y="5351"/>
                      <a:pt x="5282" y="4969"/>
                    </a:cubicBezTo>
                    <a:cubicBezTo>
                      <a:pt x="5424" y="4695"/>
                      <a:pt x="5503" y="4323"/>
                      <a:pt x="5313" y="4048"/>
                    </a:cubicBezTo>
                    <a:lnTo>
                      <a:pt x="5313" y="4048"/>
                    </a:lnTo>
                    <a:cubicBezTo>
                      <a:pt x="5462" y="4180"/>
                      <a:pt x="5660" y="4255"/>
                      <a:pt x="5858" y="4255"/>
                    </a:cubicBezTo>
                    <a:cubicBezTo>
                      <a:pt x="5913" y="4255"/>
                      <a:pt x="5967" y="4249"/>
                      <a:pt x="6020" y="4238"/>
                    </a:cubicBezTo>
                    <a:cubicBezTo>
                      <a:pt x="5553" y="4061"/>
                      <a:pt x="5250" y="3603"/>
                      <a:pt x="5099" y="3130"/>
                    </a:cubicBezTo>
                    <a:cubicBezTo>
                      <a:pt x="4951" y="2657"/>
                      <a:pt x="4925" y="2159"/>
                      <a:pt x="4843" y="1670"/>
                    </a:cubicBezTo>
                    <a:cubicBezTo>
                      <a:pt x="4815" y="1506"/>
                      <a:pt x="4783" y="1342"/>
                      <a:pt x="4698" y="1200"/>
                    </a:cubicBezTo>
                    <a:cubicBezTo>
                      <a:pt x="4610" y="1058"/>
                      <a:pt x="4468" y="941"/>
                      <a:pt x="4304" y="931"/>
                    </a:cubicBezTo>
                    <a:cubicBezTo>
                      <a:pt x="4244" y="925"/>
                      <a:pt x="4181" y="935"/>
                      <a:pt x="4127" y="909"/>
                    </a:cubicBezTo>
                    <a:cubicBezTo>
                      <a:pt x="4064" y="884"/>
                      <a:pt x="4026" y="815"/>
                      <a:pt x="3992" y="758"/>
                    </a:cubicBezTo>
                    <a:cubicBezTo>
                      <a:pt x="3774" y="386"/>
                      <a:pt x="3386" y="127"/>
                      <a:pt x="2963" y="67"/>
                    </a:cubicBezTo>
                    <a:cubicBezTo>
                      <a:pt x="2882" y="55"/>
                      <a:pt x="2800" y="50"/>
                      <a:pt x="2718" y="50"/>
                    </a:cubicBezTo>
                    <a:cubicBezTo>
                      <a:pt x="2479" y="50"/>
                      <a:pt x="2238" y="92"/>
                      <a:pt x="2001" y="117"/>
                    </a:cubicBezTo>
                    <a:cubicBezTo>
                      <a:pt x="1896" y="128"/>
                      <a:pt x="1790" y="135"/>
                      <a:pt x="1684" y="135"/>
                    </a:cubicBezTo>
                    <a:cubicBezTo>
                      <a:pt x="1463" y="135"/>
                      <a:pt x="1247" y="103"/>
                      <a:pt x="105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47"/>
              <p:cNvSpPr/>
              <p:nvPr/>
            </p:nvSpPr>
            <p:spPr>
              <a:xfrm>
                <a:off x="5850325" y="3011600"/>
                <a:ext cx="11850" cy="23200"/>
              </a:xfrm>
              <a:custGeom>
                <a:avLst/>
                <a:gdLst/>
                <a:ahLst/>
                <a:cxnLst/>
                <a:rect l="l" t="t" r="r" b="b"/>
                <a:pathLst>
                  <a:path w="474" h="928" extrusionOk="0">
                    <a:moveTo>
                      <a:pt x="367" y="0"/>
                    </a:moveTo>
                    <a:cubicBezTo>
                      <a:pt x="316" y="212"/>
                      <a:pt x="209" y="385"/>
                      <a:pt x="95" y="568"/>
                    </a:cubicBezTo>
                    <a:lnTo>
                      <a:pt x="51" y="641"/>
                    </a:lnTo>
                    <a:cubicBezTo>
                      <a:pt x="26" y="688"/>
                      <a:pt x="1" y="739"/>
                      <a:pt x="16" y="799"/>
                    </a:cubicBezTo>
                    <a:cubicBezTo>
                      <a:pt x="35" y="865"/>
                      <a:pt x="99" y="906"/>
                      <a:pt x="206" y="915"/>
                    </a:cubicBezTo>
                    <a:cubicBezTo>
                      <a:pt x="316" y="928"/>
                      <a:pt x="468" y="928"/>
                      <a:pt x="474" y="928"/>
                    </a:cubicBezTo>
                    <a:lnTo>
                      <a:pt x="471" y="833"/>
                    </a:lnTo>
                    <a:cubicBezTo>
                      <a:pt x="471" y="833"/>
                      <a:pt x="316" y="833"/>
                      <a:pt x="212" y="821"/>
                    </a:cubicBezTo>
                    <a:cubicBezTo>
                      <a:pt x="177" y="817"/>
                      <a:pt x="114" y="805"/>
                      <a:pt x="102" y="770"/>
                    </a:cubicBezTo>
                    <a:cubicBezTo>
                      <a:pt x="95" y="748"/>
                      <a:pt x="114" y="713"/>
                      <a:pt x="130" y="688"/>
                    </a:cubicBezTo>
                    <a:lnTo>
                      <a:pt x="174" y="616"/>
                    </a:lnTo>
                    <a:cubicBezTo>
                      <a:pt x="288" y="426"/>
                      <a:pt x="398" y="246"/>
                      <a:pt x="455" y="26"/>
                    </a:cubicBez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47"/>
              <p:cNvSpPr/>
              <p:nvPr/>
            </p:nvSpPr>
            <p:spPr>
              <a:xfrm>
                <a:off x="5872875" y="3001275"/>
                <a:ext cx="25675" cy="11125"/>
              </a:xfrm>
              <a:custGeom>
                <a:avLst/>
                <a:gdLst/>
                <a:ahLst/>
                <a:cxnLst/>
                <a:rect l="l" t="t" r="r" b="b"/>
                <a:pathLst>
                  <a:path w="1027" h="445" extrusionOk="0">
                    <a:moveTo>
                      <a:pt x="23" y="0"/>
                    </a:moveTo>
                    <a:lnTo>
                      <a:pt x="1" y="92"/>
                    </a:lnTo>
                    <a:cubicBezTo>
                      <a:pt x="323" y="161"/>
                      <a:pt x="689" y="240"/>
                      <a:pt x="973" y="445"/>
                    </a:cubicBezTo>
                    <a:lnTo>
                      <a:pt x="1026" y="372"/>
                    </a:lnTo>
                    <a:cubicBezTo>
                      <a:pt x="727" y="158"/>
                      <a:pt x="351" y="76"/>
                      <a:pt x="23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923;p47"/>
              <p:cNvSpPr/>
              <p:nvPr/>
            </p:nvSpPr>
            <p:spPr>
              <a:xfrm>
                <a:off x="5875650" y="3014875"/>
                <a:ext cx="6250" cy="795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318" extrusionOk="0">
                    <a:moveTo>
                      <a:pt x="136" y="1"/>
                    </a:moveTo>
                    <a:cubicBezTo>
                      <a:pt x="78" y="1"/>
                      <a:pt x="25" y="61"/>
                      <a:pt x="13" y="144"/>
                    </a:cubicBezTo>
                    <a:cubicBezTo>
                      <a:pt x="0" y="229"/>
                      <a:pt x="41" y="308"/>
                      <a:pt x="104" y="317"/>
                    </a:cubicBezTo>
                    <a:cubicBezTo>
                      <a:pt x="107" y="318"/>
                      <a:pt x="110" y="318"/>
                      <a:pt x="113" y="318"/>
                    </a:cubicBezTo>
                    <a:cubicBezTo>
                      <a:pt x="173" y="318"/>
                      <a:pt x="228" y="257"/>
                      <a:pt x="237" y="175"/>
                    </a:cubicBezTo>
                    <a:cubicBezTo>
                      <a:pt x="250" y="87"/>
                      <a:pt x="212" y="11"/>
                      <a:pt x="149" y="2"/>
                    </a:cubicBezTo>
                    <a:cubicBezTo>
                      <a:pt x="144" y="1"/>
                      <a:pt x="140" y="1"/>
                      <a:pt x="136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47"/>
              <p:cNvSpPr/>
              <p:nvPr/>
            </p:nvSpPr>
            <p:spPr>
              <a:xfrm>
                <a:off x="5857825" y="3043775"/>
                <a:ext cx="14225" cy="3325"/>
              </a:xfrm>
              <a:custGeom>
                <a:avLst/>
                <a:gdLst/>
                <a:ahLst/>
                <a:cxnLst/>
                <a:rect l="l" t="t" r="r" b="b"/>
                <a:pathLst>
                  <a:path w="569" h="133" extrusionOk="0">
                    <a:moveTo>
                      <a:pt x="537" y="0"/>
                    </a:moveTo>
                    <a:cubicBezTo>
                      <a:pt x="448" y="34"/>
                      <a:pt x="351" y="45"/>
                      <a:pt x="253" y="45"/>
                    </a:cubicBezTo>
                    <a:cubicBezTo>
                      <a:pt x="173" y="45"/>
                      <a:pt x="92" y="37"/>
                      <a:pt x="13" y="29"/>
                    </a:cubicBezTo>
                    <a:lnTo>
                      <a:pt x="0" y="117"/>
                    </a:lnTo>
                    <a:cubicBezTo>
                      <a:pt x="79" y="127"/>
                      <a:pt x="161" y="133"/>
                      <a:pt x="243" y="133"/>
                    </a:cubicBezTo>
                    <a:cubicBezTo>
                      <a:pt x="351" y="133"/>
                      <a:pt x="461" y="124"/>
                      <a:pt x="568" y="86"/>
                    </a:cubicBezTo>
                    <a:lnTo>
                      <a:pt x="537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47"/>
              <p:cNvSpPr/>
              <p:nvPr/>
            </p:nvSpPr>
            <p:spPr>
              <a:xfrm>
                <a:off x="5915875" y="3016975"/>
                <a:ext cx="26375" cy="30675"/>
              </a:xfrm>
              <a:custGeom>
                <a:avLst/>
                <a:gdLst/>
                <a:ahLst/>
                <a:cxnLst/>
                <a:rect l="l" t="t" r="r" b="b"/>
                <a:pathLst>
                  <a:path w="1055" h="1227" extrusionOk="0">
                    <a:moveTo>
                      <a:pt x="589" y="0"/>
                    </a:moveTo>
                    <a:cubicBezTo>
                      <a:pt x="567" y="0"/>
                      <a:pt x="545" y="1"/>
                      <a:pt x="521" y="3"/>
                    </a:cubicBezTo>
                    <a:cubicBezTo>
                      <a:pt x="410" y="16"/>
                      <a:pt x="275" y="101"/>
                      <a:pt x="196" y="221"/>
                    </a:cubicBezTo>
                    <a:lnTo>
                      <a:pt x="0" y="931"/>
                    </a:lnTo>
                    <a:cubicBezTo>
                      <a:pt x="27" y="1143"/>
                      <a:pt x="143" y="1226"/>
                      <a:pt x="297" y="1226"/>
                    </a:cubicBezTo>
                    <a:cubicBezTo>
                      <a:pt x="376" y="1226"/>
                      <a:pt x="466" y="1205"/>
                      <a:pt x="559" y="1167"/>
                    </a:cubicBezTo>
                    <a:cubicBezTo>
                      <a:pt x="751" y="1088"/>
                      <a:pt x="972" y="817"/>
                      <a:pt x="1007" y="606"/>
                    </a:cubicBezTo>
                    <a:cubicBezTo>
                      <a:pt x="1054" y="313"/>
                      <a:pt x="981" y="0"/>
                      <a:pt x="589" y="0"/>
                    </a:cubicBezTo>
                    <a:close/>
                  </a:path>
                </a:pathLst>
              </a:custGeom>
              <a:solidFill>
                <a:srgbClr val="AB44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47"/>
              <p:cNvSpPr/>
              <p:nvPr/>
            </p:nvSpPr>
            <p:spPr>
              <a:xfrm>
                <a:off x="5917375" y="3027525"/>
                <a:ext cx="18475" cy="8550"/>
              </a:xfrm>
              <a:custGeom>
                <a:avLst/>
                <a:gdLst/>
                <a:ahLst/>
                <a:cxnLst/>
                <a:rect l="l" t="t" r="r" b="b"/>
                <a:pathLst>
                  <a:path w="739" h="342" extrusionOk="0">
                    <a:moveTo>
                      <a:pt x="710" y="1"/>
                    </a:moveTo>
                    <a:cubicBezTo>
                      <a:pt x="473" y="79"/>
                      <a:pt x="234" y="165"/>
                      <a:pt x="0" y="256"/>
                    </a:cubicBezTo>
                    <a:lnTo>
                      <a:pt x="32" y="341"/>
                    </a:lnTo>
                    <a:cubicBezTo>
                      <a:pt x="265" y="253"/>
                      <a:pt x="505" y="165"/>
                      <a:pt x="738" y="86"/>
                    </a:cubicBezTo>
                    <a:lnTo>
                      <a:pt x="710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27" name="Google Shape;1927;p47"/>
            <p:cNvGrpSpPr/>
            <p:nvPr/>
          </p:nvGrpSpPr>
          <p:grpSpPr>
            <a:xfrm flipH="1">
              <a:off x="3329709" y="4264631"/>
              <a:ext cx="634506" cy="343922"/>
              <a:chOff x="2697425" y="2166750"/>
              <a:chExt cx="179925" cy="97525"/>
            </a:xfrm>
          </p:grpSpPr>
          <p:sp>
            <p:nvSpPr>
              <p:cNvPr id="1928" name="Google Shape;1928;p47"/>
              <p:cNvSpPr/>
              <p:nvPr/>
            </p:nvSpPr>
            <p:spPr>
              <a:xfrm>
                <a:off x="2723300" y="2166750"/>
                <a:ext cx="154050" cy="97525"/>
              </a:xfrm>
              <a:custGeom>
                <a:avLst/>
                <a:gdLst/>
                <a:ahLst/>
                <a:cxnLst/>
                <a:rect l="l" t="t" r="r" b="b"/>
                <a:pathLst>
                  <a:path w="6162" h="3901" extrusionOk="0">
                    <a:moveTo>
                      <a:pt x="0" y="1"/>
                    </a:moveTo>
                    <a:lnTo>
                      <a:pt x="0" y="3900"/>
                    </a:lnTo>
                    <a:lnTo>
                      <a:pt x="6161" y="3900"/>
                    </a:lnTo>
                    <a:lnTo>
                      <a:pt x="6161" y="99"/>
                    </a:lnTo>
                    <a:cubicBezTo>
                      <a:pt x="6161" y="42"/>
                      <a:pt x="6117" y="1"/>
                      <a:pt x="6064" y="1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47"/>
              <p:cNvSpPr/>
              <p:nvPr/>
            </p:nvSpPr>
            <p:spPr>
              <a:xfrm>
                <a:off x="2697425" y="2166750"/>
                <a:ext cx="25900" cy="97525"/>
              </a:xfrm>
              <a:custGeom>
                <a:avLst/>
                <a:gdLst/>
                <a:ahLst/>
                <a:cxnLst/>
                <a:rect l="l" t="t" r="r" b="b"/>
                <a:pathLst>
                  <a:path w="1036" h="3901" extrusionOk="0">
                    <a:moveTo>
                      <a:pt x="89" y="1"/>
                    </a:moveTo>
                    <a:cubicBezTo>
                      <a:pt x="38" y="1"/>
                      <a:pt x="0" y="39"/>
                      <a:pt x="0" y="89"/>
                    </a:cubicBezTo>
                    <a:lnTo>
                      <a:pt x="0" y="3588"/>
                    </a:lnTo>
                    <a:lnTo>
                      <a:pt x="4" y="3588"/>
                    </a:lnTo>
                    <a:lnTo>
                      <a:pt x="1035" y="3900"/>
                    </a:lnTo>
                    <a:lnTo>
                      <a:pt x="1035" y="1"/>
                    </a:ln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30" name="Google Shape;1930;p47"/>
            <p:cNvGrpSpPr/>
            <p:nvPr/>
          </p:nvGrpSpPr>
          <p:grpSpPr>
            <a:xfrm>
              <a:off x="3377548" y="4086289"/>
              <a:ext cx="538830" cy="185616"/>
              <a:chOff x="1710150" y="1473825"/>
              <a:chExt cx="136075" cy="46875"/>
            </a:xfrm>
          </p:grpSpPr>
          <p:sp>
            <p:nvSpPr>
              <p:cNvPr id="1931" name="Google Shape;1931;p47"/>
              <p:cNvSpPr/>
              <p:nvPr/>
            </p:nvSpPr>
            <p:spPr>
              <a:xfrm>
                <a:off x="1710150" y="1507025"/>
                <a:ext cx="136075" cy="13675"/>
              </a:xfrm>
              <a:custGeom>
                <a:avLst/>
                <a:gdLst/>
                <a:ahLst/>
                <a:cxnLst/>
                <a:rect l="l" t="t" r="r" b="b"/>
                <a:pathLst>
                  <a:path w="5443" h="547" extrusionOk="0">
                    <a:moveTo>
                      <a:pt x="1" y="1"/>
                    </a:moveTo>
                    <a:lnTo>
                      <a:pt x="1" y="546"/>
                    </a:lnTo>
                    <a:lnTo>
                      <a:pt x="5443" y="546"/>
                    </a:lnTo>
                    <a:lnTo>
                      <a:pt x="5443" y="1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47"/>
              <p:cNvSpPr/>
              <p:nvPr/>
            </p:nvSpPr>
            <p:spPr>
              <a:xfrm>
                <a:off x="1718525" y="1493150"/>
                <a:ext cx="115950" cy="13675"/>
              </a:xfrm>
              <a:custGeom>
                <a:avLst/>
                <a:gdLst/>
                <a:ahLst/>
                <a:cxnLst/>
                <a:rect l="l" t="t" r="r" b="b"/>
                <a:pathLst>
                  <a:path w="4638" h="547" extrusionOk="0">
                    <a:moveTo>
                      <a:pt x="0" y="0"/>
                    </a:moveTo>
                    <a:lnTo>
                      <a:pt x="0" y="546"/>
                    </a:lnTo>
                    <a:lnTo>
                      <a:pt x="4637" y="546"/>
                    </a:lnTo>
                    <a:lnTo>
                      <a:pt x="46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47"/>
              <p:cNvSpPr/>
              <p:nvPr/>
            </p:nvSpPr>
            <p:spPr>
              <a:xfrm>
                <a:off x="1718275" y="1491725"/>
                <a:ext cx="115975" cy="8300"/>
              </a:xfrm>
              <a:custGeom>
                <a:avLst/>
                <a:gdLst/>
                <a:ahLst/>
                <a:cxnLst/>
                <a:rect l="l" t="t" r="r" b="b"/>
                <a:pathLst>
                  <a:path w="4639" h="332" extrusionOk="0">
                    <a:moveTo>
                      <a:pt x="1" y="0"/>
                    </a:moveTo>
                    <a:lnTo>
                      <a:pt x="1" y="332"/>
                    </a:lnTo>
                    <a:lnTo>
                      <a:pt x="4638" y="332"/>
                    </a:lnTo>
                    <a:lnTo>
                      <a:pt x="4638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47"/>
              <p:cNvSpPr/>
              <p:nvPr/>
            </p:nvSpPr>
            <p:spPr>
              <a:xfrm>
                <a:off x="1717175" y="1482825"/>
                <a:ext cx="115950" cy="8300"/>
              </a:xfrm>
              <a:custGeom>
                <a:avLst/>
                <a:gdLst/>
                <a:ahLst/>
                <a:cxnLst/>
                <a:rect l="l" t="t" r="r" b="b"/>
                <a:pathLst>
                  <a:path w="4638" h="332" extrusionOk="0">
                    <a:moveTo>
                      <a:pt x="0" y="0"/>
                    </a:moveTo>
                    <a:lnTo>
                      <a:pt x="0" y="331"/>
                    </a:lnTo>
                    <a:lnTo>
                      <a:pt x="4638" y="331"/>
                    </a:lnTo>
                    <a:lnTo>
                      <a:pt x="4638" y="0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47"/>
              <p:cNvSpPr/>
              <p:nvPr/>
            </p:nvSpPr>
            <p:spPr>
              <a:xfrm>
                <a:off x="1720800" y="1473825"/>
                <a:ext cx="115950" cy="8300"/>
              </a:xfrm>
              <a:custGeom>
                <a:avLst/>
                <a:gdLst/>
                <a:ahLst/>
                <a:cxnLst/>
                <a:rect l="l" t="t" r="r" b="b"/>
                <a:pathLst>
                  <a:path w="4638" h="332" extrusionOk="0">
                    <a:moveTo>
                      <a:pt x="1" y="0"/>
                    </a:moveTo>
                    <a:lnTo>
                      <a:pt x="1" y="332"/>
                    </a:lnTo>
                    <a:lnTo>
                      <a:pt x="4638" y="332"/>
                    </a:lnTo>
                    <a:lnTo>
                      <a:pt x="463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0" name="Google Shape;1940;p48"/>
          <p:cNvSpPr txBox="1">
            <a:spLocks noGrp="1"/>
          </p:cNvSpPr>
          <p:nvPr>
            <p:ph type="title"/>
          </p:nvPr>
        </p:nvSpPr>
        <p:spPr>
          <a:xfrm>
            <a:off x="4505450" y="2019750"/>
            <a:ext cx="4551600" cy="11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Advanced Features</a:t>
            </a:r>
            <a:endParaRPr sz="4000"/>
          </a:p>
        </p:txBody>
      </p:sp>
      <p:sp>
        <p:nvSpPr>
          <p:cNvPr id="1941" name="Google Shape;1941;p48"/>
          <p:cNvSpPr txBox="1">
            <a:spLocks noGrp="1"/>
          </p:cNvSpPr>
          <p:nvPr>
            <p:ph type="title" idx="2"/>
          </p:nvPr>
        </p:nvSpPr>
        <p:spPr>
          <a:xfrm>
            <a:off x="4579287" y="1024888"/>
            <a:ext cx="1324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08</a:t>
            </a:r>
            <a:endParaRPr/>
          </a:p>
        </p:txBody>
      </p:sp>
      <p:grpSp>
        <p:nvGrpSpPr>
          <p:cNvPr id="1942" name="Google Shape;1942;p48"/>
          <p:cNvGrpSpPr/>
          <p:nvPr/>
        </p:nvGrpSpPr>
        <p:grpSpPr>
          <a:xfrm>
            <a:off x="766638" y="1190625"/>
            <a:ext cx="3981707" cy="2762251"/>
            <a:chOff x="503475" y="1080254"/>
            <a:chExt cx="4299900" cy="2982992"/>
          </a:xfrm>
        </p:grpSpPr>
        <p:sp>
          <p:nvSpPr>
            <p:cNvPr id="1943" name="Google Shape;1943;p48"/>
            <p:cNvSpPr/>
            <p:nvPr/>
          </p:nvSpPr>
          <p:spPr>
            <a:xfrm>
              <a:off x="503475" y="3849046"/>
              <a:ext cx="4299900" cy="214200"/>
            </a:xfrm>
            <a:prstGeom prst="ellipse">
              <a:avLst/>
            </a:prstGeom>
            <a:solidFill>
              <a:srgbClr val="011627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48"/>
            <p:cNvSpPr/>
            <p:nvPr/>
          </p:nvSpPr>
          <p:spPr>
            <a:xfrm>
              <a:off x="1313025" y="3897646"/>
              <a:ext cx="1122600" cy="117000"/>
            </a:xfrm>
            <a:prstGeom prst="ellipse">
              <a:avLst/>
            </a:prstGeom>
            <a:solidFill>
              <a:srgbClr val="011627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48"/>
            <p:cNvSpPr/>
            <p:nvPr/>
          </p:nvSpPr>
          <p:spPr>
            <a:xfrm>
              <a:off x="2496850" y="3897646"/>
              <a:ext cx="1122600" cy="117000"/>
            </a:xfrm>
            <a:prstGeom prst="ellipse">
              <a:avLst/>
            </a:prstGeom>
            <a:solidFill>
              <a:srgbClr val="011627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46" name="Google Shape;1946;p48"/>
            <p:cNvGrpSpPr/>
            <p:nvPr/>
          </p:nvGrpSpPr>
          <p:grpSpPr>
            <a:xfrm>
              <a:off x="849571" y="1253771"/>
              <a:ext cx="3520454" cy="2519075"/>
              <a:chOff x="672671" y="1476375"/>
              <a:chExt cx="3520454" cy="2519075"/>
            </a:xfrm>
          </p:grpSpPr>
          <p:sp>
            <p:nvSpPr>
              <p:cNvPr id="1947" name="Google Shape;1947;p48"/>
              <p:cNvSpPr/>
              <p:nvPr/>
            </p:nvSpPr>
            <p:spPr>
              <a:xfrm>
                <a:off x="672671" y="2204450"/>
                <a:ext cx="626700" cy="17910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Google Shape;1948;p48"/>
              <p:cNvSpPr/>
              <p:nvPr/>
            </p:nvSpPr>
            <p:spPr>
              <a:xfrm>
                <a:off x="1299375" y="1532125"/>
                <a:ext cx="488100" cy="24633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Google Shape;1949;p48"/>
              <p:cNvSpPr/>
              <p:nvPr/>
            </p:nvSpPr>
            <p:spPr>
              <a:xfrm>
                <a:off x="2571347" y="3034400"/>
                <a:ext cx="749700" cy="9609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Google Shape;1950;p48"/>
              <p:cNvSpPr/>
              <p:nvPr/>
            </p:nvSpPr>
            <p:spPr>
              <a:xfrm>
                <a:off x="3321025" y="1476375"/>
                <a:ext cx="384000" cy="25188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Google Shape;1951;p48"/>
              <p:cNvSpPr/>
              <p:nvPr/>
            </p:nvSpPr>
            <p:spPr>
              <a:xfrm>
                <a:off x="3705025" y="2037775"/>
                <a:ext cx="488100" cy="19575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52" name="Google Shape;1952;p48"/>
            <p:cNvGrpSpPr/>
            <p:nvPr/>
          </p:nvGrpSpPr>
          <p:grpSpPr>
            <a:xfrm>
              <a:off x="2435619" y="1385714"/>
              <a:ext cx="1367492" cy="2608772"/>
              <a:chOff x="3167000" y="1252375"/>
              <a:chExt cx="315025" cy="600975"/>
            </a:xfrm>
          </p:grpSpPr>
          <p:sp>
            <p:nvSpPr>
              <p:cNvPr id="1953" name="Google Shape;1953;p48"/>
              <p:cNvSpPr/>
              <p:nvPr/>
            </p:nvSpPr>
            <p:spPr>
              <a:xfrm>
                <a:off x="3312200" y="1261750"/>
                <a:ext cx="46150" cy="120450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4818" extrusionOk="0">
                    <a:moveTo>
                      <a:pt x="971" y="0"/>
                    </a:moveTo>
                    <a:cubicBezTo>
                      <a:pt x="968" y="0"/>
                      <a:pt x="966" y="0"/>
                      <a:pt x="966" y="0"/>
                    </a:cubicBezTo>
                    <a:lnTo>
                      <a:pt x="464" y="571"/>
                    </a:lnTo>
                    <a:cubicBezTo>
                      <a:pt x="464" y="571"/>
                      <a:pt x="0" y="4133"/>
                      <a:pt x="256" y="4543"/>
                    </a:cubicBezTo>
                    <a:cubicBezTo>
                      <a:pt x="398" y="4768"/>
                      <a:pt x="848" y="4818"/>
                      <a:pt x="1219" y="4818"/>
                    </a:cubicBezTo>
                    <a:cubicBezTo>
                      <a:pt x="1515" y="4818"/>
                      <a:pt x="1761" y="4786"/>
                      <a:pt x="1761" y="4786"/>
                    </a:cubicBezTo>
                    <a:cubicBezTo>
                      <a:pt x="1761" y="4786"/>
                      <a:pt x="912" y="3622"/>
                      <a:pt x="1379" y="2650"/>
                    </a:cubicBezTo>
                    <a:cubicBezTo>
                      <a:pt x="1846" y="1675"/>
                      <a:pt x="1603" y="568"/>
                      <a:pt x="1508" y="278"/>
                    </a:cubicBezTo>
                    <a:cubicBezTo>
                      <a:pt x="1417" y="9"/>
                      <a:pt x="1020" y="0"/>
                      <a:pt x="971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Google Shape;1954;p48"/>
              <p:cNvSpPr/>
              <p:nvPr/>
            </p:nvSpPr>
            <p:spPr>
              <a:xfrm>
                <a:off x="3326875" y="1386075"/>
                <a:ext cx="136375" cy="159625"/>
              </a:xfrm>
              <a:custGeom>
                <a:avLst/>
                <a:gdLst/>
                <a:ahLst/>
                <a:cxnLst/>
                <a:rect l="l" t="t" r="r" b="b"/>
                <a:pathLst>
                  <a:path w="5455" h="6385" extrusionOk="0">
                    <a:moveTo>
                      <a:pt x="1300" y="1"/>
                    </a:moveTo>
                    <a:cubicBezTo>
                      <a:pt x="1019" y="1"/>
                      <a:pt x="699" y="56"/>
                      <a:pt x="697" y="56"/>
                    </a:cubicBezTo>
                    <a:lnTo>
                      <a:pt x="0" y="1021"/>
                    </a:lnTo>
                    <a:cubicBezTo>
                      <a:pt x="0" y="1021"/>
                      <a:pt x="1155" y="3927"/>
                      <a:pt x="1347" y="4173"/>
                    </a:cubicBezTo>
                    <a:cubicBezTo>
                      <a:pt x="1540" y="4416"/>
                      <a:pt x="5048" y="6384"/>
                      <a:pt x="5048" y="6384"/>
                    </a:cubicBezTo>
                    <a:lnTo>
                      <a:pt x="5455" y="5898"/>
                    </a:lnTo>
                    <a:cubicBezTo>
                      <a:pt x="5455" y="5898"/>
                      <a:pt x="2780" y="3797"/>
                      <a:pt x="2429" y="3315"/>
                    </a:cubicBezTo>
                    <a:cubicBezTo>
                      <a:pt x="2136" y="2107"/>
                      <a:pt x="1827" y="192"/>
                      <a:pt x="1675" y="75"/>
                    </a:cubicBezTo>
                    <a:cubicBezTo>
                      <a:pt x="1607" y="19"/>
                      <a:pt x="1459" y="1"/>
                      <a:pt x="1300" y="1"/>
                    </a:cubicBez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Google Shape;1955;p48"/>
              <p:cNvSpPr/>
              <p:nvPr/>
            </p:nvSpPr>
            <p:spPr>
              <a:xfrm>
                <a:off x="3326950" y="1607275"/>
                <a:ext cx="25" cy="100"/>
              </a:xfrm>
              <a:custGeom>
                <a:avLst/>
                <a:gdLst/>
                <a:ahLst/>
                <a:cxnLst/>
                <a:rect l="l" t="t" r="r" b="b"/>
                <a:pathLst>
                  <a:path w="1" h="4" extrusionOk="0">
                    <a:moveTo>
                      <a:pt x="0" y="0"/>
                    </a:moveTo>
                    <a:lnTo>
                      <a:pt x="0" y="3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Google Shape;1956;p48"/>
              <p:cNvSpPr/>
              <p:nvPr/>
            </p:nvSpPr>
            <p:spPr>
              <a:xfrm>
                <a:off x="3171250" y="1361825"/>
                <a:ext cx="250375" cy="484075"/>
              </a:xfrm>
              <a:custGeom>
                <a:avLst/>
                <a:gdLst/>
                <a:ahLst/>
                <a:cxnLst/>
                <a:rect l="l" t="t" r="r" b="b"/>
                <a:pathLst>
                  <a:path w="10015" h="19363" extrusionOk="0">
                    <a:moveTo>
                      <a:pt x="5623" y="1"/>
                    </a:moveTo>
                    <a:cubicBezTo>
                      <a:pt x="4112" y="310"/>
                      <a:pt x="2995" y="1587"/>
                      <a:pt x="2995" y="1587"/>
                    </a:cubicBezTo>
                    <a:cubicBezTo>
                      <a:pt x="2995" y="1587"/>
                      <a:pt x="4162" y="4771"/>
                      <a:pt x="4396" y="5398"/>
                    </a:cubicBezTo>
                    <a:cubicBezTo>
                      <a:pt x="4304" y="5903"/>
                      <a:pt x="3626" y="8250"/>
                      <a:pt x="3784" y="8922"/>
                    </a:cubicBezTo>
                    <a:lnTo>
                      <a:pt x="4364" y="12250"/>
                    </a:lnTo>
                    <a:lnTo>
                      <a:pt x="4597" y="13604"/>
                    </a:lnTo>
                    <a:cubicBezTo>
                      <a:pt x="4241" y="13881"/>
                      <a:pt x="3787" y="14238"/>
                      <a:pt x="3329" y="14598"/>
                    </a:cubicBezTo>
                    <a:cubicBezTo>
                      <a:pt x="3231" y="14673"/>
                      <a:pt x="3134" y="14752"/>
                      <a:pt x="3039" y="14828"/>
                    </a:cubicBezTo>
                    <a:cubicBezTo>
                      <a:pt x="2146" y="15528"/>
                      <a:pt x="1317" y="16188"/>
                      <a:pt x="1263" y="16232"/>
                    </a:cubicBezTo>
                    <a:cubicBezTo>
                      <a:pt x="1228" y="16254"/>
                      <a:pt x="1190" y="16282"/>
                      <a:pt x="1143" y="16314"/>
                    </a:cubicBezTo>
                    <a:lnTo>
                      <a:pt x="1130" y="16320"/>
                    </a:lnTo>
                    <a:cubicBezTo>
                      <a:pt x="932" y="16459"/>
                      <a:pt x="654" y="16645"/>
                      <a:pt x="496" y="16711"/>
                    </a:cubicBezTo>
                    <a:cubicBezTo>
                      <a:pt x="291" y="16803"/>
                      <a:pt x="1" y="16964"/>
                      <a:pt x="64" y="17260"/>
                    </a:cubicBezTo>
                    <a:cubicBezTo>
                      <a:pt x="64" y="17260"/>
                      <a:pt x="1402" y="19093"/>
                      <a:pt x="1512" y="19260"/>
                    </a:cubicBezTo>
                    <a:cubicBezTo>
                      <a:pt x="1556" y="19328"/>
                      <a:pt x="1607" y="19352"/>
                      <a:pt x="1656" y="19352"/>
                    </a:cubicBezTo>
                    <a:cubicBezTo>
                      <a:pt x="1768" y="19352"/>
                      <a:pt x="1871" y="19228"/>
                      <a:pt x="1869" y="19213"/>
                    </a:cubicBezTo>
                    <a:cubicBezTo>
                      <a:pt x="1869" y="19213"/>
                      <a:pt x="1796" y="18838"/>
                      <a:pt x="1730" y="18557"/>
                    </a:cubicBezTo>
                    <a:lnTo>
                      <a:pt x="1730" y="18550"/>
                    </a:lnTo>
                    <a:cubicBezTo>
                      <a:pt x="1585" y="17945"/>
                      <a:pt x="1405" y="17311"/>
                      <a:pt x="1433" y="17266"/>
                    </a:cubicBezTo>
                    <a:cubicBezTo>
                      <a:pt x="1436" y="17260"/>
                      <a:pt x="3560" y="15695"/>
                      <a:pt x="4367" y="15150"/>
                    </a:cubicBezTo>
                    <a:cubicBezTo>
                      <a:pt x="5254" y="14550"/>
                      <a:pt x="5894" y="14317"/>
                      <a:pt x="5989" y="13837"/>
                    </a:cubicBezTo>
                    <a:lnTo>
                      <a:pt x="6064" y="12607"/>
                    </a:lnTo>
                    <a:lnTo>
                      <a:pt x="6228" y="9834"/>
                    </a:lnTo>
                    <a:lnTo>
                      <a:pt x="6228" y="9834"/>
                    </a:lnTo>
                    <a:cubicBezTo>
                      <a:pt x="6220" y="9836"/>
                      <a:pt x="6212" y="9838"/>
                      <a:pt x="6212" y="9838"/>
                    </a:cubicBezTo>
                    <a:cubicBezTo>
                      <a:pt x="6211" y="9838"/>
                      <a:pt x="6216" y="9837"/>
                      <a:pt x="6228" y="9831"/>
                    </a:cubicBezTo>
                    <a:cubicBezTo>
                      <a:pt x="6241" y="9828"/>
                      <a:pt x="6244" y="9828"/>
                      <a:pt x="6247" y="9828"/>
                    </a:cubicBezTo>
                    <a:lnTo>
                      <a:pt x="6232" y="9834"/>
                    </a:lnTo>
                    <a:lnTo>
                      <a:pt x="7064" y="11730"/>
                    </a:lnTo>
                    <a:lnTo>
                      <a:pt x="7516" y="12755"/>
                    </a:lnTo>
                    <a:lnTo>
                      <a:pt x="7610" y="12973"/>
                    </a:lnTo>
                    <a:lnTo>
                      <a:pt x="7714" y="13219"/>
                    </a:lnTo>
                    <a:cubicBezTo>
                      <a:pt x="7711" y="13228"/>
                      <a:pt x="7711" y="13238"/>
                      <a:pt x="7711" y="13251"/>
                    </a:cubicBezTo>
                    <a:cubicBezTo>
                      <a:pt x="7705" y="13345"/>
                      <a:pt x="7692" y="13446"/>
                      <a:pt x="7680" y="13560"/>
                    </a:cubicBezTo>
                    <a:cubicBezTo>
                      <a:pt x="7635" y="14008"/>
                      <a:pt x="7582" y="14582"/>
                      <a:pt x="7522" y="15162"/>
                    </a:cubicBezTo>
                    <a:lnTo>
                      <a:pt x="7487" y="15528"/>
                    </a:lnTo>
                    <a:cubicBezTo>
                      <a:pt x="7377" y="16658"/>
                      <a:pt x="7273" y="17714"/>
                      <a:pt x="7269" y="17781"/>
                    </a:cubicBezTo>
                    <a:cubicBezTo>
                      <a:pt x="7266" y="17809"/>
                      <a:pt x="7257" y="17834"/>
                      <a:pt x="7254" y="17872"/>
                    </a:cubicBezTo>
                    <a:lnTo>
                      <a:pt x="7254" y="17879"/>
                    </a:lnTo>
                    <a:cubicBezTo>
                      <a:pt x="7216" y="18115"/>
                      <a:pt x="7146" y="18491"/>
                      <a:pt x="7083" y="18664"/>
                    </a:cubicBezTo>
                    <a:cubicBezTo>
                      <a:pt x="7004" y="18875"/>
                      <a:pt x="6922" y="19191"/>
                      <a:pt x="7181" y="19355"/>
                    </a:cubicBezTo>
                    <a:cubicBezTo>
                      <a:pt x="7181" y="19355"/>
                      <a:pt x="8197" y="19342"/>
                      <a:pt x="8971" y="19342"/>
                    </a:cubicBezTo>
                    <a:cubicBezTo>
                      <a:pt x="9397" y="19342"/>
                      <a:pt x="9749" y="19346"/>
                      <a:pt x="9818" y="19358"/>
                    </a:cubicBezTo>
                    <a:cubicBezTo>
                      <a:pt x="9837" y="19361"/>
                      <a:pt x="9851" y="19363"/>
                      <a:pt x="9863" y="19363"/>
                    </a:cubicBezTo>
                    <a:cubicBezTo>
                      <a:pt x="10014" y="19363"/>
                      <a:pt x="9603" y="19087"/>
                      <a:pt x="9377" y="18964"/>
                    </a:cubicBezTo>
                    <a:cubicBezTo>
                      <a:pt x="9377" y="18964"/>
                      <a:pt x="9423" y="18917"/>
                      <a:pt x="9420" y="18917"/>
                    </a:cubicBezTo>
                    <a:lnTo>
                      <a:pt x="9420" y="18917"/>
                    </a:lnTo>
                    <a:cubicBezTo>
                      <a:pt x="9418" y="18917"/>
                      <a:pt x="9406" y="18928"/>
                      <a:pt x="9371" y="18961"/>
                    </a:cubicBezTo>
                    <a:cubicBezTo>
                      <a:pt x="8841" y="18645"/>
                      <a:pt x="8061" y="18361"/>
                      <a:pt x="8052" y="18308"/>
                    </a:cubicBezTo>
                    <a:cubicBezTo>
                      <a:pt x="8052" y="18289"/>
                      <a:pt x="8121" y="17920"/>
                      <a:pt x="8229" y="17374"/>
                    </a:cubicBezTo>
                    <a:lnTo>
                      <a:pt x="8229" y="17371"/>
                    </a:lnTo>
                    <a:cubicBezTo>
                      <a:pt x="8361" y="16680"/>
                      <a:pt x="8547" y="15714"/>
                      <a:pt x="8699" y="14850"/>
                    </a:cubicBezTo>
                    <a:cubicBezTo>
                      <a:pt x="8875" y="13828"/>
                      <a:pt x="9008" y="13446"/>
                      <a:pt x="9024" y="12986"/>
                    </a:cubicBezTo>
                    <a:cubicBezTo>
                      <a:pt x="9024" y="12733"/>
                      <a:pt x="8973" y="12282"/>
                      <a:pt x="8891" y="11727"/>
                    </a:cubicBezTo>
                    <a:cubicBezTo>
                      <a:pt x="8541" y="9389"/>
                      <a:pt x="7610" y="5099"/>
                      <a:pt x="7610" y="5099"/>
                    </a:cubicBezTo>
                    <a:lnTo>
                      <a:pt x="7878" y="1042"/>
                    </a:lnTo>
                    <a:cubicBezTo>
                      <a:pt x="7878" y="1042"/>
                      <a:pt x="6982" y="130"/>
                      <a:pt x="5623" y="1"/>
                    </a:cubicBez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Google Shape;1957;p48"/>
              <p:cNvSpPr/>
              <p:nvPr/>
            </p:nvSpPr>
            <p:spPr>
              <a:xfrm>
                <a:off x="3238300" y="1503400"/>
                <a:ext cx="167925" cy="261225"/>
              </a:xfrm>
              <a:custGeom>
                <a:avLst/>
                <a:gdLst/>
                <a:ahLst/>
                <a:cxnLst/>
                <a:rect l="l" t="t" r="r" b="b"/>
                <a:pathLst>
                  <a:path w="6717" h="10449" extrusionOk="0">
                    <a:moveTo>
                      <a:pt x="5206" y="0"/>
                    </a:moveTo>
                    <a:lnTo>
                      <a:pt x="5206" y="0"/>
                    </a:lnTo>
                    <a:lnTo>
                      <a:pt x="5206" y="0"/>
                    </a:lnTo>
                    <a:cubicBezTo>
                      <a:pt x="5206" y="0"/>
                      <a:pt x="5206" y="0"/>
                      <a:pt x="5206" y="0"/>
                    </a:cubicBezTo>
                    <a:close/>
                    <a:moveTo>
                      <a:pt x="5206" y="0"/>
                    </a:moveTo>
                    <a:cubicBezTo>
                      <a:pt x="5205" y="4"/>
                      <a:pt x="4493" y="342"/>
                      <a:pt x="3379" y="342"/>
                    </a:cubicBezTo>
                    <a:cubicBezTo>
                      <a:pt x="2875" y="342"/>
                      <a:pt x="2290" y="273"/>
                      <a:pt x="1650" y="73"/>
                    </a:cubicBezTo>
                    <a:cubicBezTo>
                      <a:pt x="1650" y="73"/>
                      <a:pt x="874" y="2366"/>
                      <a:pt x="937" y="3108"/>
                    </a:cubicBezTo>
                    <a:cubicBezTo>
                      <a:pt x="1001" y="3849"/>
                      <a:pt x="1698" y="7777"/>
                      <a:pt x="1698" y="7777"/>
                    </a:cubicBezTo>
                    <a:lnTo>
                      <a:pt x="1" y="8701"/>
                    </a:lnTo>
                    <a:lnTo>
                      <a:pt x="174" y="8906"/>
                    </a:lnTo>
                    <a:lnTo>
                      <a:pt x="1083" y="8906"/>
                    </a:lnTo>
                    <a:lnTo>
                      <a:pt x="505" y="9379"/>
                    </a:lnTo>
                    <a:lnTo>
                      <a:pt x="1351" y="10449"/>
                    </a:lnTo>
                    <a:lnTo>
                      <a:pt x="3408" y="8288"/>
                    </a:lnTo>
                    <a:lnTo>
                      <a:pt x="3546" y="4155"/>
                    </a:lnTo>
                    <a:lnTo>
                      <a:pt x="4953" y="7572"/>
                    </a:lnTo>
                    <a:lnTo>
                      <a:pt x="4297" y="9938"/>
                    </a:lnTo>
                    <a:lnTo>
                      <a:pt x="4837" y="9957"/>
                    </a:lnTo>
                    <a:lnTo>
                      <a:pt x="5259" y="9133"/>
                    </a:lnTo>
                    <a:lnTo>
                      <a:pt x="5408" y="10039"/>
                    </a:lnTo>
                    <a:lnTo>
                      <a:pt x="6717" y="10143"/>
                    </a:lnTo>
                    <a:lnTo>
                      <a:pt x="6575" y="7357"/>
                    </a:lnTo>
                    <a:lnTo>
                      <a:pt x="5206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Google Shape;1958;p48"/>
              <p:cNvSpPr/>
              <p:nvPr/>
            </p:nvSpPr>
            <p:spPr>
              <a:xfrm>
                <a:off x="3282475" y="1323975"/>
                <a:ext cx="49625" cy="64025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2561" extrusionOk="0">
                    <a:moveTo>
                      <a:pt x="208" y="0"/>
                    </a:moveTo>
                    <a:lnTo>
                      <a:pt x="130" y="852"/>
                    </a:lnTo>
                    <a:lnTo>
                      <a:pt x="70" y="1552"/>
                    </a:lnTo>
                    <a:lnTo>
                      <a:pt x="0" y="1988"/>
                    </a:lnTo>
                    <a:cubicBezTo>
                      <a:pt x="0" y="1988"/>
                      <a:pt x="256" y="2561"/>
                      <a:pt x="990" y="2561"/>
                    </a:cubicBezTo>
                    <a:cubicBezTo>
                      <a:pt x="1030" y="2561"/>
                      <a:pt x="1071" y="2559"/>
                      <a:pt x="1114" y="2556"/>
                    </a:cubicBezTo>
                    <a:cubicBezTo>
                      <a:pt x="1940" y="2483"/>
                      <a:pt x="1984" y="1944"/>
                      <a:pt x="1984" y="1944"/>
                    </a:cubicBezTo>
                    <a:lnTo>
                      <a:pt x="1385" y="578"/>
                    </a:lnTo>
                    <a:lnTo>
                      <a:pt x="1007" y="546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Google Shape;1959;p48"/>
              <p:cNvSpPr/>
              <p:nvPr/>
            </p:nvSpPr>
            <p:spPr>
              <a:xfrm>
                <a:off x="3250675" y="1368050"/>
                <a:ext cx="129700" cy="70375"/>
              </a:xfrm>
              <a:custGeom>
                <a:avLst/>
                <a:gdLst/>
                <a:ahLst/>
                <a:cxnLst/>
                <a:rect l="l" t="t" r="r" b="b"/>
                <a:pathLst>
                  <a:path w="5188" h="2815" extrusionOk="0">
                    <a:moveTo>
                      <a:pt x="3477" y="1"/>
                    </a:moveTo>
                    <a:cubicBezTo>
                      <a:pt x="3477" y="1"/>
                      <a:pt x="3433" y="600"/>
                      <a:pt x="2919" y="796"/>
                    </a:cubicBezTo>
                    <a:cubicBezTo>
                      <a:pt x="2871" y="814"/>
                      <a:pt x="2821" y="822"/>
                      <a:pt x="2769" y="822"/>
                    </a:cubicBezTo>
                    <a:cubicBezTo>
                      <a:pt x="2255" y="822"/>
                      <a:pt x="1569" y="39"/>
                      <a:pt x="1569" y="39"/>
                    </a:cubicBezTo>
                    <a:cubicBezTo>
                      <a:pt x="1569" y="39"/>
                      <a:pt x="916" y="405"/>
                      <a:pt x="420" y="720"/>
                    </a:cubicBezTo>
                    <a:cubicBezTo>
                      <a:pt x="1" y="991"/>
                      <a:pt x="1130" y="2815"/>
                      <a:pt x="1130" y="2815"/>
                    </a:cubicBezTo>
                    <a:lnTo>
                      <a:pt x="4670" y="2326"/>
                    </a:lnTo>
                    <a:lnTo>
                      <a:pt x="5187" y="1998"/>
                    </a:lnTo>
                    <a:cubicBezTo>
                      <a:pt x="5187" y="1998"/>
                      <a:pt x="4862" y="973"/>
                      <a:pt x="4771" y="796"/>
                    </a:cubicBezTo>
                    <a:cubicBezTo>
                      <a:pt x="4771" y="796"/>
                      <a:pt x="4212" y="291"/>
                      <a:pt x="3477" y="1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Google Shape;1960;p48"/>
              <p:cNvSpPr/>
              <p:nvPr/>
            </p:nvSpPr>
            <p:spPr>
              <a:xfrm>
                <a:off x="3285850" y="1323825"/>
                <a:ext cx="45075" cy="35025"/>
              </a:xfrm>
              <a:custGeom>
                <a:avLst/>
                <a:gdLst/>
                <a:ahLst/>
                <a:cxnLst/>
                <a:rect l="l" t="t" r="r" b="b"/>
                <a:pathLst>
                  <a:path w="1803" h="1401" extrusionOk="0">
                    <a:moveTo>
                      <a:pt x="80" y="0"/>
                    </a:moveTo>
                    <a:lnTo>
                      <a:pt x="1" y="852"/>
                    </a:lnTo>
                    <a:cubicBezTo>
                      <a:pt x="726" y="1290"/>
                      <a:pt x="1073" y="1341"/>
                      <a:pt x="1594" y="1401"/>
                    </a:cubicBezTo>
                    <a:lnTo>
                      <a:pt x="1802" y="877"/>
                    </a:lnTo>
                    <a:lnTo>
                      <a:pt x="1730" y="659"/>
                    </a:lnTo>
                    <a:lnTo>
                      <a:pt x="903" y="864"/>
                    </a:lnTo>
                    <a:lnTo>
                      <a:pt x="80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Google Shape;1961;p48"/>
              <p:cNvSpPr/>
              <p:nvPr/>
            </p:nvSpPr>
            <p:spPr>
              <a:xfrm>
                <a:off x="3269300" y="1258650"/>
                <a:ext cx="80350" cy="98025"/>
              </a:xfrm>
              <a:custGeom>
                <a:avLst/>
                <a:gdLst/>
                <a:ahLst/>
                <a:cxnLst/>
                <a:rect l="l" t="t" r="r" b="b"/>
                <a:pathLst>
                  <a:path w="3214" h="3921" extrusionOk="0">
                    <a:moveTo>
                      <a:pt x="1639" y="0"/>
                    </a:moveTo>
                    <a:cubicBezTo>
                      <a:pt x="1624" y="0"/>
                      <a:pt x="1609" y="0"/>
                      <a:pt x="1593" y="1"/>
                    </a:cubicBezTo>
                    <a:cubicBezTo>
                      <a:pt x="1593" y="1"/>
                      <a:pt x="1582" y="0"/>
                      <a:pt x="1562" y="0"/>
                    </a:cubicBezTo>
                    <a:cubicBezTo>
                      <a:pt x="1382" y="0"/>
                      <a:pt x="475" y="62"/>
                      <a:pt x="180" y="1276"/>
                    </a:cubicBezTo>
                    <a:cubicBezTo>
                      <a:pt x="180" y="1276"/>
                      <a:pt x="0" y="2143"/>
                      <a:pt x="477" y="2869"/>
                    </a:cubicBezTo>
                    <a:cubicBezTo>
                      <a:pt x="477" y="2869"/>
                      <a:pt x="1392" y="3781"/>
                      <a:pt x="2294" y="3916"/>
                    </a:cubicBezTo>
                    <a:cubicBezTo>
                      <a:pt x="2314" y="3919"/>
                      <a:pt x="2334" y="3920"/>
                      <a:pt x="2354" y="3920"/>
                    </a:cubicBezTo>
                    <a:cubicBezTo>
                      <a:pt x="2943" y="3920"/>
                      <a:pt x="3213" y="2799"/>
                      <a:pt x="3158" y="1736"/>
                    </a:cubicBezTo>
                    <a:cubicBezTo>
                      <a:pt x="3066" y="758"/>
                      <a:pt x="2324" y="0"/>
                      <a:pt x="1639" y="0"/>
                    </a:cubicBez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Google Shape;1962;p48"/>
              <p:cNvSpPr/>
              <p:nvPr/>
            </p:nvSpPr>
            <p:spPr>
              <a:xfrm>
                <a:off x="3322225" y="1308400"/>
                <a:ext cx="9875" cy="2102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841" extrusionOk="0">
                    <a:moveTo>
                      <a:pt x="198" y="1"/>
                    </a:moveTo>
                    <a:cubicBezTo>
                      <a:pt x="195" y="1"/>
                      <a:pt x="192" y="1"/>
                      <a:pt x="189" y="2"/>
                    </a:cubicBezTo>
                    <a:cubicBezTo>
                      <a:pt x="177" y="11"/>
                      <a:pt x="174" y="24"/>
                      <a:pt x="177" y="33"/>
                    </a:cubicBezTo>
                    <a:cubicBezTo>
                      <a:pt x="177" y="33"/>
                      <a:pt x="271" y="220"/>
                      <a:pt x="319" y="570"/>
                    </a:cubicBezTo>
                    <a:cubicBezTo>
                      <a:pt x="338" y="718"/>
                      <a:pt x="306" y="778"/>
                      <a:pt x="268" y="791"/>
                    </a:cubicBezTo>
                    <a:cubicBezTo>
                      <a:pt x="264" y="792"/>
                      <a:pt x="258" y="793"/>
                      <a:pt x="253" y="793"/>
                    </a:cubicBezTo>
                    <a:cubicBezTo>
                      <a:pt x="195" y="793"/>
                      <a:pt x="108" y="714"/>
                      <a:pt x="51" y="573"/>
                    </a:cubicBezTo>
                    <a:cubicBezTo>
                      <a:pt x="48" y="566"/>
                      <a:pt x="40" y="560"/>
                      <a:pt x="31" y="560"/>
                    </a:cubicBezTo>
                    <a:cubicBezTo>
                      <a:pt x="27" y="560"/>
                      <a:pt x="23" y="561"/>
                      <a:pt x="19" y="563"/>
                    </a:cubicBezTo>
                    <a:cubicBezTo>
                      <a:pt x="6" y="567"/>
                      <a:pt x="0" y="582"/>
                      <a:pt x="6" y="595"/>
                    </a:cubicBezTo>
                    <a:cubicBezTo>
                      <a:pt x="67" y="741"/>
                      <a:pt x="164" y="841"/>
                      <a:pt x="247" y="841"/>
                    </a:cubicBezTo>
                    <a:cubicBezTo>
                      <a:pt x="255" y="841"/>
                      <a:pt x="264" y="840"/>
                      <a:pt x="271" y="838"/>
                    </a:cubicBezTo>
                    <a:lnTo>
                      <a:pt x="281" y="838"/>
                    </a:lnTo>
                    <a:cubicBezTo>
                      <a:pt x="316" y="832"/>
                      <a:pt x="394" y="784"/>
                      <a:pt x="366" y="567"/>
                    </a:cubicBezTo>
                    <a:cubicBezTo>
                      <a:pt x="319" y="213"/>
                      <a:pt x="224" y="24"/>
                      <a:pt x="221" y="15"/>
                    </a:cubicBezTo>
                    <a:cubicBezTo>
                      <a:pt x="216" y="5"/>
                      <a:pt x="208" y="1"/>
                      <a:pt x="198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Google Shape;1963;p48"/>
              <p:cNvSpPr/>
              <p:nvPr/>
            </p:nvSpPr>
            <p:spPr>
              <a:xfrm>
                <a:off x="3332150" y="1304050"/>
                <a:ext cx="14700" cy="6775"/>
              </a:xfrm>
              <a:custGeom>
                <a:avLst/>
                <a:gdLst/>
                <a:ahLst/>
                <a:cxnLst/>
                <a:rect l="l" t="t" r="r" b="b"/>
                <a:pathLst>
                  <a:path w="588" h="271" extrusionOk="0">
                    <a:moveTo>
                      <a:pt x="256" y="0"/>
                    </a:moveTo>
                    <a:cubicBezTo>
                      <a:pt x="238" y="0"/>
                      <a:pt x="221" y="2"/>
                      <a:pt x="203" y="6"/>
                    </a:cubicBezTo>
                    <a:cubicBezTo>
                      <a:pt x="143" y="28"/>
                      <a:pt x="98" y="65"/>
                      <a:pt x="64" y="113"/>
                    </a:cubicBezTo>
                    <a:cubicBezTo>
                      <a:pt x="32" y="160"/>
                      <a:pt x="10" y="217"/>
                      <a:pt x="1" y="271"/>
                    </a:cubicBezTo>
                    <a:cubicBezTo>
                      <a:pt x="42" y="233"/>
                      <a:pt x="76" y="195"/>
                      <a:pt x="111" y="163"/>
                    </a:cubicBezTo>
                    <a:cubicBezTo>
                      <a:pt x="149" y="132"/>
                      <a:pt x="187" y="110"/>
                      <a:pt x="228" y="97"/>
                    </a:cubicBezTo>
                    <a:cubicBezTo>
                      <a:pt x="243" y="91"/>
                      <a:pt x="260" y="88"/>
                      <a:pt x="276" y="88"/>
                    </a:cubicBezTo>
                    <a:cubicBezTo>
                      <a:pt x="337" y="88"/>
                      <a:pt x="404" y="126"/>
                      <a:pt x="471" y="185"/>
                    </a:cubicBezTo>
                    <a:lnTo>
                      <a:pt x="587" y="47"/>
                    </a:lnTo>
                    <a:lnTo>
                      <a:pt x="449" y="122"/>
                    </a:lnTo>
                    <a:cubicBezTo>
                      <a:pt x="430" y="91"/>
                      <a:pt x="408" y="59"/>
                      <a:pt x="376" y="40"/>
                    </a:cubicBezTo>
                    <a:cubicBezTo>
                      <a:pt x="351" y="18"/>
                      <a:pt x="326" y="9"/>
                      <a:pt x="294" y="2"/>
                    </a:cubicBezTo>
                    <a:cubicBezTo>
                      <a:pt x="281" y="1"/>
                      <a:pt x="268" y="0"/>
                      <a:pt x="256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Google Shape;1964;p48"/>
              <p:cNvSpPr/>
              <p:nvPr/>
            </p:nvSpPr>
            <p:spPr>
              <a:xfrm>
                <a:off x="3301800" y="1307250"/>
                <a:ext cx="16650" cy="5950"/>
              </a:xfrm>
              <a:custGeom>
                <a:avLst/>
                <a:gdLst/>
                <a:ahLst/>
                <a:cxnLst/>
                <a:rect l="l" t="t" r="r" b="b"/>
                <a:pathLst>
                  <a:path w="666" h="238" extrusionOk="0">
                    <a:moveTo>
                      <a:pt x="401" y="1"/>
                    </a:moveTo>
                    <a:cubicBezTo>
                      <a:pt x="366" y="1"/>
                      <a:pt x="338" y="4"/>
                      <a:pt x="303" y="16"/>
                    </a:cubicBezTo>
                    <a:cubicBezTo>
                      <a:pt x="271" y="32"/>
                      <a:pt x="249" y="48"/>
                      <a:pt x="224" y="73"/>
                    </a:cubicBezTo>
                    <a:cubicBezTo>
                      <a:pt x="199" y="102"/>
                      <a:pt x="183" y="136"/>
                      <a:pt x="170" y="171"/>
                    </a:cubicBezTo>
                    <a:lnTo>
                      <a:pt x="0" y="133"/>
                    </a:lnTo>
                    <a:lnTo>
                      <a:pt x="158" y="237"/>
                    </a:lnTo>
                    <a:cubicBezTo>
                      <a:pt x="225" y="155"/>
                      <a:pt x="298" y="100"/>
                      <a:pt x="373" y="100"/>
                    </a:cubicBezTo>
                    <a:cubicBezTo>
                      <a:pt x="379" y="100"/>
                      <a:pt x="385" y="101"/>
                      <a:pt x="391" y="102"/>
                    </a:cubicBezTo>
                    <a:cubicBezTo>
                      <a:pt x="435" y="102"/>
                      <a:pt x="476" y="117"/>
                      <a:pt x="524" y="136"/>
                    </a:cubicBezTo>
                    <a:cubicBezTo>
                      <a:pt x="571" y="155"/>
                      <a:pt x="615" y="184"/>
                      <a:pt x="666" y="212"/>
                    </a:cubicBezTo>
                    <a:cubicBezTo>
                      <a:pt x="653" y="155"/>
                      <a:pt x="612" y="108"/>
                      <a:pt x="568" y="73"/>
                    </a:cubicBezTo>
                    <a:cubicBezTo>
                      <a:pt x="527" y="32"/>
                      <a:pt x="467" y="4"/>
                      <a:pt x="401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Google Shape;1965;p48"/>
              <p:cNvSpPr/>
              <p:nvPr/>
            </p:nvSpPr>
            <p:spPr>
              <a:xfrm>
                <a:off x="3257850" y="1408975"/>
                <a:ext cx="115975" cy="136400"/>
              </a:xfrm>
              <a:custGeom>
                <a:avLst/>
                <a:gdLst/>
                <a:ahLst/>
                <a:cxnLst/>
                <a:rect l="l" t="t" r="r" b="b"/>
                <a:pathLst>
                  <a:path w="4639" h="5456" extrusionOk="0">
                    <a:moveTo>
                      <a:pt x="2857" y="0"/>
                    </a:moveTo>
                    <a:cubicBezTo>
                      <a:pt x="2815" y="0"/>
                      <a:pt x="2776" y="3"/>
                      <a:pt x="2739" y="7"/>
                    </a:cubicBezTo>
                    <a:cubicBezTo>
                      <a:pt x="2212" y="74"/>
                      <a:pt x="559" y="695"/>
                      <a:pt x="559" y="695"/>
                    </a:cubicBezTo>
                    <a:lnTo>
                      <a:pt x="402" y="780"/>
                    </a:lnTo>
                    <a:lnTo>
                      <a:pt x="1" y="989"/>
                    </a:lnTo>
                    <a:cubicBezTo>
                      <a:pt x="1" y="989"/>
                      <a:pt x="635" y="2863"/>
                      <a:pt x="591" y="3500"/>
                    </a:cubicBezTo>
                    <a:cubicBezTo>
                      <a:pt x="562" y="3935"/>
                      <a:pt x="247" y="5263"/>
                      <a:pt x="247" y="5263"/>
                    </a:cubicBezTo>
                    <a:cubicBezTo>
                      <a:pt x="247" y="5263"/>
                      <a:pt x="1015" y="5456"/>
                      <a:pt x="1861" y="5456"/>
                    </a:cubicBezTo>
                    <a:cubicBezTo>
                      <a:pt x="2098" y="5456"/>
                      <a:pt x="2341" y="5441"/>
                      <a:pt x="2575" y="5402"/>
                    </a:cubicBezTo>
                    <a:cubicBezTo>
                      <a:pt x="3897" y="5330"/>
                      <a:pt x="4638" y="4872"/>
                      <a:pt x="4638" y="4872"/>
                    </a:cubicBezTo>
                    <a:lnTo>
                      <a:pt x="4219" y="3582"/>
                    </a:lnTo>
                    <a:lnTo>
                      <a:pt x="4137" y="3197"/>
                    </a:lnTo>
                    <a:lnTo>
                      <a:pt x="4405" y="408"/>
                    </a:lnTo>
                    <a:cubicBezTo>
                      <a:pt x="4405" y="408"/>
                      <a:pt x="3420" y="0"/>
                      <a:pt x="2857" y="0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Google Shape;1966;p48"/>
              <p:cNvSpPr/>
              <p:nvPr/>
            </p:nvSpPr>
            <p:spPr>
              <a:xfrm>
                <a:off x="3354475" y="1401825"/>
                <a:ext cx="13825" cy="40075"/>
              </a:xfrm>
              <a:custGeom>
                <a:avLst/>
                <a:gdLst/>
                <a:ahLst/>
                <a:cxnLst/>
                <a:rect l="l" t="t" r="r" b="b"/>
                <a:pathLst>
                  <a:path w="553" h="1603" extrusionOk="0">
                    <a:moveTo>
                      <a:pt x="0" y="0"/>
                    </a:moveTo>
                    <a:cubicBezTo>
                      <a:pt x="0" y="0"/>
                      <a:pt x="303" y="644"/>
                      <a:pt x="376" y="801"/>
                    </a:cubicBezTo>
                    <a:cubicBezTo>
                      <a:pt x="445" y="959"/>
                      <a:pt x="458" y="1603"/>
                      <a:pt x="458" y="1603"/>
                    </a:cubicBezTo>
                    <a:cubicBezTo>
                      <a:pt x="458" y="1603"/>
                      <a:pt x="480" y="1312"/>
                      <a:pt x="518" y="975"/>
                    </a:cubicBezTo>
                    <a:cubicBezTo>
                      <a:pt x="552" y="634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Google Shape;1967;p48"/>
              <p:cNvSpPr/>
              <p:nvPr/>
            </p:nvSpPr>
            <p:spPr>
              <a:xfrm>
                <a:off x="3276075" y="1275925"/>
                <a:ext cx="75175" cy="28800"/>
              </a:xfrm>
              <a:custGeom>
                <a:avLst/>
                <a:gdLst/>
                <a:ahLst/>
                <a:cxnLst/>
                <a:rect l="l" t="t" r="r" b="b"/>
                <a:pathLst>
                  <a:path w="3007" h="1152" extrusionOk="0">
                    <a:moveTo>
                      <a:pt x="1999" y="0"/>
                    </a:moveTo>
                    <a:cubicBezTo>
                      <a:pt x="1598" y="0"/>
                      <a:pt x="1194" y="153"/>
                      <a:pt x="975" y="414"/>
                    </a:cubicBezTo>
                    <a:cubicBezTo>
                      <a:pt x="598" y="860"/>
                      <a:pt x="32" y="866"/>
                      <a:pt x="2" y="866"/>
                    </a:cubicBezTo>
                    <a:cubicBezTo>
                      <a:pt x="1" y="866"/>
                      <a:pt x="1" y="866"/>
                      <a:pt x="1" y="866"/>
                    </a:cubicBezTo>
                    <a:lnTo>
                      <a:pt x="1" y="866"/>
                    </a:lnTo>
                    <a:cubicBezTo>
                      <a:pt x="306" y="1077"/>
                      <a:pt x="605" y="1152"/>
                      <a:pt x="876" y="1152"/>
                    </a:cubicBezTo>
                    <a:cubicBezTo>
                      <a:pt x="1539" y="1152"/>
                      <a:pt x="2032" y="702"/>
                      <a:pt x="2032" y="701"/>
                    </a:cubicBezTo>
                    <a:lnTo>
                      <a:pt x="2032" y="701"/>
                    </a:lnTo>
                    <a:lnTo>
                      <a:pt x="1818" y="1071"/>
                    </a:lnTo>
                    <a:cubicBezTo>
                      <a:pt x="1834" y="1071"/>
                      <a:pt x="1850" y="1072"/>
                      <a:pt x="1865" y="1072"/>
                    </a:cubicBezTo>
                    <a:cubicBezTo>
                      <a:pt x="2529" y="1072"/>
                      <a:pt x="3006" y="436"/>
                      <a:pt x="2830" y="285"/>
                    </a:cubicBezTo>
                    <a:cubicBezTo>
                      <a:pt x="2610" y="89"/>
                      <a:pt x="2305" y="0"/>
                      <a:pt x="1999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Google Shape;1968;p48"/>
              <p:cNvSpPr/>
              <p:nvPr/>
            </p:nvSpPr>
            <p:spPr>
              <a:xfrm>
                <a:off x="3315500" y="1330925"/>
                <a:ext cx="22825" cy="6475"/>
              </a:xfrm>
              <a:custGeom>
                <a:avLst/>
                <a:gdLst/>
                <a:ahLst/>
                <a:cxnLst/>
                <a:rect l="l" t="t" r="r" b="b"/>
                <a:pathLst>
                  <a:path w="913" h="259" extrusionOk="0">
                    <a:moveTo>
                      <a:pt x="890" y="1"/>
                    </a:moveTo>
                    <a:cubicBezTo>
                      <a:pt x="884" y="1"/>
                      <a:pt x="877" y="4"/>
                      <a:pt x="872" y="9"/>
                    </a:cubicBezTo>
                    <a:cubicBezTo>
                      <a:pt x="755" y="169"/>
                      <a:pt x="596" y="216"/>
                      <a:pt x="448" y="216"/>
                    </a:cubicBezTo>
                    <a:cubicBezTo>
                      <a:pt x="229" y="216"/>
                      <a:pt x="34" y="112"/>
                      <a:pt x="33" y="110"/>
                    </a:cubicBezTo>
                    <a:cubicBezTo>
                      <a:pt x="29" y="110"/>
                      <a:pt x="26" y="109"/>
                      <a:pt x="24" y="109"/>
                    </a:cubicBezTo>
                    <a:cubicBezTo>
                      <a:pt x="15" y="109"/>
                      <a:pt x="9" y="113"/>
                      <a:pt x="4" y="120"/>
                    </a:cubicBezTo>
                    <a:cubicBezTo>
                      <a:pt x="1" y="132"/>
                      <a:pt x="4" y="142"/>
                      <a:pt x="14" y="148"/>
                    </a:cubicBezTo>
                    <a:cubicBezTo>
                      <a:pt x="17" y="151"/>
                      <a:pt x="219" y="259"/>
                      <a:pt x="446" y="259"/>
                    </a:cubicBezTo>
                    <a:cubicBezTo>
                      <a:pt x="604" y="259"/>
                      <a:pt x="777" y="205"/>
                      <a:pt x="903" y="32"/>
                    </a:cubicBezTo>
                    <a:cubicBezTo>
                      <a:pt x="913" y="25"/>
                      <a:pt x="906" y="13"/>
                      <a:pt x="900" y="6"/>
                    </a:cubicBezTo>
                    <a:cubicBezTo>
                      <a:pt x="897" y="2"/>
                      <a:pt x="894" y="1"/>
                      <a:pt x="890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Google Shape;1969;p48"/>
              <p:cNvSpPr/>
              <p:nvPr/>
            </p:nvSpPr>
            <p:spPr>
              <a:xfrm>
                <a:off x="3426400" y="1456550"/>
                <a:ext cx="50825" cy="58350"/>
              </a:xfrm>
              <a:custGeom>
                <a:avLst/>
                <a:gdLst/>
                <a:ahLst/>
                <a:cxnLst/>
                <a:rect l="l" t="t" r="r" b="b"/>
                <a:pathLst>
                  <a:path w="2033" h="2334" extrusionOk="0">
                    <a:moveTo>
                      <a:pt x="953" y="0"/>
                    </a:moveTo>
                    <a:lnTo>
                      <a:pt x="890" y="133"/>
                    </a:lnTo>
                    <a:lnTo>
                      <a:pt x="1133" y="344"/>
                    </a:lnTo>
                    <a:lnTo>
                      <a:pt x="613" y="865"/>
                    </a:lnTo>
                    <a:cubicBezTo>
                      <a:pt x="546" y="982"/>
                      <a:pt x="1" y="2294"/>
                      <a:pt x="1" y="2294"/>
                    </a:cubicBezTo>
                    <a:cubicBezTo>
                      <a:pt x="1" y="2294"/>
                      <a:pt x="84" y="2333"/>
                      <a:pt x="212" y="2333"/>
                    </a:cubicBezTo>
                    <a:cubicBezTo>
                      <a:pt x="372" y="2333"/>
                      <a:pt x="602" y="2272"/>
                      <a:pt x="827" y="1994"/>
                    </a:cubicBezTo>
                    <a:cubicBezTo>
                      <a:pt x="827" y="1994"/>
                      <a:pt x="631" y="1549"/>
                      <a:pt x="843" y="1313"/>
                    </a:cubicBezTo>
                    <a:cubicBezTo>
                      <a:pt x="1237" y="685"/>
                      <a:pt x="1856" y="874"/>
                      <a:pt x="2032" y="455"/>
                    </a:cubicBezTo>
                    <a:cubicBezTo>
                      <a:pt x="2032" y="455"/>
                      <a:pt x="1594" y="124"/>
                      <a:pt x="1395" y="79"/>
                    </a:cubicBezTo>
                    <a:cubicBezTo>
                      <a:pt x="1193" y="38"/>
                      <a:pt x="953" y="0"/>
                      <a:pt x="953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Google Shape;1970;p48"/>
              <p:cNvSpPr/>
              <p:nvPr/>
            </p:nvSpPr>
            <p:spPr>
              <a:xfrm>
                <a:off x="3311400" y="1454900"/>
                <a:ext cx="54775" cy="62950"/>
              </a:xfrm>
              <a:custGeom>
                <a:avLst/>
                <a:gdLst/>
                <a:ahLst/>
                <a:cxnLst/>
                <a:rect l="l" t="t" r="r" b="b"/>
                <a:pathLst>
                  <a:path w="2191" h="2518" extrusionOk="0">
                    <a:moveTo>
                      <a:pt x="777" y="0"/>
                    </a:moveTo>
                    <a:cubicBezTo>
                      <a:pt x="777" y="0"/>
                      <a:pt x="320" y="306"/>
                      <a:pt x="215" y="483"/>
                    </a:cubicBezTo>
                    <a:cubicBezTo>
                      <a:pt x="115" y="663"/>
                      <a:pt x="1" y="877"/>
                      <a:pt x="1" y="877"/>
                    </a:cubicBezTo>
                    <a:lnTo>
                      <a:pt x="105" y="981"/>
                    </a:lnTo>
                    <a:lnTo>
                      <a:pt x="386" y="820"/>
                    </a:lnTo>
                    <a:lnTo>
                      <a:pt x="708" y="1477"/>
                    </a:lnTo>
                    <a:cubicBezTo>
                      <a:pt x="799" y="1581"/>
                      <a:pt x="1869" y="2518"/>
                      <a:pt x="1869" y="2518"/>
                    </a:cubicBezTo>
                    <a:cubicBezTo>
                      <a:pt x="1869" y="2518"/>
                      <a:pt x="2190" y="2183"/>
                      <a:pt x="1850" y="1644"/>
                    </a:cubicBezTo>
                    <a:cubicBezTo>
                      <a:pt x="1850" y="1644"/>
                      <a:pt x="1826" y="1646"/>
                      <a:pt x="1789" y="1646"/>
                    </a:cubicBezTo>
                    <a:cubicBezTo>
                      <a:pt x="1653" y="1646"/>
                      <a:pt x="1330" y="1623"/>
                      <a:pt x="1209" y="1410"/>
                    </a:cubicBezTo>
                    <a:cubicBezTo>
                      <a:pt x="742" y="827"/>
                      <a:pt x="1121" y="306"/>
                      <a:pt x="777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Google Shape;1971;p48"/>
              <p:cNvSpPr/>
              <p:nvPr/>
            </p:nvSpPr>
            <p:spPr>
              <a:xfrm>
                <a:off x="3330575" y="1465850"/>
                <a:ext cx="102150" cy="24675"/>
              </a:xfrm>
              <a:custGeom>
                <a:avLst/>
                <a:gdLst/>
                <a:ahLst/>
                <a:cxnLst/>
                <a:rect l="l" t="t" r="r" b="b"/>
                <a:pathLst>
                  <a:path w="4086" h="987" extrusionOk="0">
                    <a:moveTo>
                      <a:pt x="2203" y="1"/>
                    </a:moveTo>
                    <a:cubicBezTo>
                      <a:pt x="1333" y="1"/>
                      <a:pt x="353" y="211"/>
                      <a:pt x="250" y="364"/>
                    </a:cubicBezTo>
                    <a:cubicBezTo>
                      <a:pt x="136" y="531"/>
                      <a:pt x="1" y="890"/>
                      <a:pt x="1020" y="979"/>
                    </a:cubicBezTo>
                    <a:cubicBezTo>
                      <a:pt x="1076" y="984"/>
                      <a:pt x="1135" y="986"/>
                      <a:pt x="1196" y="986"/>
                    </a:cubicBezTo>
                    <a:cubicBezTo>
                      <a:pt x="2242" y="986"/>
                      <a:pt x="3912" y="285"/>
                      <a:pt x="3912" y="285"/>
                    </a:cubicBezTo>
                    <a:lnTo>
                      <a:pt x="4086" y="155"/>
                    </a:lnTo>
                    <a:cubicBezTo>
                      <a:pt x="4086" y="155"/>
                      <a:pt x="3370" y="54"/>
                      <a:pt x="2452" y="7"/>
                    </a:cubicBezTo>
                    <a:cubicBezTo>
                      <a:pt x="2371" y="3"/>
                      <a:pt x="2287" y="1"/>
                      <a:pt x="2203" y="1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Google Shape;1972;p48"/>
              <p:cNvSpPr/>
              <p:nvPr/>
            </p:nvSpPr>
            <p:spPr>
              <a:xfrm>
                <a:off x="3351075" y="1469025"/>
                <a:ext cx="93250" cy="24375"/>
              </a:xfrm>
              <a:custGeom>
                <a:avLst/>
                <a:gdLst/>
                <a:ahLst/>
                <a:cxnLst/>
                <a:rect l="l" t="t" r="r" b="b"/>
                <a:pathLst>
                  <a:path w="3730" h="975" extrusionOk="0">
                    <a:moveTo>
                      <a:pt x="3044" y="1"/>
                    </a:moveTo>
                    <a:cubicBezTo>
                      <a:pt x="2374" y="1"/>
                      <a:pt x="422" y="237"/>
                      <a:pt x="231" y="375"/>
                    </a:cubicBezTo>
                    <a:cubicBezTo>
                      <a:pt x="1" y="543"/>
                      <a:pt x="64" y="871"/>
                      <a:pt x="313" y="890"/>
                    </a:cubicBezTo>
                    <a:cubicBezTo>
                      <a:pt x="497" y="901"/>
                      <a:pt x="2019" y="974"/>
                      <a:pt x="2902" y="974"/>
                    </a:cubicBezTo>
                    <a:cubicBezTo>
                      <a:pt x="3218" y="974"/>
                      <a:pt x="3451" y="965"/>
                      <a:pt x="3512" y="940"/>
                    </a:cubicBezTo>
                    <a:cubicBezTo>
                      <a:pt x="3730" y="833"/>
                      <a:pt x="3638" y="517"/>
                      <a:pt x="3433" y="517"/>
                    </a:cubicBezTo>
                    <a:lnTo>
                      <a:pt x="3272" y="498"/>
                    </a:lnTo>
                    <a:cubicBezTo>
                      <a:pt x="3203" y="492"/>
                      <a:pt x="3149" y="483"/>
                      <a:pt x="3149" y="483"/>
                    </a:cubicBezTo>
                    <a:cubicBezTo>
                      <a:pt x="3149" y="483"/>
                      <a:pt x="3196" y="413"/>
                      <a:pt x="3234" y="322"/>
                    </a:cubicBezTo>
                    <a:cubicBezTo>
                      <a:pt x="3282" y="218"/>
                      <a:pt x="3320" y="98"/>
                      <a:pt x="3266" y="28"/>
                    </a:cubicBezTo>
                    <a:cubicBezTo>
                      <a:pt x="3251" y="9"/>
                      <a:pt x="3170" y="1"/>
                      <a:pt x="3044" y="1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Google Shape;1973;p48"/>
              <p:cNvSpPr/>
              <p:nvPr/>
            </p:nvSpPr>
            <p:spPr>
              <a:xfrm>
                <a:off x="3368200" y="1477050"/>
                <a:ext cx="64775" cy="8450"/>
              </a:xfrm>
              <a:custGeom>
                <a:avLst/>
                <a:gdLst/>
                <a:ahLst/>
                <a:cxnLst/>
                <a:rect l="l" t="t" r="r" b="b"/>
                <a:pathLst>
                  <a:path w="2591" h="338" extrusionOk="0">
                    <a:moveTo>
                      <a:pt x="2556" y="1"/>
                    </a:moveTo>
                    <a:lnTo>
                      <a:pt x="2556" y="1"/>
                    </a:lnTo>
                    <a:cubicBezTo>
                      <a:pt x="2555" y="1"/>
                      <a:pt x="0" y="51"/>
                      <a:pt x="3" y="285"/>
                    </a:cubicBezTo>
                    <a:cubicBezTo>
                      <a:pt x="7" y="323"/>
                      <a:pt x="149" y="337"/>
                      <a:pt x="363" y="337"/>
                    </a:cubicBezTo>
                    <a:cubicBezTo>
                      <a:pt x="1074" y="337"/>
                      <a:pt x="2590" y="177"/>
                      <a:pt x="2590" y="177"/>
                    </a:cubicBezTo>
                    <a:cubicBezTo>
                      <a:pt x="2518" y="171"/>
                      <a:pt x="2467" y="162"/>
                      <a:pt x="2467" y="162"/>
                    </a:cubicBezTo>
                    <a:cubicBezTo>
                      <a:pt x="2467" y="162"/>
                      <a:pt x="2515" y="92"/>
                      <a:pt x="2556" y="1"/>
                    </a:cubicBez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Google Shape;1974;p48"/>
              <p:cNvSpPr/>
              <p:nvPr/>
            </p:nvSpPr>
            <p:spPr>
              <a:xfrm>
                <a:off x="3367400" y="1479175"/>
                <a:ext cx="102175" cy="96175"/>
              </a:xfrm>
              <a:custGeom>
                <a:avLst/>
                <a:gdLst/>
                <a:ahLst/>
                <a:cxnLst/>
                <a:rect l="l" t="t" r="r" b="b"/>
                <a:pathLst>
                  <a:path w="4087" h="3847" extrusionOk="0">
                    <a:moveTo>
                      <a:pt x="4058" y="1"/>
                    </a:moveTo>
                    <a:lnTo>
                      <a:pt x="1" y="285"/>
                    </a:lnTo>
                    <a:lnTo>
                      <a:pt x="244" y="3847"/>
                    </a:lnTo>
                    <a:lnTo>
                      <a:pt x="4086" y="3326"/>
                    </a:lnTo>
                    <a:lnTo>
                      <a:pt x="4058" y="1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Google Shape;1975;p48"/>
              <p:cNvSpPr/>
              <p:nvPr/>
            </p:nvSpPr>
            <p:spPr>
              <a:xfrm>
                <a:off x="3395575" y="1503475"/>
                <a:ext cx="51675" cy="13050"/>
              </a:xfrm>
              <a:custGeom>
                <a:avLst/>
                <a:gdLst/>
                <a:ahLst/>
                <a:cxnLst/>
                <a:rect l="l" t="t" r="r" b="b"/>
                <a:pathLst>
                  <a:path w="2067" h="522" extrusionOk="0">
                    <a:moveTo>
                      <a:pt x="2047" y="1"/>
                    </a:moveTo>
                    <a:lnTo>
                      <a:pt x="0" y="155"/>
                    </a:lnTo>
                    <a:lnTo>
                      <a:pt x="16" y="521"/>
                    </a:lnTo>
                    <a:lnTo>
                      <a:pt x="2066" y="363"/>
                    </a:lnTo>
                    <a:lnTo>
                      <a:pt x="2047" y="1"/>
                    </a:ln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Google Shape;1976;p48"/>
              <p:cNvSpPr/>
              <p:nvPr/>
            </p:nvSpPr>
            <p:spPr>
              <a:xfrm>
                <a:off x="3319050" y="1486275"/>
                <a:ext cx="54450" cy="89075"/>
              </a:xfrm>
              <a:custGeom>
                <a:avLst/>
                <a:gdLst/>
                <a:ahLst/>
                <a:cxnLst/>
                <a:rect l="l" t="t" r="r" b="b"/>
                <a:pathLst>
                  <a:path w="2178" h="3563" extrusionOk="0">
                    <a:moveTo>
                      <a:pt x="1935" y="1"/>
                    </a:moveTo>
                    <a:lnTo>
                      <a:pt x="1" y="99"/>
                    </a:lnTo>
                    <a:lnTo>
                      <a:pt x="77" y="1241"/>
                    </a:lnTo>
                    <a:lnTo>
                      <a:pt x="137" y="1714"/>
                    </a:lnTo>
                    <a:lnTo>
                      <a:pt x="297" y="3563"/>
                    </a:lnTo>
                    <a:lnTo>
                      <a:pt x="2178" y="3563"/>
                    </a:lnTo>
                    <a:lnTo>
                      <a:pt x="2045" y="1584"/>
                    </a:lnTo>
                    <a:lnTo>
                      <a:pt x="2014" y="1105"/>
                    </a:lnTo>
                    <a:lnTo>
                      <a:pt x="1935" y="1"/>
                    </a:ln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Google Shape;1977;p48"/>
              <p:cNvSpPr/>
              <p:nvPr/>
            </p:nvSpPr>
            <p:spPr>
              <a:xfrm>
                <a:off x="3367400" y="1479350"/>
                <a:ext cx="114625" cy="24150"/>
              </a:xfrm>
              <a:custGeom>
                <a:avLst/>
                <a:gdLst/>
                <a:ahLst/>
                <a:cxnLst/>
                <a:rect l="l" t="t" r="r" b="b"/>
                <a:pathLst>
                  <a:path w="4585" h="966" extrusionOk="0">
                    <a:moveTo>
                      <a:pt x="4105" y="0"/>
                    </a:moveTo>
                    <a:lnTo>
                      <a:pt x="1" y="284"/>
                    </a:lnTo>
                    <a:lnTo>
                      <a:pt x="490" y="966"/>
                    </a:lnTo>
                    <a:lnTo>
                      <a:pt x="4585" y="685"/>
                    </a:lnTo>
                    <a:lnTo>
                      <a:pt x="410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Google Shape;1978;p48"/>
              <p:cNvSpPr/>
              <p:nvPr/>
            </p:nvSpPr>
            <p:spPr>
              <a:xfrm>
                <a:off x="3308325" y="1486275"/>
                <a:ext cx="59100" cy="20450"/>
              </a:xfrm>
              <a:custGeom>
                <a:avLst/>
                <a:gdLst/>
                <a:ahLst/>
                <a:cxnLst/>
                <a:rect l="l" t="t" r="r" b="b"/>
                <a:pathLst>
                  <a:path w="2364" h="818" extrusionOk="0">
                    <a:moveTo>
                      <a:pt x="2364" y="1"/>
                    </a:moveTo>
                    <a:lnTo>
                      <a:pt x="430" y="99"/>
                    </a:lnTo>
                    <a:lnTo>
                      <a:pt x="1" y="818"/>
                    </a:lnTo>
                    <a:lnTo>
                      <a:pt x="1973" y="748"/>
                    </a:lnTo>
                    <a:lnTo>
                      <a:pt x="236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Google Shape;1979;p48"/>
              <p:cNvSpPr/>
              <p:nvPr/>
            </p:nvSpPr>
            <p:spPr>
              <a:xfrm>
                <a:off x="3426800" y="1526425"/>
                <a:ext cx="29750" cy="14350"/>
              </a:xfrm>
              <a:custGeom>
                <a:avLst/>
                <a:gdLst/>
                <a:ahLst/>
                <a:cxnLst/>
                <a:rect l="l" t="t" r="r" b="b"/>
                <a:pathLst>
                  <a:path w="1190" h="574" extrusionOk="0">
                    <a:moveTo>
                      <a:pt x="1089" y="1"/>
                    </a:moveTo>
                    <a:lnTo>
                      <a:pt x="120" y="48"/>
                    </a:lnTo>
                    <a:lnTo>
                      <a:pt x="0" y="461"/>
                    </a:lnTo>
                    <a:cubicBezTo>
                      <a:pt x="0" y="461"/>
                      <a:pt x="283" y="573"/>
                      <a:pt x="605" y="573"/>
                    </a:cubicBezTo>
                    <a:cubicBezTo>
                      <a:pt x="804" y="573"/>
                      <a:pt x="1018" y="530"/>
                      <a:pt x="1190" y="392"/>
                    </a:cubicBezTo>
                    <a:lnTo>
                      <a:pt x="108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Google Shape;1980;p48"/>
              <p:cNvSpPr/>
              <p:nvPr/>
            </p:nvSpPr>
            <p:spPr>
              <a:xfrm>
                <a:off x="3420100" y="1479200"/>
                <a:ext cx="38275" cy="52500"/>
              </a:xfrm>
              <a:custGeom>
                <a:avLst/>
                <a:gdLst/>
                <a:ahLst/>
                <a:cxnLst/>
                <a:rect l="l" t="t" r="r" b="b"/>
                <a:pathLst>
                  <a:path w="1531" h="2100" extrusionOk="0">
                    <a:moveTo>
                      <a:pt x="731" y="0"/>
                    </a:moveTo>
                    <a:cubicBezTo>
                      <a:pt x="401" y="0"/>
                      <a:pt x="0" y="120"/>
                      <a:pt x="0" y="120"/>
                    </a:cubicBezTo>
                    <a:cubicBezTo>
                      <a:pt x="0" y="120"/>
                      <a:pt x="294" y="1088"/>
                      <a:pt x="196" y="1574"/>
                    </a:cubicBezTo>
                    <a:cubicBezTo>
                      <a:pt x="95" y="2060"/>
                      <a:pt x="363" y="2095"/>
                      <a:pt x="486" y="2095"/>
                    </a:cubicBezTo>
                    <a:cubicBezTo>
                      <a:pt x="525" y="2095"/>
                      <a:pt x="624" y="2099"/>
                      <a:pt x="744" y="2099"/>
                    </a:cubicBezTo>
                    <a:cubicBezTo>
                      <a:pt x="1005" y="2099"/>
                      <a:pt x="1365" y="2077"/>
                      <a:pt x="1432" y="1937"/>
                    </a:cubicBezTo>
                    <a:cubicBezTo>
                      <a:pt x="1530" y="1732"/>
                      <a:pt x="1338" y="296"/>
                      <a:pt x="1082" y="88"/>
                    </a:cubicBezTo>
                    <a:cubicBezTo>
                      <a:pt x="1005" y="23"/>
                      <a:pt x="874" y="0"/>
                      <a:pt x="731" y="0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Google Shape;1981;p48"/>
              <p:cNvSpPr/>
              <p:nvPr/>
            </p:nvSpPr>
            <p:spPr>
              <a:xfrm>
                <a:off x="3329000" y="1528475"/>
                <a:ext cx="28250" cy="13700"/>
              </a:xfrm>
              <a:custGeom>
                <a:avLst/>
                <a:gdLst/>
                <a:ahLst/>
                <a:cxnLst/>
                <a:rect l="l" t="t" r="r" b="b"/>
                <a:pathLst>
                  <a:path w="1130" h="548" extrusionOk="0">
                    <a:moveTo>
                      <a:pt x="95" y="1"/>
                    </a:moveTo>
                    <a:lnTo>
                      <a:pt x="0" y="373"/>
                    </a:lnTo>
                    <a:cubicBezTo>
                      <a:pt x="163" y="506"/>
                      <a:pt x="368" y="547"/>
                      <a:pt x="558" y="547"/>
                    </a:cubicBezTo>
                    <a:cubicBezTo>
                      <a:pt x="862" y="547"/>
                      <a:pt x="1130" y="442"/>
                      <a:pt x="1130" y="442"/>
                    </a:cubicBezTo>
                    <a:lnTo>
                      <a:pt x="1019" y="48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Google Shape;1982;p48"/>
              <p:cNvSpPr/>
              <p:nvPr/>
            </p:nvSpPr>
            <p:spPr>
              <a:xfrm>
                <a:off x="3327275" y="1483650"/>
                <a:ext cx="36300" cy="49950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98" extrusionOk="0">
                    <a:moveTo>
                      <a:pt x="760" y="1"/>
                    </a:moveTo>
                    <a:cubicBezTo>
                      <a:pt x="623" y="1"/>
                      <a:pt x="498" y="22"/>
                      <a:pt x="423" y="84"/>
                    </a:cubicBezTo>
                    <a:cubicBezTo>
                      <a:pt x="177" y="282"/>
                      <a:pt x="0" y="1645"/>
                      <a:pt x="92" y="1841"/>
                    </a:cubicBezTo>
                    <a:cubicBezTo>
                      <a:pt x="156" y="1976"/>
                      <a:pt x="492" y="1997"/>
                      <a:pt x="738" y="1997"/>
                    </a:cubicBezTo>
                    <a:cubicBezTo>
                      <a:pt x="856" y="1997"/>
                      <a:pt x="953" y="1992"/>
                      <a:pt x="991" y="1992"/>
                    </a:cubicBezTo>
                    <a:cubicBezTo>
                      <a:pt x="1104" y="1992"/>
                      <a:pt x="1357" y="1958"/>
                      <a:pt x="1265" y="1494"/>
                    </a:cubicBezTo>
                    <a:cubicBezTo>
                      <a:pt x="1174" y="1033"/>
                      <a:pt x="1451" y="112"/>
                      <a:pt x="1451" y="112"/>
                    </a:cubicBezTo>
                    <a:cubicBezTo>
                      <a:pt x="1451" y="112"/>
                      <a:pt x="1073" y="1"/>
                      <a:pt x="760" y="1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Google Shape;1983;p48"/>
              <p:cNvSpPr/>
              <p:nvPr/>
            </p:nvSpPr>
            <p:spPr>
              <a:xfrm>
                <a:off x="3235450" y="1390200"/>
                <a:ext cx="115900" cy="188700"/>
              </a:xfrm>
              <a:custGeom>
                <a:avLst/>
                <a:gdLst/>
                <a:ahLst/>
                <a:cxnLst/>
                <a:rect l="l" t="t" r="r" b="b"/>
                <a:pathLst>
                  <a:path w="4636" h="7548" extrusionOk="0">
                    <a:moveTo>
                      <a:pt x="908" y="1"/>
                    </a:moveTo>
                    <a:cubicBezTo>
                      <a:pt x="905" y="1"/>
                      <a:pt x="903" y="1"/>
                      <a:pt x="900" y="1"/>
                    </a:cubicBezTo>
                    <a:cubicBezTo>
                      <a:pt x="1" y="506"/>
                      <a:pt x="124" y="1377"/>
                      <a:pt x="124" y="1377"/>
                    </a:cubicBezTo>
                    <a:cubicBezTo>
                      <a:pt x="124" y="1377"/>
                      <a:pt x="903" y="4614"/>
                      <a:pt x="1067" y="4882"/>
                    </a:cubicBezTo>
                    <a:cubicBezTo>
                      <a:pt x="1228" y="5147"/>
                      <a:pt x="4194" y="7547"/>
                      <a:pt x="4194" y="7547"/>
                    </a:cubicBezTo>
                    <a:lnTo>
                      <a:pt x="4635" y="7040"/>
                    </a:lnTo>
                    <a:cubicBezTo>
                      <a:pt x="4635" y="7040"/>
                      <a:pt x="2462" y="4850"/>
                      <a:pt x="2175" y="4330"/>
                    </a:cubicBezTo>
                    <a:cubicBezTo>
                      <a:pt x="2033" y="3093"/>
                      <a:pt x="1626" y="1257"/>
                      <a:pt x="1493" y="1121"/>
                    </a:cubicBezTo>
                    <a:cubicBezTo>
                      <a:pt x="1325" y="944"/>
                      <a:pt x="1066" y="1"/>
                      <a:pt x="908" y="1"/>
                    </a:cubicBez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Google Shape;1984;p48"/>
              <p:cNvSpPr/>
              <p:nvPr/>
            </p:nvSpPr>
            <p:spPr>
              <a:xfrm>
                <a:off x="3233875" y="1386050"/>
                <a:ext cx="46475" cy="53650"/>
              </a:xfrm>
              <a:custGeom>
                <a:avLst/>
                <a:gdLst/>
                <a:ahLst/>
                <a:cxnLst/>
                <a:rect l="l" t="t" r="r" b="b"/>
                <a:pathLst>
                  <a:path w="1859" h="2146" extrusionOk="0">
                    <a:moveTo>
                      <a:pt x="1152" y="0"/>
                    </a:moveTo>
                    <a:cubicBezTo>
                      <a:pt x="1152" y="0"/>
                      <a:pt x="364" y="410"/>
                      <a:pt x="184" y="808"/>
                    </a:cubicBezTo>
                    <a:cubicBezTo>
                      <a:pt x="1" y="1202"/>
                      <a:pt x="89" y="2095"/>
                      <a:pt x="89" y="2095"/>
                    </a:cubicBezTo>
                    <a:lnTo>
                      <a:pt x="1859" y="2145"/>
                    </a:lnTo>
                    <a:cubicBezTo>
                      <a:pt x="1856" y="2142"/>
                      <a:pt x="1638" y="312"/>
                      <a:pt x="1152" y="0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Google Shape;1985;p48"/>
              <p:cNvSpPr/>
              <p:nvPr/>
            </p:nvSpPr>
            <p:spPr>
              <a:xfrm>
                <a:off x="3236100" y="1438400"/>
                <a:ext cx="44975" cy="8700"/>
              </a:xfrm>
              <a:custGeom>
                <a:avLst/>
                <a:gdLst/>
                <a:ahLst/>
                <a:cxnLst/>
                <a:rect l="l" t="t" r="r" b="b"/>
                <a:pathLst>
                  <a:path w="1799" h="348" extrusionOk="0">
                    <a:moveTo>
                      <a:pt x="0" y="1"/>
                    </a:moveTo>
                    <a:lnTo>
                      <a:pt x="0" y="348"/>
                    </a:lnTo>
                    <a:lnTo>
                      <a:pt x="1798" y="348"/>
                    </a:lnTo>
                    <a:lnTo>
                      <a:pt x="1767" y="4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Google Shape;1986;p48"/>
              <p:cNvSpPr/>
              <p:nvPr/>
            </p:nvSpPr>
            <p:spPr>
              <a:xfrm>
                <a:off x="3366775" y="1417975"/>
                <a:ext cx="16425" cy="14950"/>
              </a:xfrm>
              <a:custGeom>
                <a:avLst/>
                <a:gdLst/>
                <a:ahLst/>
                <a:cxnLst/>
                <a:rect l="l" t="t" r="r" b="b"/>
                <a:pathLst>
                  <a:path w="657" h="598" extrusionOk="0">
                    <a:moveTo>
                      <a:pt x="549" y="1"/>
                    </a:moveTo>
                    <a:lnTo>
                      <a:pt x="26" y="329"/>
                    </a:lnTo>
                    <a:lnTo>
                      <a:pt x="1" y="597"/>
                    </a:lnTo>
                    <a:lnTo>
                      <a:pt x="657" y="316"/>
                    </a:lnTo>
                    <a:lnTo>
                      <a:pt x="54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Google Shape;1987;p48"/>
              <p:cNvSpPr/>
              <p:nvPr/>
            </p:nvSpPr>
            <p:spPr>
              <a:xfrm>
                <a:off x="3335225" y="1562975"/>
                <a:ext cx="46650" cy="27925"/>
              </a:xfrm>
              <a:custGeom>
                <a:avLst/>
                <a:gdLst/>
                <a:ahLst/>
                <a:cxnLst/>
                <a:rect l="l" t="t" r="r" b="b"/>
                <a:pathLst>
                  <a:path w="1866" h="1117" extrusionOk="0">
                    <a:moveTo>
                      <a:pt x="802" y="1"/>
                    </a:moveTo>
                    <a:cubicBezTo>
                      <a:pt x="665" y="1"/>
                      <a:pt x="534" y="24"/>
                      <a:pt x="534" y="24"/>
                    </a:cubicBezTo>
                    <a:cubicBezTo>
                      <a:pt x="534" y="24"/>
                      <a:pt x="1" y="223"/>
                      <a:pt x="124" y="520"/>
                    </a:cubicBezTo>
                    <a:cubicBezTo>
                      <a:pt x="250" y="813"/>
                      <a:pt x="386" y="905"/>
                      <a:pt x="720" y="1047"/>
                    </a:cubicBezTo>
                    <a:cubicBezTo>
                      <a:pt x="845" y="1100"/>
                      <a:pt x="930" y="1117"/>
                      <a:pt x="987" y="1117"/>
                    </a:cubicBezTo>
                    <a:cubicBezTo>
                      <a:pt x="1084" y="1117"/>
                      <a:pt x="1103" y="1068"/>
                      <a:pt x="1105" y="1056"/>
                    </a:cubicBezTo>
                    <a:cubicBezTo>
                      <a:pt x="1107" y="1041"/>
                      <a:pt x="1020" y="1010"/>
                      <a:pt x="966" y="993"/>
                    </a:cubicBezTo>
                    <a:lnTo>
                      <a:pt x="966" y="993"/>
                    </a:lnTo>
                    <a:cubicBezTo>
                      <a:pt x="992" y="999"/>
                      <a:pt x="1034" y="1008"/>
                      <a:pt x="1102" y="1018"/>
                    </a:cubicBezTo>
                    <a:cubicBezTo>
                      <a:pt x="1123" y="1022"/>
                      <a:pt x="1143" y="1023"/>
                      <a:pt x="1163" y="1023"/>
                    </a:cubicBezTo>
                    <a:cubicBezTo>
                      <a:pt x="1289" y="1023"/>
                      <a:pt x="1369" y="958"/>
                      <a:pt x="1341" y="914"/>
                    </a:cubicBezTo>
                    <a:cubicBezTo>
                      <a:pt x="1310" y="889"/>
                      <a:pt x="1075" y="852"/>
                      <a:pt x="1067" y="851"/>
                    </a:cubicBezTo>
                    <a:lnTo>
                      <a:pt x="1067" y="851"/>
                    </a:lnTo>
                    <a:cubicBezTo>
                      <a:pt x="1073" y="852"/>
                      <a:pt x="1216" y="874"/>
                      <a:pt x="1333" y="874"/>
                    </a:cubicBezTo>
                    <a:cubicBezTo>
                      <a:pt x="1360" y="874"/>
                      <a:pt x="1385" y="873"/>
                      <a:pt x="1408" y="870"/>
                    </a:cubicBezTo>
                    <a:cubicBezTo>
                      <a:pt x="1562" y="851"/>
                      <a:pt x="1641" y="756"/>
                      <a:pt x="1622" y="725"/>
                    </a:cubicBezTo>
                    <a:cubicBezTo>
                      <a:pt x="1619" y="701"/>
                      <a:pt x="1578" y="695"/>
                      <a:pt x="1535" y="695"/>
                    </a:cubicBezTo>
                    <a:cubicBezTo>
                      <a:pt x="1504" y="695"/>
                      <a:pt x="1472" y="698"/>
                      <a:pt x="1452" y="700"/>
                    </a:cubicBezTo>
                    <a:cubicBezTo>
                      <a:pt x="1405" y="700"/>
                      <a:pt x="1234" y="703"/>
                      <a:pt x="1234" y="703"/>
                    </a:cubicBezTo>
                    <a:cubicBezTo>
                      <a:pt x="1865" y="681"/>
                      <a:pt x="1818" y="504"/>
                      <a:pt x="1796" y="460"/>
                    </a:cubicBezTo>
                    <a:lnTo>
                      <a:pt x="1796" y="460"/>
                    </a:lnTo>
                    <a:cubicBezTo>
                      <a:pt x="1796" y="460"/>
                      <a:pt x="1371" y="492"/>
                      <a:pt x="1251" y="492"/>
                    </a:cubicBezTo>
                    <a:cubicBezTo>
                      <a:pt x="1241" y="492"/>
                      <a:pt x="1233" y="492"/>
                      <a:pt x="1228" y="491"/>
                    </a:cubicBezTo>
                    <a:cubicBezTo>
                      <a:pt x="1181" y="488"/>
                      <a:pt x="1001" y="419"/>
                      <a:pt x="922" y="356"/>
                    </a:cubicBezTo>
                    <a:cubicBezTo>
                      <a:pt x="884" y="324"/>
                      <a:pt x="916" y="267"/>
                      <a:pt x="916" y="267"/>
                    </a:cubicBezTo>
                    <a:lnTo>
                      <a:pt x="916" y="267"/>
                    </a:lnTo>
                    <a:cubicBezTo>
                      <a:pt x="1079" y="312"/>
                      <a:pt x="1192" y="329"/>
                      <a:pt x="1267" y="329"/>
                    </a:cubicBezTo>
                    <a:cubicBezTo>
                      <a:pt x="1356" y="329"/>
                      <a:pt x="1392" y="305"/>
                      <a:pt x="1395" y="274"/>
                    </a:cubicBezTo>
                    <a:cubicBezTo>
                      <a:pt x="1401" y="188"/>
                      <a:pt x="1136" y="62"/>
                      <a:pt x="1035" y="40"/>
                    </a:cubicBezTo>
                    <a:cubicBezTo>
                      <a:pt x="976" y="10"/>
                      <a:pt x="888" y="1"/>
                      <a:pt x="802" y="1"/>
                    </a:cubicBez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Google Shape;1988;p48"/>
              <p:cNvSpPr/>
              <p:nvPr/>
            </p:nvSpPr>
            <p:spPr>
              <a:xfrm>
                <a:off x="3244600" y="1252375"/>
                <a:ext cx="109900" cy="138425"/>
              </a:xfrm>
              <a:custGeom>
                <a:avLst/>
                <a:gdLst/>
                <a:ahLst/>
                <a:cxnLst/>
                <a:rect l="l" t="t" r="r" b="b"/>
                <a:pathLst>
                  <a:path w="4396" h="5537" extrusionOk="0">
                    <a:moveTo>
                      <a:pt x="2606" y="1"/>
                    </a:moveTo>
                    <a:cubicBezTo>
                      <a:pt x="2576" y="1"/>
                      <a:pt x="2545" y="2"/>
                      <a:pt x="2515" y="3"/>
                    </a:cubicBezTo>
                    <a:cubicBezTo>
                      <a:pt x="2515" y="3"/>
                      <a:pt x="2506" y="2"/>
                      <a:pt x="2488" y="2"/>
                    </a:cubicBezTo>
                    <a:cubicBezTo>
                      <a:pt x="2316" y="2"/>
                      <a:pt x="1380" y="59"/>
                      <a:pt x="726" y="1259"/>
                    </a:cubicBezTo>
                    <a:cubicBezTo>
                      <a:pt x="1" y="2587"/>
                      <a:pt x="843" y="4924"/>
                      <a:pt x="370" y="5505"/>
                    </a:cubicBezTo>
                    <a:cubicBezTo>
                      <a:pt x="370" y="5505"/>
                      <a:pt x="538" y="5537"/>
                      <a:pt x="773" y="5537"/>
                    </a:cubicBezTo>
                    <a:cubicBezTo>
                      <a:pt x="1235" y="5537"/>
                      <a:pt x="1955" y="5414"/>
                      <a:pt x="2174" y="4685"/>
                    </a:cubicBezTo>
                    <a:cubicBezTo>
                      <a:pt x="2357" y="3991"/>
                      <a:pt x="1641" y="2965"/>
                      <a:pt x="1805" y="2196"/>
                    </a:cubicBezTo>
                    <a:cubicBezTo>
                      <a:pt x="1952" y="1498"/>
                      <a:pt x="2341" y="1467"/>
                      <a:pt x="2410" y="1467"/>
                    </a:cubicBezTo>
                    <a:cubicBezTo>
                      <a:pt x="2417" y="1467"/>
                      <a:pt x="2421" y="1467"/>
                      <a:pt x="2421" y="1467"/>
                    </a:cubicBezTo>
                    <a:lnTo>
                      <a:pt x="3673" y="1293"/>
                    </a:lnTo>
                    <a:lnTo>
                      <a:pt x="3938" y="1546"/>
                    </a:lnTo>
                    <a:cubicBezTo>
                      <a:pt x="3938" y="1546"/>
                      <a:pt x="4395" y="1366"/>
                      <a:pt x="3951" y="691"/>
                    </a:cubicBezTo>
                    <a:cubicBezTo>
                      <a:pt x="3629" y="200"/>
                      <a:pt x="3106" y="1"/>
                      <a:pt x="2606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Google Shape;1989;p48"/>
              <p:cNvSpPr/>
              <p:nvPr/>
            </p:nvSpPr>
            <p:spPr>
              <a:xfrm>
                <a:off x="3273625" y="1306475"/>
                <a:ext cx="16275" cy="5925"/>
              </a:xfrm>
              <a:custGeom>
                <a:avLst/>
                <a:gdLst/>
                <a:ahLst/>
                <a:cxnLst/>
                <a:rect l="l" t="t" r="r" b="b"/>
                <a:pathLst>
                  <a:path w="651" h="237" extrusionOk="0">
                    <a:moveTo>
                      <a:pt x="32" y="0"/>
                    </a:moveTo>
                    <a:lnTo>
                      <a:pt x="1" y="192"/>
                    </a:lnTo>
                    <a:lnTo>
                      <a:pt x="648" y="237"/>
                    </a:lnTo>
                    <a:lnTo>
                      <a:pt x="651" y="114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Google Shape;1990;p48"/>
              <p:cNvSpPr/>
              <p:nvPr/>
            </p:nvSpPr>
            <p:spPr>
              <a:xfrm>
                <a:off x="3274575" y="1298725"/>
                <a:ext cx="16425" cy="8150"/>
              </a:xfrm>
              <a:custGeom>
                <a:avLst/>
                <a:gdLst/>
                <a:ahLst/>
                <a:cxnLst/>
                <a:rect l="l" t="t" r="r" b="b"/>
                <a:pathLst>
                  <a:path w="657" h="326" extrusionOk="0">
                    <a:moveTo>
                      <a:pt x="61" y="1"/>
                    </a:moveTo>
                    <a:lnTo>
                      <a:pt x="1" y="184"/>
                    </a:lnTo>
                    <a:lnTo>
                      <a:pt x="632" y="326"/>
                    </a:lnTo>
                    <a:lnTo>
                      <a:pt x="657" y="209"/>
                    </a:lnTo>
                    <a:lnTo>
                      <a:pt x="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Google Shape;1991;p48"/>
              <p:cNvSpPr/>
              <p:nvPr/>
            </p:nvSpPr>
            <p:spPr>
              <a:xfrm>
                <a:off x="3343975" y="1818550"/>
                <a:ext cx="7930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172" h="1143" extrusionOk="0">
                    <a:moveTo>
                      <a:pt x="1193" y="1"/>
                    </a:moveTo>
                    <a:cubicBezTo>
                      <a:pt x="1193" y="1"/>
                      <a:pt x="1055" y="278"/>
                      <a:pt x="796" y="376"/>
                    </a:cubicBezTo>
                    <a:cubicBezTo>
                      <a:pt x="675" y="433"/>
                      <a:pt x="528" y="449"/>
                      <a:pt x="402" y="449"/>
                    </a:cubicBezTo>
                    <a:cubicBezTo>
                      <a:pt x="252" y="449"/>
                      <a:pt x="133" y="427"/>
                      <a:pt x="133" y="427"/>
                    </a:cubicBezTo>
                    <a:lnTo>
                      <a:pt x="1" y="1143"/>
                    </a:lnTo>
                    <a:lnTo>
                      <a:pt x="3077" y="1143"/>
                    </a:lnTo>
                    <a:cubicBezTo>
                      <a:pt x="3171" y="818"/>
                      <a:pt x="2660" y="644"/>
                      <a:pt x="2203" y="446"/>
                    </a:cubicBezTo>
                    <a:lnTo>
                      <a:pt x="2200" y="446"/>
                    </a:lnTo>
                    <a:cubicBezTo>
                      <a:pt x="1698" y="234"/>
                      <a:pt x="1193" y="1"/>
                      <a:pt x="1193" y="1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Google Shape;1992;p48"/>
              <p:cNvSpPr/>
              <p:nvPr/>
            </p:nvSpPr>
            <p:spPr>
              <a:xfrm>
                <a:off x="3391225" y="1829600"/>
                <a:ext cx="32050" cy="17525"/>
              </a:xfrm>
              <a:custGeom>
                <a:avLst/>
                <a:gdLst/>
                <a:ahLst/>
                <a:cxnLst/>
                <a:rect l="l" t="t" r="r" b="b"/>
                <a:pathLst>
                  <a:path w="1282" h="701" extrusionOk="0">
                    <a:moveTo>
                      <a:pt x="310" y="0"/>
                    </a:moveTo>
                    <a:cubicBezTo>
                      <a:pt x="67" y="269"/>
                      <a:pt x="1" y="660"/>
                      <a:pt x="1" y="660"/>
                    </a:cubicBezTo>
                    <a:lnTo>
                      <a:pt x="51" y="701"/>
                    </a:lnTo>
                    <a:lnTo>
                      <a:pt x="1187" y="701"/>
                    </a:lnTo>
                    <a:cubicBezTo>
                      <a:pt x="1281" y="376"/>
                      <a:pt x="770" y="202"/>
                      <a:pt x="313" y="0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Google Shape;1993;p48"/>
              <p:cNvSpPr/>
              <p:nvPr/>
            </p:nvSpPr>
            <p:spPr>
              <a:xfrm>
                <a:off x="3343975" y="1829200"/>
                <a:ext cx="14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598" h="717" extrusionOk="0">
                    <a:moveTo>
                      <a:pt x="133" y="1"/>
                    </a:moveTo>
                    <a:lnTo>
                      <a:pt x="1" y="717"/>
                    </a:lnTo>
                    <a:lnTo>
                      <a:pt x="597" y="717"/>
                    </a:lnTo>
                    <a:cubicBezTo>
                      <a:pt x="575" y="338"/>
                      <a:pt x="301" y="108"/>
                      <a:pt x="133" y="1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Google Shape;1994;p48"/>
              <p:cNvSpPr/>
              <p:nvPr/>
            </p:nvSpPr>
            <p:spPr>
              <a:xfrm>
                <a:off x="3343975" y="1846000"/>
                <a:ext cx="77175" cy="7350"/>
              </a:xfrm>
              <a:custGeom>
                <a:avLst/>
                <a:gdLst/>
                <a:ahLst/>
                <a:cxnLst/>
                <a:rect l="l" t="t" r="r" b="b"/>
                <a:pathLst>
                  <a:path w="3087" h="294" extrusionOk="0">
                    <a:moveTo>
                      <a:pt x="1" y="1"/>
                    </a:moveTo>
                    <a:lnTo>
                      <a:pt x="1" y="294"/>
                    </a:lnTo>
                    <a:lnTo>
                      <a:pt x="3086" y="294"/>
                    </a:lnTo>
                    <a:lnTo>
                      <a:pt x="308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Google Shape;1995;p48"/>
              <p:cNvSpPr/>
              <p:nvPr/>
            </p:nvSpPr>
            <p:spPr>
              <a:xfrm>
                <a:off x="3172200" y="1774950"/>
                <a:ext cx="50200" cy="71550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2862" extrusionOk="0">
                    <a:moveTo>
                      <a:pt x="673" y="0"/>
                    </a:moveTo>
                    <a:lnTo>
                      <a:pt x="1" y="284"/>
                    </a:lnTo>
                    <a:lnTo>
                      <a:pt x="1679" y="2861"/>
                    </a:lnTo>
                    <a:cubicBezTo>
                      <a:pt x="2007" y="2757"/>
                      <a:pt x="1872" y="2234"/>
                      <a:pt x="1780" y="1745"/>
                    </a:cubicBezTo>
                    <a:lnTo>
                      <a:pt x="1780" y="1742"/>
                    </a:lnTo>
                    <a:cubicBezTo>
                      <a:pt x="1685" y="1208"/>
                      <a:pt x="1603" y="656"/>
                      <a:pt x="1603" y="656"/>
                    </a:cubicBezTo>
                    <a:cubicBezTo>
                      <a:pt x="1603" y="656"/>
                      <a:pt x="1574" y="660"/>
                      <a:pt x="1526" y="660"/>
                    </a:cubicBezTo>
                    <a:cubicBezTo>
                      <a:pt x="1421" y="660"/>
                      <a:pt x="1229" y="642"/>
                      <a:pt x="1077" y="527"/>
                    </a:cubicBezTo>
                    <a:cubicBezTo>
                      <a:pt x="827" y="376"/>
                      <a:pt x="673" y="0"/>
                      <a:pt x="673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Google Shape;1996;p48"/>
              <p:cNvSpPr/>
              <p:nvPr/>
            </p:nvSpPr>
            <p:spPr>
              <a:xfrm>
                <a:off x="3198700" y="1818175"/>
                <a:ext cx="23700" cy="28325"/>
              </a:xfrm>
              <a:custGeom>
                <a:avLst/>
                <a:gdLst/>
                <a:ahLst/>
                <a:cxnLst/>
                <a:rect l="l" t="t" r="r" b="b"/>
                <a:pathLst>
                  <a:path w="948" h="1133" extrusionOk="0">
                    <a:moveTo>
                      <a:pt x="559" y="0"/>
                    </a:moveTo>
                    <a:cubicBezTo>
                      <a:pt x="265" y="0"/>
                      <a:pt x="4" y="113"/>
                      <a:pt x="4" y="113"/>
                    </a:cubicBezTo>
                    <a:lnTo>
                      <a:pt x="1" y="180"/>
                    </a:lnTo>
                    <a:lnTo>
                      <a:pt x="619" y="1132"/>
                    </a:lnTo>
                    <a:cubicBezTo>
                      <a:pt x="947" y="1028"/>
                      <a:pt x="812" y="505"/>
                      <a:pt x="720" y="16"/>
                    </a:cubicBezTo>
                    <a:lnTo>
                      <a:pt x="720" y="13"/>
                    </a:lnTo>
                    <a:cubicBezTo>
                      <a:pt x="666" y="4"/>
                      <a:pt x="612" y="0"/>
                      <a:pt x="559" y="0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Google Shape;1997;p48"/>
              <p:cNvSpPr/>
              <p:nvPr/>
            </p:nvSpPr>
            <p:spPr>
              <a:xfrm>
                <a:off x="3172300" y="1774950"/>
                <a:ext cx="16900" cy="19575"/>
              </a:xfrm>
              <a:custGeom>
                <a:avLst/>
                <a:gdLst/>
                <a:ahLst/>
                <a:cxnLst/>
                <a:rect l="l" t="t" r="r" b="b"/>
                <a:pathLst>
                  <a:path w="676" h="783" extrusionOk="0">
                    <a:moveTo>
                      <a:pt x="675" y="0"/>
                    </a:moveTo>
                    <a:lnTo>
                      <a:pt x="0" y="284"/>
                    </a:lnTo>
                    <a:lnTo>
                      <a:pt x="322" y="783"/>
                    </a:lnTo>
                    <a:cubicBezTo>
                      <a:pt x="628" y="552"/>
                      <a:pt x="669" y="199"/>
                      <a:pt x="675" y="0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Google Shape;1998;p48"/>
              <p:cNvSpPr/>
              <p:nvPr/>
            </p:nvSpPr>
            <p:spPr>
              <a:xfrm>
                <a:off x="3167000" y="1781475"/>
                <a:ext cx="48300" cy="68575"/>
              </a:xfrm>
              <a:custGeom>
                <a:avLst/>
                <a:gdLst/>
                <a:ahLst/>
                <a:cxnLst/>
                <a:rect l="l" t="t" r="r" b="b"/>
                <a:pathLst>
                  <a:path w="1932" h="2743" extrusionOk="0">
                    <a:moveTo>
                      <a:pt x="247" y="1"/>
                    </a:moveTo>
                    <a:lnTo>
                      <a:pt x="1" y="159"/>
                    </a:lnTo>
                    <a:lnTo>
                      <a:pt x="1685" y="2742"/>
                    </a:lnTo>
                    <a:lnTo>
                      <a:pt x="1931" y="2582"/>
                    </a:lnTo>
                    <a:lnTo>
                      <a:pt x="24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Google Shape;1999;p48"/>
              <p:cNvSpPr/>
              <p:nvPr/>
            </p:nvSpPr>
            <p:spPr>
              <a:xfrm>
                <a:off x="3325850" y="1443625"/>
                <a:ext cx="95850" cy="33550"/>
              </a:xfrm>
              <a:custGeom>
                <a:avLst/>
                <a:gdLst/>
                <a:ahLst/>
                <a:cxnLst/>
                <a:rect l="l" t="t" r="r" b="b"/>
                <a:pathLst>
                  <a:path w="3834" h="1342" extrusionOk="0">
                    <a:moveTo>
                      <a:pt x="3833" y="0"/>
                    </a:moveTo>
                    <a:cubicBezTo>
                      <a:pt x="3833" y="0"/>
                      <a:pt x="3108" y="16"/>
                      <a:pt x="2199" y="123"/>
                    </a:cubicBezTo>
                    <a:cubicBezTo>
                      <a:pt x="1287" y="227"/>
                      <a:pt x="171" y="653"/>
                      <a:pt x="89" y="836"/>
                    </a:cubicBezTo>
                    <a:cubicBezTo>
                      <a:pt x="8" y="1005"/>
                      <a:pt x="1" y="1342"/>
                      <a:pt x="767" y="1342"/>
                    </a:cubicBezTo>
                    <a:cubicBezTo>
                      <a:pt x="844" y="1342"/>
                      <a:pt x="927" y="1339"/>
                      <a:pt x="1019" y="1331"/>
                    </a:cubicBezTo>
                    <a:cubicBezTo>
                      <a:pt x="2035" y="1259"/>
                      <a:pt x="3685" y="158"/>
                      <a:pt x="3685" y="158"/>
                    </a:cubicBezTo>
                    <a:lnTo>
                      <a:pt x="3833" y="0"/>
                    </a:ln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Google Shape;2000;p48"/>
              <p:cNvSpPr/>
              <p:nvPr/>
            </p:nvSpPr>
            <p:spPr>
              <a:xfrm>
                <a:off x="3343375" y="1443275"/>
                <a:ext cx="92800" cy="33675"/>
              </a:xfrm>
              <a:custGeom>
                <a:avLst/>
                <a:gdLst/>
                <a:ahLst/>
                <a:cxnLst/>
                <a:rect l="l" t="t" r="r" b="b"/>
                <a:pathLst>
                  <a:path w="3712" h="1347" extrusionOk="0">
                    <a:moveTo>
                      <a:pt x="3078" y="1"/>
                    </a:moveTo>
                    <a:cubicBezTo>
                      <a:pt x="2683" y="1"/>
                      <a:pt x="384" y="668"/>
                      <a:pt x="195" y="853"/>
                    </a:cubicBezTo>
                    <a:cubicBezTo>
                      <a:pt x="0" y="1048"/>
                      <a:pt x="105" y="1347"/>
                      <a:pt x="338" y="1347"/>
                    </a:cubicBezTo>
                    <a:cubicBezTo>
                      <a:pt x="346" y="1347"/>
                      <a:pt x="354" y="1346"/>
                      <a:pt x="362" y="1345"/>
                    </a:cubicBezTo>
                    <a:cubicBezTo>
                      <a:pt x="608" y="1326"/>
                      <a:pt x="3315" y="1008"/>
                      <a:pt x="3523" y="872"/>
                    </a:cubicBezTo>
                    <a:cubicBezTo>
                      <a:pt x="3711" y="741"/>
                      <a:pt x="3595" y="469"/>
                      <a:pt x="3411" y="469"/>
                    </a:cubicBezTo>
                    <a:cubicBezTo>
                      <a:pt x="3400" y="469"/>
                      <a:pt x="3389" y="470"/>
                      <a:pt x="3378" y="472"/>
                    </a:cubicBezTo>
                    <a:lnTo>
                      <a:pt x="3217" y="475"/>
                    </a:lnTo>
                    <a:cubicBezTo>
                      <a:pt x="3148" y="478"/>
                      <a:pt x="3094" y="478"/>
                      <a:pt x="3094" y="478"/>
                    </a:cubicBezTo>
                    <a:cubicBezTo>
                      <a:pt x="3094" y="478"/>
                      <a:pt x="3129" y="399"/>
                      <a:pt x="3154" y="304"/>
                    </a:cubicBezTo>
                    <a:cubicBezTo>
                      <a:pt x="3180" y="194"/>
                      <a:pt x="3192" y="65"/>
                      <a:pt x="3132" y="11"/>
                    </a:cubicBezTo>
                    <a:cubicBezTo>
                      <a:pt x="3125" y="4"/>
                      <a:pt x="3106" y="1"/>
                      <a:pt x="3078" y="1"/>
                    </a:cubicBez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Google Shape;2001;p48"/>
              <p:cNvSpPr/>
              <p:nvPr/>
            </p:nvSpPr>
            <p:spPr>
              <a:xfrm>
                <a:off x="3358975" y="1450950"/>
                <a:ext cx="64775" cy="18025"/>
              </a:xfrm>
              <a:custGeom>
                <a:avLst/>
                <a:gdLst/>
                <a:ahLst/>
                <a:cxnLst/>
                <a:rect l="l" t="t" r="r" b="b"/>
                <a:pathLst>
                  <a:path w="2591" h="721" extrusionOk="0">
                    <a:moveTo>
                      <a:pt x="2524" y="0"/>
                    </a:moveTo>
                    <a:cubicBezTo>
                      <a:pt x="2524" y="1"/>
                      <a:pt x="0" y="496"/>
                      <a:pt x="57" y="701"/>
                    </a:cubicBezTo>
                    <a:cubicBezTo>
                      <a:pt x="58" y="714"/>
                      <a:pt x="81" y="720"/>
                      <a:pt x="123" y="720"/>
                    </a:cubicBezTo>
                    <a:cubicBezTo>
                      <a:pt x="521" y="720"/>
                      <a:pt x="2590" y="168"/>
                      <a:pt x="2590" y="168"/>
                    </a:cubicBezTo>
                    <a:lnTo>
                      <a:pt x="2590" y="168"/>
                    </a:lnTo>
                    <a:cubicBezTo>
                      <a:pt x="2524" y="171"/>
                      <a:pt x="2464" y="174"/>
                      <a:pt x="2464" y="174"/>
                    </a:cubicBezTo>
                    <a:cubicBezTo>
                      <a:pt x="2464" y="174"/>
                      <a:pt x="2502" y="95"/>
                      <a:pt x="2524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Google Shape;2002;p48"/>
              <p:cNvSpPr/>
              <p:nvPr/>
            </p:nvSpPr>
            <p:spPr>
              <a:xfrm>
                <a:off x="3337900" y="1430725"/>
                <a:ext cx="86400" cy="25150"/>
              </a:xfrm>
              <a:custGeom>
                <a:avLst/>
                <a:gdLst/>
                <a:ahLst/>
                <a:cxnLst/>
                <a:rect l="l" t="t" r="r" b="b"/>
                <a:pathLst>
                  <a:path w="3456" h="1006" extrusionOk="0">
                    <a:moveTo>
                      <a:pt x="2742" y="0"/>
                    </a:moveTo>
                    <a:cubicBezTo>
                      <a:pt x="2527" y="0"/>
                      <a:pt x="2277" y="4"/>
                      <a:pt x="2007" y="14"/>
                    </a:cubicBezTo>
                    <a:cubicBezTo>
                      <a:pt x="1200" y="46"/>
                      <a:pt x="193" y="346"/>
                      <a:pt x="108" y="503"/>
                    </a:cubicBezTo>
                    <a:cubicBezTo>
                      <a:pt x="20" y="661"/>
                      <a:pt x="1" y="1005"/>
                      <a:pt x="900" y="1005"/>
                    </a:cubicBezTo>
                    <a:cubicBezTo>
                      <a:pt x="1799" y="1005"/>
                      <a:pt x="3313" y="147"/>
                      <a:pt x="3313" y="147"/>
                    </a:cubicBezTo>
                    <a:lnTo>
                      <a:pt x="3455" y="14"/>
                    </a:lnTo>
                    <a:cubicBezTo>
                      <a:pt x="3455" y="14"/>
                      <a:pt x="3171" y="0"/>
                      <a:pt x="2742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Google Shape;2003;p48"/>
              <p:cNvSpPr/>
              <p:nvPr/>
            </p:nvSpPr>
            <p:spPr>
              <a:xfrm>
                <a:off x="3353800" y="1430825"/>
                <a:ext cx="8207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3283" h="1005" extrusionOk="0">
                    <a:moveTo>
                      <a:pt x="2742" y="1"/>
                    </a:moveTo>
                    <a:cubicBezTo>
                      <a:pt x="2319" y="1"/>
                      <a:pt x="357" y="413"/>
                      <a:pt x="185" y="563"/>
                    </a:cubicBezTo>
                    <a:cubicBezTo>
                      <a:pt x="0" y="726"/>
                      <a:pt x="80" y="1004"/>
                      <a:pt x="295" y="1004"/>
                    </a:cubicBezTo>
                    <a:cubicBezTo>
                      <a:pt x="296" y="1004"/>
                      <a:pt x="298" y="1004"/>
                      <a:pt x="299" y="1004"/>
                    </a:cubicBezTo>
                    <a:cubicBezTo>
                      <a:pt x="516" y="1001"/>
                      <a:pt x="2914" y="897"/>
                      <a:pt x="3106" y="796"/>
                    </a:cubicBezTo>
                    <a:cubicBezTo>
                      <a:pt x="3282" y="687"/>
                      <a:pt x="3193" y="435"/>
                      <a:pt x="3026" y="435"/>
                    </a:cubicBezTo>
                    <a:cubicBezTo>
                      <a:pt x="3019" y="435"/>
                      <a:pt x="3013" y="436"/>
                      <a:pt x="3005" y="436"/>
                    </a:cubicBezTo>
                    <a:lnTo>
                      <a:pt x="2864" y="430"/>
                    </a:lnTo>
                    <a:cubicBezTo>
                      <a:pt x="2800" y="430"/>
                      <a:pt x="2753" y="424"/>
                      <a:pt x="2753" y="424"/>
                    </a:cubicBezTo>
                    <a:cubicBezTo>
                      <a:pt x="2753" y="424"/>
                      <a:pt x="2788" y="358"/>
                      <a:pt x="2816" y="275"/>
                    </a:cubicBezTo>
                    <a:cubicBezTo>
                      <a:pt x="2848" y="181"/>
                      <a:pt x="2867" y="70"/>
                      <a:pt x="2819" y="14"/>
                    </a:cubicBezTo>
                    <a:cubicBezTo>
                      <a:pt x="2811" y="5"/>
                      <a:pt x="2784" y="1"/>
                      <a:pt x="2742" y="1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Google Shape;2004;p48"/>
              <p:cNvSpPr/>
              <p:nvPr/>
            </p:nvSpPr>
            <p:spPr>
              <a:xfrm>
                <a:off x="3368675" y="1437625"/>
                <a:ext cx="56725" cy="12525"/>
              </a:xfrm>
              <a:custGeom>
                <a:avLst/>
                <a:gdLst/>
                <a:ahLst/>
                <a:cxnLst/>
                <a:rect l="l" t="t" r="r" b="b"/>
                <a:pathLst>
                  <a:path w="2269" h="501" extrusionOk="0">
                    <a:moveTo>
                      <a:pt x="2221" y="0"/>
                    </a:moveTo>
                    <a:cubicBezTo>
                      <a:pt x="2221" y="0"/>
                      <a:pt x="0" y="284"/>
                      <a:pt x="3" y="451"/>
                    </a:cubicBezTo>
                    <a:cubicBezTo>
                      <a:pt x="11" y="486"/>
                      <a:pt x="80" y="500"/>
                      <a:pt x="191" y="500"/>
                    </a:cubicBezTo>
                    <a:cubicBezTo>
                      <a:pt x="734" y="500"/>
                      <a:pt x="2269" y="152"/>
                      <a:pt x="2269" y="152"/>
                    </a:cubicBezTo>
                    <a:cubicBezTo>
                      <a:pt x="2209" y="149"/>
                      <a:pt x="2158" y="149"/>
                      <a:pt x="2158" y="149"/>
                    </a:cubicBezTo>
                    <a:cubicBezTo>
                      <a:pt x="2158" y="149"/>
                      <a:pt x="2193" y="82"/>
                      <a:pt x="2221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05" name="Google Shape;2005;p48"/>
            <p:cNvGrpSpPr/>
            <p:nvPr/>
          </p:nvGrpSpPr>
          <p:grpSpPr>
            <a:xfrm>
              <a:off x="1536984" y="1080254"/>
              <a:ext cx="926082" cy="2885948"/>
              <a:chOff x="4972600" y="2060300"/>
              <a:chExt cx="193575" cy="603250"/>
            </a:xfrm>
          </p:grpSpPr>
          <p:sp>
            <p:nvSpPr>
              <p:cNvPr id="2006" name="Google Shape;2006;p48"/>
              <p:cNvSpPr/>
              <p:nvPr/>
            </p:nvSpPr>
            <p:spPr>
              <a:xfrm>
                <a:off x="4972600" y="2611500"/>
                <a:ext cx="50675" cy="52050"/>
              </a:xfrm>
              <a:custGeom>
                <a:avLst/>
                <a:gdLst/>
                <a:ahLst/>
                <a:cxnLst/>
                <a:rect l="l" t="t" r="r" b="b"/>
                <a:pathLst>
                  <a:path w="2027" h="2082" extrusionOk="0">
                    <a:moveTo>
                      <a:pt x="537" y="0"/>
                    </a:moveTo>
                    <a:cubicBezTo>
                      <a:pt x="537" y="0"/>
                      <a:pt x="190" y="1193"/>
                      <a:pt x="95" y="1414"/>
                    </a:cubicBezTo>
                    <a:cubicBezTo>
                      <a:pt x="1" y="1635"/>
                      <a:pt x="10" y="1934"/>
                      <a:pt x="159" y="2023"/>
                    </a:cubicBezTo>
                    <a:cubicBezTo>
                      <a:pt x="238" y="2067"/>
                      <a:pt x="593" y="2081"/>
                      <a:pt x="940" y="2081"/>
                    </a:cubicBezTo>
                    <a:cubicBezTo>
                      <a:pt x="1257" y="2081"/>
                      <a:pt x="1566" y="2069"/>
                      <a:pt x="1648" y="2057"/>
                    </a:cubicBezTo>
                    <a:cubicBezTo>
                      <a:pt x="1818" y="2038"/>
                      <a:pt x="2026" y="2023"/>
                      <a:pt x="1973" y="1688"/>
                    </a:cubicBezTo>
                    <a:cubicBezTo>
                      <a:pt x="1922" y="1351"/>
                      <a:pt x="1884" y="142"/>
                      <a:pt x="1872" y="82"/>
                    </a:cubicBezTo>
                    <a:cubicBezTo>
                      <a:pt x="1859" y="19"/>
                      <a:pt x="537" y="0"/>
                      <a:pt x="537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Google Shape;2007;p48"/>
              <p:cNvSpPr/>
              <p:nvPr/>
            </p:nvSpPr>
            <p:spPr>
              <a:xfrm>
                <a:off x="5058575" y="2612525"/>
                <a:ext cx="31100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001" extrusionOk="0">
                    <a:moveTo>
                      <a:pt x="0" y="0"/>
                    </a:moveTo>
                    <a:lnTo>
                      <a:pt x="0" y="1000"/>
                    </a:lnTo>
                    <a:lnTo>
                      <a:pt x="1243" y="1000"/>
                    </a:lnTo>
                    <a:lnTo>
                      <a:pt x="1174" y="0"/>
                    </a:lnTo>
                    <a:close/>
                  </a:path>
                </a:pathLst>
              </a:custGeom>
              <a:solidFill>
                <a:srgbClr val="CC7B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Google Shape;2008;p48"/>
              <p:cNvSpPr/>
              <p:nvPr/>
            </p:nvSpPr>
            <p:spPr>
              <a:xfrm>
                <a:off x="5055250" y="2619150"/>
                <a:ext cx="90650" cy="39800"/>
              </a:xfrm>
              <a:custGeom>
                <a:avLst/>
                <a:gdLst/>
                <a:ahLst/>
                <a:cxnLst/>
                <a:rect l="l" t="t" r="r" b="b"/>
                <a:pathLst>
                  <a:path w="3626" h="1592" extrusionOk="0">
                    <a:moveTo>
                      <a:pt x="1361" y="0"/>
                    </a:moveTo>
                    <a:cubicBezTo>
                      <a:pt x="1301" y="0"/>
                      <a:pt x="1223" y="9"/>
                      <a:pt x="1121" y="35"/>
                    </a:cubicBezTo>
                    <a:cubicBezTo>
                      <a:pt x="818" y="114"/>
                      <a:pt x="818" y="411"/>
                      <a:pt x="645" y="480"/>
                    </a:cubicBezTo>
                    <a:cubicBezTo>
                      <a:pt x="612" y="494"/>
                      <a:pt x="571" y="499"/>
                      <a:pt x="525" y="499"/>
                    </a:cubicBezTo>
                    <a:cubicBezTo>
                      <a:pt x="329" y="499"/>
                      <a:pt x="51" y="398"/>
                      <a:pt x="51" y="398"/>
                    </a:cubicBezTo>
                    <a:cubicBezTo>
                      <a:pt x="51" y="398"/>
                      <a:pt x="23" y="717"/>
                      <a:pt x="14" y="966"/>
                    </a:cubicBezTo>
                    <a:cubicBezTo>
                      <a:pt x="7" y="1007"/>
                      <a:pt x="7" y="1041"/>
                      <a:pt x="7" y="1076"/>
                    </a:cubicBezTo>
                    <a:cubicBezTo>
                      <a:pt x="1" y="1325"/>
                      <a:pt x="165" y="1429"/>
                      <a:pt x="320" y="1496"/>
                    </a:cubicBezTo>
                    <a:cubicBezTo>
                      <a:pt x="474" y="1562"/>
                      <a:pt x="3165" y="1587"/>
                      <a:pt x="3279" y="1590"/>
                    </a:cubicBezTo>
                    <a:cubicBezTo>
                      <a:pt x="3291" y="1591"/>
                      <a:pt x="3305" y="1591"/>
                      <a:pt x="3320" y="1591"/>
                    </a:cubicBezTo>
                    <a:cubicBezTo>
                      <a:pt x="3392" y="1591"/>
                      <a:pt x="3487" y="1579"/>
                      <a:pt x="3547" y="1493"/>
                    </a:cubicBezTo>
                    <a:cubicBezTo>
                      <a:pt x="3578" y="1445"/>
                      <a:pt x="3601" y="1382"/>
                      <a:pt x="3604" y="1291"/>
                    </a:cubicBezTo>
                    <a:cubicBezTo>
                      <a:pt x="3626" y="982"/>
                      <a:pt x="3083" y="802"/>
                      <a:pt x="2588" y="590"/>
                    </a:cubicBezTo>
                    <a:cubicBezTo>
                      <a:pt x="2089" y="382"/>
                      <a:pt x="1522" y="35"/>
                      <a:pt x="1522" y="35"/>
                    </a:cubicBezTo>
                    <a:cubicBezTo>
                      <a:pt x="1522" y="35"/>
                      <a:pt x="1479" y="0"/>
                      <a:pt x="1361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Google Shape;2009;p48"/>
              <p:cNvSpPr/>
              <p:nvPr/>
            </p:nvSpPr>
            <p:spPr>
              <a:xfrm>
                <a:off x="5055250" y="2643275"/>
                <a:ext cx="88675" cy="15675"/>
              </a:xfrm>
              <a:custGeom>
                <a:avLst/>
                <a:gdLst/>
                <a:ahLst/>
                <a:cxnLst/>
                <a:rect l="l" t="t" r="r" b="b"/>
                <a:pathLst>
                  <a:path w="3547" h="627" extrusionOk="0">
                    <a:moveTo>
                      <a:pt x="14" y="1"/>
                    </a:moveTo>
                    <a:cubicBezTo>
                      <a:pt x="7" y="42"/>
                      <a:pt x="7" y="76"/>
                      <a:pt x="7" y="111"/>
                    </a:cubicBezTo>
                    <a:cubicBezTo>
                      <a:pt x="1" y="360"/>
                      <a:pt x="165" y="464"/>
                      <a:pt x="320" y="531"/>
                    </a:cubicBezTo>
                    <a:cubicBezTo>
                      <a:pt x="474" y="597"/>
                      <a:pt x="3165" y="622"/>
                      <a:pt x="3279" y="625"/>
                    </a:cubicBezTo>
                    <a:cubicBezTo>
                      <a:pt x="3291" y="626"/>
                      <a:pt x="3305" y="626"/>
                      <a:pt x="3320" y="626"/>
                    </a:cubicBezTo>
                    <a:cubicBezTo>
                      <a:pt x="3392" y="626"/>
                      <a:pt x="3487" y="614"/>
                      <a:pt x="3547" y="528"/>
                    </a:cubicBezTo>
                    <a:cubicBezTo>
                      <a:pt x="2910" y="512"/>
                      <a:pt x="604" y="455"/>
                      <a:pt x="465" y="278"/>
                    </a:cubicBezTo>
                    <a:cubicBezTo>
                      <a:pt x="348" y="133"/>
                      <a:pt x="143" y="42"/>
                      <a:pt x="14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Google Shape;2010;p48"/>
              <p:cNvSpPr/>
              <p:nvPr/>
            </p:nvSpPr>
            <p:spPr>
              <a:xfrm>
                <a:off x="4981925" y="2322450"/>
                <a:ext cx="127375" cy="297200"/>
              </a:xfrm>
              <a:custGeom>
                <a:avLst/>
                <a:gdLst/>
                <a:ahLst/>
                <a:cxnLst/>
                <a:rect l="l" t="t" r="r" b="b"/>
                <a:pathLst>
                  <a:path w="5095" h="11888" extrusionOk="0">
                    <a:moveTo>
                      <a:pt x="4628" y="0"/>
                    </a:moveTo>
                    <a:lnTo>
                      <a:pt x="4628" y="0"/>
                    </a:lnTo>
                    <a:cubicBezTo>
                      <a:pt x="4628" y="0"/>
                      <a:pt x="4628" y="0"/>
                      <a:pt x="4628" y="0"/>
                    </a:cubicBezTo>
                    <a:lnTo>
                      <a:pt x="4628" y="0"/>
                    </a:lnTo>
                    <a:cubicBezTo>
                      <a:pt x="4628" y="0"/>
                      <a:pt x="4628" y="0"/>
                      <a:pt x="4628" y="0"/>
                    </a:cubicBezTo>
                    <a:close/>
                    <a:moveTo>
                      <a:pt x="4628" y="0"/>
                    </a:moveTo>
                    <a:cubicBezTo>
                      <a:pt x="4626" y="5"/>
                      <a:pt x="3973" y="240"/>
                      <a:pt x="2751" y="240"/>
                    </a:cubicBezTo>
                    <a:cubicBezTo>
                      <a:pt x="2139" y="240"/>
                      <a:pt x="1383" y="181"/>
                      <a:pt x="495" y="3"/>
                    </a:cubicBezTo>
                    <a:lnTo>
                      <a:pt x="495" y="3"/>
                    </a:lnTo>
                    <a:cubicBezTo>
                      <a:pt x="495" y="4"/>
                      <a:pt x="618" y="1855"/>
                      <a:pt x="606" y="2436"/>
                    </a:cubicBezTo>
                    <a:cubicBezTo>
                      <a:pt x="599" y="3013"/>
                      <a:pt x="0" y="11127"/>
                      <a:pt x="47" y="11433"/>
                    </a:cubicBezTo>
                    <a:cubicBezTo>
                      <a:pt x="86" y="11685"/>
                      <a:pt x="495" y="11751"/>
                      <a:pt x="934" y="11751"/>
                    </a:cubicBezTo>
                    <a:cubicBezTo>
                      <a:pt x="1032" y="11751"/>
                      <a:pt x="1133" y="11747"/>
                      <a:pt x="1230" y="11742"/>
                    </a:cubicBezTo>
                    <a:cubicBezTo>
                      <a:pt x="1764" y="11714"/>
                      <a:pt x="1669" y="11484"/>
                      <a:pt x="1669" y="11427"/>
                    </a:cubicBezTo>
                    <a:cubicBezTo>
                      <a:pt x="1669" y="11373"/>
                      <a:pt x="3082" y="4113"/>
                      <a:pt x="3082" y="4111"/>
                    </a:cubicBezTo>
                    <a:lnTo>
                      <a:pt x="3082" y="4111"/>
                    </a:lnTo>
                    <a:cubicBezTo>
                      <a:pt x="3082" y="4112"/>
                      <a:pt x="2842" y="6089"/>
                      <a:pt x="2842" y="6792"/>
                    </a:cubicBezTo>
                    <a:cubicBezTo>
                      <a:pt x="2842" y="7502"/>
                      <a:pt x="2824" y="11304"/>
                      <a:pt x="2836" y="11676"/>
                    </a:cubicBezTo>
                    <a:cubicBezTo>
                      <a:pt x="2839" y="11831"/>
                      <a:pt x="3122" y="11888"/>
                      <a:pt x="3456" y="11888"/>
                    </a:cubicBezTo>
                    <a:cubicBezTo>
                      <a:pt x="3932" y="11888"/>
                      <a:pt x="4514" y="11772"/>
                      <a:pt x="4540" y="11657"/>
                    </a:cubicBezTo>
                    <a:cubicBezTo>
                      <a:pt x="4587" y="11458"/>
                      <a:pt x="4723" y="8490"/>
                      <a:pt x="4751" y="7890"/>
                    </a:cubicBezTo>
                    <a:cubicBezTo>
                      <a:pt x="4779" y="7294"/>
                      <a:pt x="5095" y="1142"/>
                      <a:pt x="4628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Google Shape;2011;p48"/>
              <p:cNvSpPr/>
              <p:nvPr/>
            </p:nvSpPr>
            <p:spPr>
              <a:xfrm>
                <a:off x="4982000" y="2594050"/>
                <a:ext cx="44500" cy="8875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5" extrusionOk="0">
                    <a:moveTo>
                      <a:pt x="41" y="1"/>
                    </a:moveTo>
                    <a:cubicBezTo>
                      <a:pt x="30" y="1"/>
                      <a:pt x="19" y="7"/>
                      <a:pt x="13" y="17"/>
                    </a:cubicBezTo>
                    <a:cubicBezTo>
                      <a:pt x="0" y="33"/>
                      <a:pt x="10" y="55"/>
                      <a:pt x="22" y="64"/>
                    </a:cubicBezTo>
                    <a:cubicBezTo>
                      <a:pt x="29" y="71"/>
                      <a:pt x="496" y="355"/>
                      <a:pt x="1060" y="355"/>
                    </a:cubicBezTo>
                    <a:cubicBezTo>
                      <a:pt x="1284" y="355"/>
                      <a:pt x="1527" y="310"/>
                      <a:pt x="1754" y="184"/>
                    </a:cubicBezTo>
                    <a:cubicBezTo>
                      <a:pt x="1773" y="175"/>
                      <a:pt x="1779" y="153"/>
                      <a:pt x="1770" y="137"/>
                    </a:cubicBezTo>
                    <a:cubicBezTo>
                      <a:pt x="1766" y="124"/>
                      <a:pt x="1752" y="118"/>
                      <a:pt x="1739" y="118"/>
                    </a:cubicBezTo>
                    <a:cubicBezTo>
                      <a:pt x="1733" y="118"/>
                      <a:pt x="1727" y="119"/>
                      <a:pt x="1723" y="121"/>
                    </a:cubicBezTo>
                    <a:cubicBezTo>
                      <a:pt x="1502" y="241"/>
                      <a:pt x="1273" y="284"/>
                      <a:pt x="1058" y="284"/>
                    </a:cubicBezTo>
                    <a:cubicBezTo>
                      <a:pt x="516" y="284"/>
                      <a:pt x="65" y="10"/>
                      <a:pt x="60" y="8"/>
                    </a:cubicBezTo>
                    <a:cubicBezTo>
                      <a:pt x="54" y="3"/>
                      <a:pt x="48" y="1"/>
                      <a:pt x="41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Google Shape;2012;p48"/>
              <p:cNvSpPr/>
              <p:nvPr/>
            </p:nvSpPr>
            <p:spPr>
              <a:xfrm>
                <a:off x="5051725" y="2597550"/>
                <a:ext cx="46075" cy="8300"/>
              </a:xfrm>
              <a:custGeom>
                <a:avLst/>
                <a:gdLst/>
                <a:ahLst/>
                <a:cxnLst/>
                <a:rect l="l" t="t" r="r" b="b"/>
                <a:pathLst>
                  <a:path w="1843" h="332" extrusionOk="0">
                    <a:moveTo>
                      <a:pt x="1800" y="0"/>
                    </a:moveTo>
                    <a:cubicBezTo>
                      <a:pt x="1790" y="0"/>
                      <a:pt x="1780" y="4"/>
                      <a:pt x="1773" y="13"/>
                    </a:cubicBezTo>
                    <a:cubicBezTo>
                      <a:pt x="1596" y="207"/>
                      <a:pt x="1224" y="260"/>
                      <a:pt x="870" y="260"/>
                    </a:cubicBezTo>
                    <a:cubicBezTo>
                      <a:pt x="449" y="260"/>
                      <a:pt x="54" y="185"/>
                      <a:pt x="47" y="183"/>
                    </a:cubicBezTo>
                    <a:cubicBezTo>
                      <a:pt x="44" y="182"/>
                      <a:pt x="41" y="181"/>
                      <a:pt x="37" y="181"/>
                    </a:cubicBezTo>
                    <a:cubicBezTo>
                      <a:pt x="21" y="181"/>
                      <a:pt x="6" y="193"/>
                      <a:pt x="3" y="211"/>
                    </a:cubicBezTo>
                    <a:cubicBezTo>
                      <a:pt x="0" y="230"/>
                      <a:pt x="13" y="249"/>
                      <a:pt x="32" y="252"/>
                    </a:cubicBezTo>
                    <a:cubicBezTo>
                      <a:pt x="63" y="256"/>
                      <a:pt x="448" y="331"/>
                      <a:pt x="868" y="331"/>
                    </a:cubicBezTo>
                    <a:cubicBezTo>
                      <a:pt x="1237" y="331"/>
                      <a:pt x="1631" y="278"/>
                      <a:pt x="1830" y="60"/>
                    </a:cubicBezTo>
                    <a:cubicBezTo>
                      <a:pt x="1842" y="44"/>
                      <a:pt x="1842" y="22"/>
                      <a:pt x="1827" y="9"/>
                    </a:cubicBezTo>
                    <a:cubicBezTo>
                      <a:pt x="1819" y="4"/>
                      <a:pt x="1810" y="0"/>
                      <a:pt x="1800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Google Shape;2013;p48"/>
              <p:cNvSpPr/>
              <p:nvPr/>
            </p:nvSpPr>
            <p:spPr>
              <a:xfrm>
                <a:off x="5016075" y="2131025"/>
                <a:ext cx="59800" cy="62875"/>
              </a:xfrm>
              <a:custGeom>
                <a:avLst/>
                <a:gdLst/>
                <a:ahLst/>
                <a:cxnLst/>
                <a:rect l="l" t="t" r="r" b="b"/>
                <a:pathLst>
                  <a:path w="2392" h="2515" extrusionOk="0">
                    <a:moveTo>
                      <a:pt x="558" y="1"/>
                    </a:moveTo>
                    <a:cubicBezTo>
                      <a:pt x="558" y="1"/>
                      <a:pt x="574" y="294"/>
                      <a:pt x="540" y="629"/>
                    </a:cubicBezTo>
                    <a:cubicBezTo>
                      <a:pt x="489" y="1073"/>
                      <a:pt x="360" y="1600"/>
                      <a:pt x="0" y="1641"/>
                    </a:cubicBezTo>
                    <a:cubicBezTo>
                      <a:pt x="0" y="1641"/>
                      <a:pt x="364" y="2514"/>
                      <a:pt x="1212" y="2514"/>
                    </a:cubicBezTo>
                    <a:cubicBezTo>
                      <a:pt x="1274" y="2514"/>
                      <a:pt x="1339" y="2509"/>
                      <a:pt x="1407" y="2499"/>
                    </a:cubicBezTo>
                    <a:cubicBezTo>
                      <a:pt x="2391" y="2348"/>
                      <a:pt x="1678" y="1490"/>
                      <a:pt x="1678" y="1490"/>
                    </a:cubicBezTo>
                    <a:lnTo>
                      <a:pt x="1678" y="1436"/>
                    </a:lnTo>
                    <a:cubicBezTo>
                      <a:pt x="1678" y="1332"/>
                      <a:pt x="1691" y="1089"/>
                      <a:pt x="1732" y="916"/>
                    </a:cubicBezTo>
                    <a:cubicBezTo>
                      <a:pt x="1789" y="692"/>
                      <a:pt x="559" y="1"/>
                      <a:pt x="558" y="1"/>
                    </a:cubicBezTo>
                    <a:close/>
                  </a:path>
                </a:pathLst>
              </a:custGeom>
              <a:solidFill>
                <a:srgbClr val="CC7B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Google Shape;2014;p48"/>
              <p:cNvSpPr/>
              <p:nvPr/>
            </p:nvSpPr>
            <p:spPr>
              <a:xfrm>
                <a:off x="5029400" y="2131025"/>
                <a:ext cx="31325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253" h="1433" extrusionOk="0">
                    <a:moveTo>
                      <a:pt x="22" y="1"/>
                    </a:moveTo>
                    <a:cubicBezTo>
                      <a:pt x="22" y="1"/>
                      <a:pt x="38" y="294"/>
                      <a:pt x="0" y="629"/>
                    </a:cubicBezTo>
                    <a:cubicBezTo>
                      <a:pt x="316" y="931"/>
                      <a:pt x="764" y="1310"/>
                      <a:pt x="1142" y="1433"/>
                    </a:cubicBezTo>
                    <a:cubicBezTo>
                      <a:pt x="1142" y="1326"/>
                      <a:pt x="1152" y="1086"/>
                      <a:pt x="1196" y="912"/>
                    </a:cubicBezTo>
                    <a:cubicBezTo>
                      <a:pt x="1253" y="692"/>
                      <a:pt x="22" y="1"/>
                      <a:pt x="22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Google Shape;2015;p48"/>
              <p:cNvSpPr/>
              <p:nvPr/>
            </p:nvSpPr>
            <p:spPr>
              <a:xfrm>
                <a:off x="5014725" y="2074000"/>
                <a:ext cx="69500" cy="87425"/>
              </a:xfrm>
              <a:custGeom>
                <a:avLst/>
                <a:gdLst/>
                <a:ahLst/>
                <a:cxnLst/>
                <a:rect l="l" t="t" r="r" b="b"/>
                <a:pathLst>
                  <a:path w="2780" h="3497" extrusionOk="0">
                    <a:moveTo>
                      <a:pt x="1405" y="0"/>
                    </a:moveTo>
                    <a:cubicBezTo>
                      <a:pt x="1222" y="0"/>
                      <a:pt x="1036" y="33"/>
                      <a:pt x="855" y="114"/>
                    </a:cubicBezTo>
                    <a:cubicBezTo>
                      <a:pt x="0" y="499"/>
                      <a:pt x="202" y="1392"/>
                      <a:pt x="202" y="1392"/>
                    </a:cubicBezTo>
                    <a:cubicBezTo>
                      <a:pt x="202" y="1392"/>
                      <a:pt x="792" y="3481"/>
                      <a:pt x="1786" y="3496"/>
                    </a:cubicBezTo>
                    <a:cubicBezTo>
                      <a:pt x="1789" y="3496"/>
                      <a:pt x="1791" y="3496"/>
                      <a:pt x="1794" y="3496"/>
                    </a:cubicBezTo>
                    <a:cubicBezTo>
                      <a:pt x="2780" y="3496"/>
                      <a:pt x="2736" y="607"/>
                      <a:pt x="2736" y="607"/>
                    </a:cubicBezTo>
                    <a:cubicBezTo>
                      <a:pt x="2703" y="455"/>
                      <a:pt x="2082" y="0"/>
                      <a:pt x="1405" y="0"/>
                    </a:cubicBezTo>
                    <a:close/>
                  </a:path>
                </a:pathLst>
              </a:custGeom>
              <a:solidFill>
                <a:srgbClr val="CC7B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Google Shape;2016;p48"/>
              <p:cNvSpPr/>
              <p:nvPr/>
            </p:nvSpPr>
            <p:spPr>
              <a:xfrm>
                <a:off x="5003200" y="2060300"/>
                <a:ext cx="97825" cy="68700"/>
              </a:xfrm>
              <a:custGeom>
                <a:avLst/>
                <a:gdLst/>
                <a:ahLst/>
                <a:cxnLst/>
                <a:rect l="l" t="t" r="r" b="b"/>
                <a:pathLst>
                  <a:path w="3913" h="2748" extrusionOk="0">
                    <a:moveTo>
                      <a:pt x="1693" y="1"/>
                    </a:moveTo>
                    <a:cubicBezTo>
                      <a:pt x="1184" y="1"/>
                      <a:pt x="793" y="193"/>
                      <a:pt x="600" y="1047"/>
                    </a:cubicBezTo>
                    <a:cubicBezTo>
                      <a:pt x="600" y="1047"/>
                      <a:pt x="1" y="1672"/>
                      <a:pt x="726" y="2748"/>
                    </a:cubicBezTo>
                    <a:lnTo>
                      <a:pt x="1055" y="2694"/>
                    </a:lnTo>
                    <a:cubicBezTo>
                      <a:pt x="1055" y="2694"/>
                      <a:pt x="954" y="2022"/>
                      <a:pt x="1304" y="2022"/>
                    </a:cubicBezTo>
                    <a:cubicBezTo>
                      <a:pt x="1657" y="2022"/>
                      <a:pt x="1884" y="1716"/>
                      <a:pt x="2010" y="1546"/>
                    </a:cubicBezTo>
                    <a:cubicBezTo>
                      <a:pt x="2028" y="1523"/>
                      <a:pt x="2050" y="1513"/>
                      <a:pt x="2078" y="1513"/>
                    </a:cubicBezTo>
                    <a:cubicBezTo>
                      <a:pt x="2251" y="1513"/>
                      <a:pt x="2607" y="1915"/>
                      <a:pt x="2872" y="1915"/>
                    </a:cubicBezTo>
                    <a:cubicBezTo>
                      <a:pt x="3175" y="1915"/>
                      <a:pt x="3140" y="2293"/>
                      <a:pt x="3140" y="2293"/>
                    </a:cubicBezTo>
                    <a:cubicBezTo>
                      <a:pt x="3140" y="2293"/>
                      <a:pt x="3913" y="1978"/>
                      <a:pt x="3578" y="1218"/>
                    </a:cubicBezTo>
                    <a:cubicBezTo>
                      <a:pt x="3578" y="1218"/>
                      <a:pt x="3802" y="205"/>
                      <a:pt x="2780" y="114"/>
                    </a:cubicBezTo>
                    <a:cubicBezTo>
                      <a:pt x="2384" y="78"/>
                      <a:pt x="2015" y="1"/>
                      <a:pt x="1693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Google Shape;2017;p48"/>
              <p:cNvSpPr/>
              <p:nvPr/>
            </p:nvSpPr>
            <p:spPr>
              <a:xfrm>
                <a:off x="5012375" y="2116125"/>
                <a:ext cx="19650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786" h="798" extrusionOk="0">
                    <a:moveTo>
                      <a:pt x="371" y="1"/>
                    </a:moveTo>
                    <a:cubicBezTo>
                      <a:pt x="325" y="1"/>
                      <a:pt x="278" y="18"/>
                      <a:pt x="233" y="60"/>
                    </a:cubicBezTo>
                    <a:cubicBezTo>
                      <a:pt x="0" y="279"/>
                      <a:pt x="288" y="798"/>
                      <a:pt x="684" y="798"/>
                    </a:cubicBezTo>
                    <a:cubicBezTo>
                      <a:pt x="717" y="798"/>
                      <a:pt x="751" y="794"/>
                      <a:pt x="785" y="786"/>
                    </a:cubicBezTo>
                    <a:lnTo>
                      <a:pt x="785" y="370"/>
                    </a:lnTo>
                    <a:cubicBezTo>
                      <a:pt x="785" y="370"/>
                      <a:pt x="583" y="1"/>
                      <a:pt x="371" y="1"/>
                    </a:cubicBezTo>
                    <a:close/>
                  </a:path>
                </a:pathLst>
              </a:custGeom>
              <a:solidFill>
                <a:srgbClr val="CC7B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Google Shape;2018;p48"/>
              <p:cNvSpPr/>
              <p:nvPr/>
            </p:nvSpPr>
            <p:spPr>
              <a:xfrm>
                <a:off x="5060475" y="2123775"/>
                <a:ext cx="7750" cy="1635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654" extrusionOk="0">
                    <a:moveTo>
                      <a:pt x="221" y="1"/>
                    </a:moveTo>
                    <a:cubicBezTo>
                      <a:pt x="202" y="4"/>
                      <a:pt x="186" y="19"/>
                      <a:pt x="189" y="38"/>
                    </a:cubicBezTo>
                    <a:cubicBezTo>
                      <a:pt x="218" y="266"/>
                      <a:pt x="224" y="531"/>
                      <a:pt x="202" y="568"/>
                    </a:cubicBezTo>
                    <a:cubicBezTo>
                      <a:pt x="192" y="578"/>
                      <a:pt x="176" y="582"/>
                      <a:pt x="157" y="582"/>
                    </a:cubicBezTo>
                    <a:cubicBezTo>
                      <a:pt x="122" y="582"/>
                      <a:pt x="80" y="569"/>
                      <a:pt x="57" y="559"/>
                    </a:cubicBezTo>
                    <a:cubicBezTo>
                      <a:pt x="52" y="557"/>
                      <a:pt x="46" y="557"/>
                      <a:pt x="42" y="557"/>
                    </a:cubicBezTo>
                    <a:cubicBezTo>
                      <a:pt x="26" y="557"/>
                      <a:pt x="14" y="564"/>
                      <a:pt x="10" y="581"/>
                    </a:cubicBezTo>
                    <a:cubicBezTo>
                      <a:pt x="0" y="600"/>
                      <a:pt x="10" y="619"/>
                      <a:pt x="29" y="628"/>
                    </a:cubicBezTo>
                    <a:cubicBezTo>
                      <a:pt x="35" y="631"/>
                      <a:pt x="95" y="654"/>
                      <a:pt x="155" y="654"/>
                    </a:cubicBezTo>
                    <a:cubicBezTo>
                      <a:pt x="189" y="654"/>
                      <a:pt x="224" y="647"/>
                      <a:pt x="249" y="619"/>
                    </a:cubicBezTo>
                    <a:cubicBezTo>
                      <a:pt x="309" y="559"/>
                      <a:pt x="281" y="225"/>
                      <a:pt x="262" y="32"/>
                    </a:cubicBezTo>
                    <a:cubicBezTo>
                      <a:pt x="256" y="10"/>
                      <a:pt x="240" y="1"/>
                      <a:pt x="221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Google Shape;2019;p48"/>
              <p:cNvSpPr/>
              <p:nvPr/>
            </p:nvSpPr>
            <p:spPr>
              <a:xfrm>
                <a:off x="5047300" y="2111750"/>
                <a:ext cx="12325" cy="5425"/>
              </a:xfrm>
              <a:custGeom>
                <a:avLst/>
                <a:gdLst/>
                <a:ahLst/>
                <a:cxnLst/>
                <a:rect l="l" t="t" r="r" b="b"/>
                <a:pathLst>
                  <a:path w="493" h="217" extrusionOk="0">
                    <a:moveTo>
                      <a:pt x="331" y="1"/>
                    </a:moveTo>
                    <a:cubicBezTo>
                      <a:pt x="92" y="1"/>
                      <a:pt x="0" y="170"/>
                      <a:pt x="0" y="172"/>
                    </a:cubicBezTo>
                    <a:lnTo>
                      <a:pt x="82" y="217"/>
                    </a:lnTo>
                    <a:cubicBezTo>
                      <a:pt x="85" y="211"/>
                      <a:pt x="148" y="95"/>
                      <a:pt x="327" y="95"/>
                    </a:cubicBezTo>
                    <a:cubicBezTo>
                      <a:pt x="368" y="95"/>
                      <a:pt x="414" y="101"/>
                      <a:pt x="467" y="116"/>
                    </a:cubicBezTo>
                    <a:lnTo>
                      <a:pt x="492" y="24"/>
                    </a:lnTo>
                    <a:cubicBezTo>
                      <a:pt x="432" y="8"/>
                      <a:pt x="378" y="1"/>
                      <a:pt x="331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Google Shape;2020;p48"/>
              <p:cNvSpPr/>
              <p:nvPr/>
            </p:nvSpPr>
            <p:spPr>
              <a:xfrm>
                <a:off x="5068975" y="2112325"/>
                <a:ext cx="12350" cy="5475"/>
              </a:xfrm>
              <a:custGeom>
                <a:avLst/>
                <a:gdLst/>
                <a:ahLst/>
                <a:cxnLst/>
                <a:rect l="l" t="t" r="r" b="b"/>
                <a:pathLst>
                  <a:path w="494" h="219" extrusionOk="0">
                    <a:moveTo>
                      <a:pt x="158" y="0"/>
                    </a:moveTo>
                    <a:cubicBezTo>
                      <a:pt x="112" y="0"/>
                      <a:pt x="59" y="7"/>
                      <a:pt x="1" y="23"/>
                    </a:cubicBezTo>
                    <a:lnTo>
                      <a:pt x="23" y="115"/>
                    </a:lnTo>
                    <a:cubicBezTo>
                      <a:pt x="75" y="100"/>
                      <a:pt x="120" y="94"/>
                      <a:pt x="160" y="94"/>
                    </a:cubicBezTo>
                    <a:cubicBezTo>
                      <a:pt x="337" y="94"/>
                      <a:pt x="402" y="211"/>
                      <a:pt x="405" y="219"/>
                    </a:cubicBezTo>
                    <a:lnTo>
                      <a:pt x="493" y="175"/>
                    </a:lnTo>
                    <a:cubicBezTo>
                      <a:pt x="488" y="175"/>
                      <a:pt x="396" y="0"/>
                      <a:pt x="158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Google Shape;2021;p48"/>
              <p:cNvSpPr/>
              <p:nvPr/>
            </p:nvSpPr>
            <p:spPr>
              <a:xfrm>
                <a:off x="5053675" y="2120775"/>
                <a:ext cx="3750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150" h="222" extrusionOk="0">
                    <a:moveTo>
                      <a:pt x="73" y="1"/>
                    </a:moveTo>
                    <a:cubicBezTo>
                      <a:pt x="32" y="1"/>
                      <a:pt x="1" y="51"/>
                      <a:pt x="1" y="111"/>
                    </a:cubicBezTo>
                    <a:cubicBezTo>
                      <a:pt x="1" y="174"/>
                      <a:pt x="32" y="221"/>
                      <a:pt x="73" y="221"/>
                    </a:cubicBezTo>
                    <a:cubicBezTo>
                      <a:pt x="118" y="221"/>
                      <a:pt x="149" y="174"/>
                      <a:pt x="149" y="111"/>
                    </a:cubicBezTo>
                    <a:cubicBezTo>
                      <a:pt x="149" y="51"/>
                      <a:pt x="118" y="1"/>
                      <a:pt x="73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Google Shape;2022;p48"/>
              <p:cNvSpPr/>
              <p:nvPr/>
            </p:nvSpPr>
            <p:spPr>
              <a:xfrm>
                <a:off x="5071900" y="2121575"/>
                <a:ext cx="3725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149" h="222" extrusionOk="0">
                    <a:moveTo>
                      <a:pt x="76" y="0"/>
                    </a:moveTo>
                    <a:cubicBezTo>
                      <a:pt x="35" y="0"/>
                      <a:pt x="1" y="51"/>
                      <a:pt x="1" y="111"/>
                    </a:cubicBezTo>
                    <a:cubicBezTo>
                      <a:pt x="1" y="174"/>
                      <a:pt x="35" y="221"/>
                      <a:pt x="76" y="221"/>
                    </a:cubicBezTo>
                    <a:cubicBezTo>
                      <a:pt x="117" y="221"/>
                      <a:pt x="149" y="174"/>
                      <a:pt x="149" y="111"/>
                    </a:cubicBezTo>
                    <a:cubicBezTo>
                      <a:pt x="149" y="51"/>
                      <a:pt x="117" y="0"/>
                      <a:pt x="76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Google Shape;2023;p48"/>
              <p:cNvSpPr/>
              <p:nvPr/>
            </p:nvSpPr>
            <p:spPr>
              <a:xfrm>
                <a:off x="5055725" y="2146125"/>
                <a:ext cx="10600" cy="2925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17" extrusionOk="0">
                    <a:moveTo>
                      <a:pt x="84" y="0"/>
                    </a:moveTo>
                    <a:cubicBezTo>
                      <a:pt x="54" y="0"/>
                      <a:pt x="38" y="2"/>
                      <a:pt x="36" y="2"/>
                    </a:cubicBezTo>
                    <a:cubicBezTo>
                      <a:pt x="17" y="6"/>
                      <a:pt x="1" y="21"/>
                      <a:pt x="4" y="40"/>
                    </a:cubicBezTo>
                    <a:cubicBezTo>
                      <a:pt x="10" y="58"/>
                      <a:pt x="23" y="72"/>
                      <a:pt x="40" y="72"/>
                    </a:cubicBezTo>
                    <a:cubicBezTo>
                      <a:pt x="42" y="72"/>
                      <a:pt x="43" y="72"/>
                      <a:pt x="45" y="72"/>
                    </a:cubicBezTo>
                    <a:cubicBezTo>
                      <a:pt x="46" y="72"/>
                      <a:pt x="56" y="71"/>
                      <a:pt x="76" y="71"/>
                    </a:cubicBezTo>
                    <a:cubicBezTo>
                      <a:pt x="122" y="71"/>
                      <a:pt x="218" y="77"/>
                      <a:pt x="373" y="116"/>
                    </a:cubicBezTo>
                    <a:lnTo>
                      <a:pt x="379" y="116"/>
                    </a:lnTo>
                    <a:cubicBezTo>
                      <a:pt x="395" y="116"/>
                      <a:pt x="411" y="103"/>
                      <a:pt x="414" y="88"/>
                    </a:cubicBezTo>
                    <a:cubicBezTo>
                      <a:pt x="424" y="69"/>
                      <a:pt x="411" y="50"/>
                      <a:pt x="392" y="43"/>
                    </a:cubicBezTo>
                    <a:cubicBezTo>
                      <a:pt x="240" y="7"/>
                      <a:pt x="139" y="0"/>
                      <a:pt x="84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Google Shape;2024;p48"/>
              <p:cNvSpPr/>
              <p:nvPr/>
            </p:nvSpPr>
            <p:spPr>
              <a:xfrm>
                <a:off x="4984750" y="2168025"/>
                <a:ext cx="126925" cy="176075"/>
              </a:xfrm>
              <a:custGeom>
                <a:avLst/>
                <a:gdLst/>
                <a:ahLst/>
                <a:cxnLst/>
                <a:rect l="l" t="t" r="r" b="b"/>
                <a:pathLst>
                  <a:path w="5077" h="7043" extrusionOk="0">
                    <a:moveTo>
                      <a:pt x="2922" y="0"/>
                    </a:moveTo>
                    <a:cubicBezTo>
                      <a:pt x="2922" y="0"/>
                      <a:pt x="3348" y="754"/>
                      <a:pt x="2632" y="754"/>
                    </a:cubicBezTo>
                    <a:cubicBezTo>
                      <a:pt x="1912" y="754"/>
                      <a:pt x="1496" y="26"/>
                      <a:pt x="1496" y="26"/>
                    </a:cubicBezTo>
                    <a:cubicBezTo>
                      <a:pt x="1496" y="26"/>
                      <a:pt x="1414" y="73"/>
                      <a:pt x="1240" y="111"/>
                    </a:cubicBezTo>
                    <a:cubicBezTo>
                      <a:pt x="1181" y="127"/>
                      <a:pt x="1105" y="139"/>
                      <a:pt x="1023" y="145"/>
                    </a:cubicBezTo>
                    <a:cubicBezTo>
                      <a:pt x="704" y="183"/>
                      <a:pt x="92" y="963"/>
                      <a:pt x="92" y="963"/>
                    </a:cubicBezTo>
                    <a:cubicBezTo>
                      <a:pt x="92" y="963"/>
                      <a:pt x="445" y="4105"/>
                      <a:pt x="461" y="4887"/>
                    </a:cubicBezTo>
                    <a:cubicBezTo>
                      <a:pt x="477" y="5666"/>
                      <a:pt x="1" y="6117"/>
                      <a:pt x="379" y="6509"/>
                    </a:cubicBezTo>
                    <a:cubicBezTo>
                      <a:pt x="655" y="6796"/>
                      <a:pt x="1982" y="7042"/>
                      <a:pt x="3060" y="7042"/>
                    </a:cubicBezTo>
                    <a:cubicBezTo>
                      <a:pt x="3464" y="7042"/>
                      <a:pt x="3832" y="7008"/>
                      <a:pt x="4099" y="6928"/>
                    </a:cubicBezTo>
                    <a:cubicBezTo>
                      <a:pt x="5077" y="6638"/>
                      <a:pt x="4417" y="5111"/>
                      <a:pt x="4310" y="4357"/>
                    </a:cubicBezTo>
                    <a:cubicBezTo>
                      <a:pt x="4263" y="4042"/>
                      <a:pt x="4256" y="3534"/>
                      <a:pt x="4253" y="3013"/>
                    </a:cubicBezTo>
                    <a:cubicBezTo>
                      <a:pt x="4247" y="2275"/>
                      <a:pt x="4256" y="1524"/>
                      <a:pt x="4181" y="1310"/>
                    </a:cubicBezTo>
                    <a:cubicBezTo>
                      <a:pt x="4080" y="1013"/>
                      <a:pt x="3799" y="414"/>
                      <a:pt x="3300" y="136"/>
                    </a:cubicBezTo>
                    <a:cubicBezTo>
                      <a:pt x="3253" y="111"/>
                      <a:pt x="3206" y="89"/>
                      <a:pt x="3155" y="67"/>
                    </a:cubicBezTo>
                    <a:cubicBezTo>
                      <a:pt x="3080" y="35"/>
                      <a:pt x="3001" y="16"/>
                      <a:pt x="2922" y="0"/>
                    </a:cubicBez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Google Shape;2025;p48"/>
              <p:cNvSpPr/>
              <p:nvPr/>
            </p:nvSpPr>
            <p:spPr>
              <a:xfrm>
                <a:off x="5015675" y="2168025"/>
                <a:ext cx="53650" cy="24650"/>
              </a:xfrm>
              <a:custGeom>
                <a:avLst/>
                <a:gdLst/>
                <a:ahLst/>
                <a:cxnLst/>
                <a:rect l="l" t="t" r="r" b="b"/>
                <a:pathLst>
                  <a:path w="2146" h="986" extrusionOk="0">
                    <a:moveTo>
                      <a:pt x="1685" y="0"/>
                    </a:moveTo>
                    <a:cubicBezTo>
                      <a:pt x="1685" y="0"/>
                      <a:pt x="2111" y="754"/>
                      <a:pt x="1395" y="754"/>
                    </a:cubicBezTo>
                    <a:cubicBezTo>
                      <a:pt x="675" y="754"/>
                      <a:pt x="259" y="26"/>
                      <a:pt x="259" y="26"/>
                    </a:cubicBezTo>
                    <a:cubicBezTo>
                      <a:pt x="259" y="26"/>
                      <a:pt x="174" y="73"/>
                      <a:pt x="0" y="111"/>
                    </a:cubicBezTo>
                    <a:cubicBezTo>
                      <a:pt x="208" y="406"/>
                      <a:pt x="714" y="985"/>
                      <a:pt x="1434" y="985"/>
                    </a:cubicBezTo>
                    <a:cubicBezTo>
                      <a:pt x="1514" y="985"/>
                      <a:pt x="1597" y="978"/>
                      <a:pt x="1682" y="963"/>
                    </a:cubicBezTo>
                    <a:cubicBezTo>
                      <a:pt x="1975" y="912"/>
                      <a:pt x="2101" y="767"/>
                      <a:pt x="2127" y="578"/>
                    </a:cubicBezTo>
                    <a:cubicBezTo>
                      <a:pt x="2146" y="445"/>
                      <a:pt x="2120" y="294"/>
                      <a:pt x="2063" y="136"/>
                    </a:cubicBezTo>
                    <a:cubicBezTo>
                      <a:pt x="2060" y="127"/>
                      <a:pt x="2057" y="114"/>
                      <a:pt x="2051" y="108"/>
                    </a:cubicBezTo>
                    <a:cubicBezTo>
                      <a:pt x="1978" y="82"/>
                      <a:pt x="1922" y="67"/>
                      <a:pt x="1918" y="67"/>
                    </a:cubicBezTo>
                    <a:cubicBezTo>
                      <a:pt x="1843" y="35"/>
                      <a:pt x="1764" y="16"/>
                      <a:pt x="1685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Google Shape;2026;p48"/>
              <p:cNvSpPr/>
              <p:nvPr/>
            </p:nvSpPr>
            <p:spPr>
              <a:xfrm>
                <a:off x="5063625" y="2169675"/>
                <a:ext cx="41350" cy="7407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2963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48" y="45"/>
                      <a:pt x="123" y="237"/>
                      <a:pt x="209" y="512"/>
                    </a:cubicBezTo>
                    <a:cubicBezTo>
                      <a:pt x="486" y="1363"/>
                      <a:pt x="884" y="2963"/>
                      <a:pt x="884" y="2963"/>
                    </a:cubicBezTo>
                    <a:lnTo>
                      <a:pt x="1092" y="2947"/>
                    </a:lnTo>
                    <a:lnTo>
                      <a:pt x="1653" y="2909"/>
                    </a:lnTo>
                    <a:cubicBezTo>
                      <a:pt x="1543" y="2237"/>
                      <a:pt x="1262" y="1089"/>
                      <a:pt x="1026" y="644"/>
                    </a:cubicBezTo>
                    <a:cubicBezTo>
                      <a:pt x="855" y="313"/>
                      <a:pt x="369" y="120"/>
                      <a:pt x="133" y="42"/>
                    </a:cubicBezTo>
                    <a:cubicBezTo>
                      <a:pt x="60" y="16"/>
                      <a:pt x="4" y="1"/>
                      <a:pt x="0" y="1"/>
                    </a:cubicBez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Google Shape;2027;p48"/>
              <p:cNvSpPr/>
              <p:nvPr/>
            </p:nvSpPr>
            <p:spPr>
              <a:xfrm>
                <a:off x="5100375" y="2190575"/>
                <a:ext cx="23600" cy="33300"/>
              </a:xfrm>
              <a:custGeom>
                <a:avLst/>
                <a:gdLst/>
                <a:ahLst/>
                <a:cxnLst/>
                <a:rect l="l" t="t" r="r" b="b"/>
                <a:pathLst>
                  <a:path w="944" h="1332" extrusionOk="0">
                    <a:moveTo>
                      <a:pt x="770" y="1"/>
                    </a:moveTo>
                    <a:cubicBezTo>
                      <a:pt x="493" y="243"/>
                      <a:pt x="0" y="1332"/>
                      <a:pt x="0" y="1332"/>
                    </a:cubicBezTo>
                    <a:lnTo>
                      <a:pt x="149" y="1332"/>
                    </a:lnTo>
                    <a:cubicBezTo>
                      <a:pt x="149" y="1332"/>
                      <a:pt x="723" y="1007"/>
                      <a:pt x="833" y="609"/>
                    </a:cubicBezTo>
                    <a:cubicBezTo>
                      <a:pt x="944" y="212"/>
                      <a:pt x="770" y="1"/>
                      <a:pt x="770" y="1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Google Shape;2028;p48"/>
              <p:cNvSpPr/>
              <p:nvPr/>
            </p:nvSpPr>
            <p:spPr>
              <a:xfrm>
                <a:off x="5076150" y="2193250"/>
                <a:ext cx="22750" cy="30725"/>
              </a:xfrm>
              <a:custGeom>
                <a:avLst/>
                <a:gdLst/>
                <a:ahLst/>
                <a:cxnLst/>
                <a:rect l="l" t="t" r="r" b="b"/>
                <a:pathLst>
                  <a:path w="910" h="1229" extrusionOk="0">
                    <a:moveTo>
                      <a:pt x="174" y="1"/>
                    </a:moveTo>
                    <a:cubicBezTo>
                      <a:pt x="174" y="1"/>
                      <a:pt x="1" y="253"/>
                      <a:pt x="174" y="537"/>
                    </a:cubicBezTo>
                    <a:cubicBezTo>
                      <a:pt x="348" y="821"/>
                      <a:pt x="790" y="1228"/>
                      <a:pt x="790" y="1228"/>
                    </a:cubicBezTo>
                    <a:lnTo>
                      <a:pt x="910" y="1228"/>
                    </a:lnTo>
                    <a:lnTo>
                      <a:pt x="910" y="1225"/>
                    </a:lnTo>
                    <a:cubicBezTo>
                      <a:pt x="910" y="1225"/>
                      <a:pt x="809" y="209"/>
                      <a:pt x="174" y="1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Google Shape;2029;p48"/>
              <p:cNvSpPr/>
              <p:nvPr/>
            </p:nvSpPr>
            <p:spPr>
              <a:xfrm>
                <a:off x="5030175" y="2221700"/>
                <a:ext cx="136000" cy="133450"/>
              </a:xfrm>
              <a:custGeom>
                <a:avLst/>
                <a:gdLst/>
                <a:ahLst/>
                <a:cxnLst/>
                <a:rect l="l" t="t" r="r" b="b"/>
                <a:pathLst>
                  <a:path w="5440" h="5338" extrusionOk="0">
                    <a:moveTo>
                      <a:pt x="2492" y="0"/>
                    </a:moveTo>
                    <a:cubicBezTo>
                      <a:pt x="832" y="0"/>
                      <a:pt x="553" y="876"/>
                      <a:pt x="401" y="1380"/>
                    </a:cubicBezTo>
                    <a:cubicBezTo>
                      <a:pt x="237" y="1910"/>
                      <a:pt x="1" y="4494"/>
                      <a:pt x="1206" y="5049"/>
                    </a:cubicBezTo>
                    <a:cubicBezTo>
                      <a:pt x="1687" y="5271"/>
                      <a:pt x="2272" y="5338"/>
                      <a:pt x="2802" y="5338"/>
                    </a:cubicBezTo>
                    <a:cubicBezTo>
                      <a:pt x="3597" y="5338"/>
                      <a:pt x="4266" y="5188"/>
                      <a:pt x="4266" y="5188"/>
                    </a:cubicBezTo>
                    <a:cubicBezTo>
                      <a:pt x="5440" y="4418"/>
                      <a:pt x="5228" y="2349"/>
                      <a:pt x="5077" y="1699"/>
                    </a:cubicBezTo>
                    <a:cubicBezTo>
                      <a:pt x="4922" y="1040"/>
                      <a:pt x="4780" y="134"/>
                      <a:pt x="2824" y="11"/>
                    </a:cubicBezTo>
                    <a:cubicBezTo>
                      <a:pt x="2708" y="4"/>
                      <a:pt x="2597" y="0"/>
                      <a:pt x="2492" y="0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Google Shape;2030;p48"/>
              <p:cNvSpPr/>
              <p:nvPr/>
            </p:nvSpPr>
            <p:spPr>
              <a:xfrm>
                <a:off x="5071125" y="2267300"/>
                <a:ext cx="73525" cy="67225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2689" extrusionOk="0">
                    <a:moveTo>
                      <a:pt x="2750" y="1"/>
                    </a:moveTo>
                    <a:cubicBezTo>
                      <a:pt x="2748" y="1"/>
                      <a:pt x="2746" y="1"/>
                      <a:pt x="2745" y="1"/>
                    </a:cubicBezTo>
                    <a:cubicBezTo>
                      <a:pt x="2726" y="4"/>
                      <a:pt x="2710" y="20"/>
                      <a:pt x="2713" y="39"/>
                    </a:cubicBezTo>
                    <a:cubicBezTo>
                      <a:pt x="2716" y="48"/>
                      <a:pt x="2868" y="1149"/>
                      <a:pt x="2193" y="1900"/>
                    </a:cubicBezTo>
                    <a:cubicBezTo>
                      <a:pt x="1764" y="2379"/>
                      <a:pt x="1100" y="2620"/>
                      <a:pt x="217" y="2620"/>
                    </a:cubicBezTo>
                    <a:cubicBezTo>
                      <a:pt x="157" y="2620"/>
                      <a:pt x="96" y="2619"/>
                      <a:pt x="35" y="2616"/>
                    </a:cubicBezTo>
                    <a:cubicBezTo>
                      <a:pt x="16" y="2616"/>
                      <a:pt x="0" y="2632"/>
                      <a:pt x="0" y="2651"/>
                    </a:cubicBezTo>
                    <a:cubicBezTo>
                      <a:pt x="0" y="2670"/>
                      <a:pt x="16" y="2686"/>
                      <a:pt x="35" y="2686"/>
                    </a:cubicBezTo>
                    <a:cubicBezTo>
                      <a:pt x="101" y="2689"/>
                      <a:pt x="161" y="2689"/>
                      <a:pt x="224" y="2689"/>
                    </a:cubicBezTo>
                    <a:cubicBezTo>
                      <a:pt x="1129" y="2689"/>
                      <a:pt x="1811" y="2440"/>
                      <a:pt x="2243" y="1954"/>
                    </a:cubicBezTo>
                    <a:cubicBezTo>
                      <a:pt x="2940" y="1172"/>
                      <a:pt x="2783" y="45"/>
                      <a:pt x="2783" y="33"/>
                    </a:cubicBezTo>
                    <a:cubicBezTo>
                      <a:pt x="2780" y="15"/>
                      <a:pt x="2766" y="1"/>
                      <a:pt x="2750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Google Shape;2031;p48"/>
              <p:cNvSpPr/>
              <p:nvPr/>
            </p:nvSpPr>
            <p:spPr>
              <a:xfrm>
                <a:off x="4992175" y="2257850"/>
                <a:ext cx="101675" cy="118200"/>
              </a:xfrm>
              <a:custGeom>
                <a:avLst/>
                <a:gdLst/>
                <a:ahLst/>
                <a:cxnLst/>
                <a:rect l="l" t="t" r="r" b="b"/>
                <a:pathLst>
                  <a:path w="4067" h="4728" extrusionOk="0">
                    <a:moveTo>
                      <a:pt x="1171" y="1"/>
                    </a:moveTo>
                    <a:lnTo>
                      <a:pt x="0" y="502"/>
                    </a:lnTo>
                    <a:cubicBezTo>
                      <a:pt x="0" y="502"/>
                      <a:pt x="1584" y="3868"/>
                      <a:pt x="2057" y="4345"/>
                    </a:cubicBezTo>
                    <a:cubicBezTo>
                      <a:pt x="2330" y="4621"/>
                      <a:pt x="2726" y="4728"/>
                      <a:pt x="3075" y="4728"/>
                    </a:cubicBezTo>
                    <a:cubicBezTo>
                      <a:pt x="3330" y="4728"/>
                      <a:pt x="3560" y="4671"/>
                      <a:pt x="3698" y="4581"/>
                    </a:cubicBezTo>
                    <a:cubicBezTo>
                      <a:pt x="4026" y="4373"/>
                      <a:pt x="4067" y="3884"/>
                      <a:pt x="4067" y="3884"/>
                    </a:cubicBezTo>
                    <a:cubicBezTo>
                      <a:pt x="4067" y="3884"/>
                      <a:pt x="2906" y="3461"/>
                      <a:pt x="2638" y="3455"/>
                    </a:cubicBezTo>
                    <a:cubicBezTo>
                      <a:pt x="2373" y="3442"/>
                      <a:pt x="1171" y="1"/>
                      <a:pt x="1171" y="1"/>
                    </a:cubicBezTo>
                    <a:close/>
                  </a:path>
                </a:pathLst>
              </a:custGeom>
              <a:solidFill>
                <a:srgbClr val="CC7B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Google Shape;2032;p48"/>
              <p:cNvSpPr/>
              <p:nvPr/>
            </p:nvSpPr>
            <p:spPr>
              <a:xfrm>
                <a:off x="4979075" y="2192150"/>
                <a:ext cx="49075" cy="86625"/>
              </a:xfrm>
              <a:custGeom>
                <a:avLst/>
                <a:gdLst/>
                <a:ahLst/>
                <a:cxnLst/>
                <a:rect l="l" t="t" r="r" b="b"/>
                <a:pathLst>
                  <a:path w="1963" h="3465" extrusionOk="0">
                    <a:moveTo>
                      <a:pt x="319" y="1"/>
                    </a:moveTo>
                    <a:cubicBezTo>
                      <a:pt x="319" y="1"/>
                      <a:pt x="16" y="408"/>
                      <a:pt x="7" y="1162"/>
                    </a:cubicBezTo>
                    <a:cubicBezTo>
                      <a:pt x="1" y="1916"/>
                      <a:pt x="146" y="2789"/>
                      <a:pt x="319" y="3465"/>
                    </a:cubicBezTo>
                    <a:cubicBezTo>
                      <a:pt x="319" y="3465"/>
                      <a:pt x="1546" y="3436"/>
                      <a:pt x="1963" y="2755"/>
                    </a:cubicBezTo>
                    <a:cubicBezTo>
                      <a:pt x="1963" y="2755"/>
                      <a:pt x="1543" y="1591"/>
                      <a:pt x="1534" y="1143"/>
                    </a:cubicBezTo>
                    <a:cubicBezTo>
                      <a:pt x="1524" y="695"/>
                      <a:pt x="1067" y="190"/>
                      <a:pt x="319" y="1"/>
                    </a:cubicBez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Google Shape;2033;p48"/>
              <p:cNvSpPr/>
              <p:nvPr/>
            </p:nvSpPr>
            <p:spPr>
              <a:xfrm>
                <a:off x="5001150" y="2188825"/>
                <a:ext cx="28900" cy="83325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3333" extrusionOk="0">
                    <a:moveTo>
                      <a:pt x="36" y="0"/>
                    </a:moveTo>
                    <a:cubicBezTo>
                      <a:pt x="27" y="0"/>
                      <a:pt x="18" y="3"/>
                      <a:pt x="10" y="7"/>
                    </a:cubicBezTo>
                    <a:cubicBezTo>
                      <a:pt x="1" y="23"/>
                      <a:pt x="1" y="45"/>
                      <a:pt x="10" y="61"/>
                    </a:cubicBezTo>
                    <a:cubicBezTo>
                      <a:pt x="20" y="67"/>
                      <a:pt x="764" y="853"/>
                      <a:pt x="1048" y="2828"/>
                    </a:cubicBezTo>
                    <a:cubicBezTo>
                      <a:pt x="1048" y="2831"/>
                      <a:pt x="1067" y="3017"/>
                      <a:pt x="512" y="3266"/>
                    </a:cubicBezTo>
                    <a:cubicBezTo>
                      <a:pt x="493" y="3273"/>
                      <a:pt x="484" y="3292"/>
                      <a:pt x="493" y="3314"/>
                    </a:cubicBezTo>
                    <a:cubicBezTo>
                      <a:pt x="496" y="3326"/>
                      <a:pt x="512" y="3333"/>
                      <a:pt x="525" y="3333"/>
                    </a:cubicBezTo>
                    <a:cubicBezTo>
                      <a:pt x="528" y="3333"/>
                      <a:pt x="531" y="3333"/>
                      <a:pt x="543" y="3329"/>
                    </a:cubicBezTo>
                    <a:cubicBezTo>
                      <a:pt x="1155" y="3055"/>
                      <a:pt x="1124" y="2837"/>
                      <a:pt x="1121" y="2815"/>
                    </a:cubicBezTo>
                    <a:cubicBezTo>
                      <a:pt x="831" y="812"/>
                      <a:pt x="95" y="39"/>
                      <a:pt x="64" y="7"/>
                    </a:cubicBezTo>
                    <a:cubicBezTo>
                      <a:pt x="54" y="3"/>
                      <a:pt x="45" y="0"/>
                      <a:pt x="36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034" name="Google Shape;2034;p48"/>
            <p:cNvSpPr/>
            <p:nvPr/>
          </p:nvSpPr>
          <p:spPr>
            <a:xfrm flipH="1">
              <a:off x="3803108" y="3499974"/>
              <a:ext cx="720919" cy="418611"/>
            </a:xfrm>
            <a:custGeom>
              <a:avLst/>
              <a:gdLst/>
              <a:ahLst/>
              <a:cxnLst/>
              <a:rect l="l" t="t" r="r" b="b"/>
              <a:pathLst>
                <a:path w="8740" h="5075" extrusionOk="0">
                  <a:moveTo>
                    <a:pt x="3537" y="0"/>
                  </a:moveTo>
                  <a:cubicBezTo>
                    <a:pt x="3524" y="0"/>
                    <a:pt x="3512" y="2"/>
                    <a:pt x="3499" y="5"/>
                  </a:cubicBezTo>
                  <a:cubicBezTo>
                    <a:pt x="3253" y="75"/>
                    <a:pt x="3216" y="860"/>
                    <a:pt x="3389" y="2352"/>
                  </a:cubicBezTo>
                  <a:cubicBezTo>
                    <a:pt x="3226" y="2109"/>
                    <a:pt x="2535" y="1093"/>
                    <a:pt x="2140" y="1093"/>
                  </a:cubicBezTo>
                  <a:cubicBezTo>
                    <a:pt x="2114" y="1093"/>
                    <a:pt x="2090" y="1097"/>
                    <a:pt x="2067" y="1106"/>
                  </a:cubicBezTo>
                  <a:cubicBezTo>
                    <a:pt x="1597" y="1289"/>
                    <a:pt x="2039" y="3356"/>
                    <a:pt x="2067" y="3491"/>
                  </a:cubicBezTo>
                  <a:cubicBezTo>
                    <a:pt x="1687" y="3290"/>
                    <a:pt x="1317" y="3208"/>
                    <a:pt x="1004" y="3208"/>
                  </a:cubicBezTo>
                  <a:cubicBezTo>
                    <a:pt x="578" y="3208"/>
                    <a:pt x="257" y="3360"/>
                    <a:pt x="159" y="3567"/>
                  </a:cubicBezTo>
                  <a:cubicBezTo>
                    <a:pt x="1" y="3892"/>
                    <a:pt x="320" y="4630"/>
                    <a:pt x="1039" y="5069"/>
                  </a:cubicBezTo>
                  <a:cubicBezTo>
                    <a:pt x="1489" y="5073"/>
                    <a:pt x="1938" y="5075"/>
                    <a:pt x="2388" y="5075"/>
                  </a:cubicBezTo>
                  <a:cubicBezTo>
                    <a:pt x="3896" y="5075"/>
                    <a:pt x="5404" y="5056"/>
                    <a:pt x="6915" y="5056"/>
                  </a:cubicBezTo>
                  <a:cubicBezTo>
                    <a:pt x="7256" y="5056"/>
                    <a:pt x="7597" y="5057"/>
                    <a:pt x="7938" y="5059"/>
                  </a:cubicBezTo>
                  <a:cubicBezTo>
                    <a:pt x="8531" y="3759"/>
                    <a:pt x="8739" y="3050"/>
                    <a:pt x="8563" y="2936"/>
                  </a:cubicBezTo>
                  <a:cubicBezTo>
                    <a:pt x="8546" y="2925"/>
                    <a:pt x="8525" y="2919"/>
                    <a:pt x="8501" y="2919"/>
                  </a:cubicBezTo>
                  <a:cubicBezTo>
                    <a:pt x="8328" y="2919"/>
                    <a:pt x="7970" y="3208"/>
                    <a:pt x="7427" y="3778"/>
                  </a:cubicBezTo>
                  <a:cubicBezTo>
                    <a:pt x="7320" y="3176"/>
                    <a:pt x="6951" y="1176"/>
                    <a:pt x="6472" y="1176"/>
                  </a:cubicBezTo>
                  <a:cubicBezTo>
                    <a:pt x="6472" y="1176"/>
                    <a:pt x="6472" y="1176"/>
                    <a:pt x="6471" y="1176"/>
                  </a:cubicBezTo>
                  <a:cubicBezTo>
                    <a:pt x="6090" y="1179"/>
                    <a:pt x="5802" y="2472"/>
                    <a:pt x="5664" y="3195"/>
                  </a:cubicBezTo>
                  <a:cubicBezTo>
                    <a:pt x="5389" y="1217"/>
                    <a:pt x="5105" y="226"/>
                    <a:pt x="4821" y="226"/>
                  </a:cubicBezTo>
                  <a:cubicBezTo>
                    <a:pt x="4673" y="226"/>
                    <a:pt x="4525" y="482"/>
                    <a:pt x="4380" y="996"/>
                  </a:cubicBezTo>
                  <a:cubicBezTo>
                    <a:pt x="4000" y="328"/>
                    <a:pt x="3719" y="0"/>
                    <a:pt x="3537" y="0"/>
                  </a:cubicBezTo>
                  <a:close/>
                </a:path>
              </a:pathLst>
            </a:custGeom>
            <a:solidFill>
              <a:srgbClr val="1A75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35" name="Google Shape;2035;p48"/>
            <p:cNvGrpSpPr/>
            <p:nvPr/>
          </p:nvGrpSpPr>
          <p:grpSpPr>
            <a:xfrm>
              <a:off x="3552650" y="3464992"/>
              <a:ext cx="488023" cy="488585"/>
              <a:chOff x="4683550" y="1106675"/>
              <a:chExt cx="195475" cy="195700"/>
            </a:xfrm>
          </p:grpSpPr>
          <p:sp>
            <p:nvSpPr>
              <p:cNvPr id="2036" name="Google Shape;2036;p48"/>
              <p:cNvSpPr/>
              <p:nvPr/>
            </p:nvSpPr>
            <p:spPr>
              <a:xfrm>
                <a:off x="4683550" y="1106675"/>
                <a:ext cx="195475" cy="195700"/>
              </a:xfrm>
              <a:custGeom>
                <a:avLst/>
                <a:gdLst/>
                <a:ahLst/>
                <a:cxnLst/>
                <a:rect l="l" t="t" r="r" b="b"/>
                <a:pathLst>
                  <a:path w="7819" h="7828" extrusionOk="0">
                    <a:moveTo>
                      <a:pt x="5916" y="1"/>
                    </a:moveTo>
                    <a:cubicBezTo>
                      <a:pt x="5679" y="1"/>
                      <a:pt x="5479" y="217"/>
                      <a:pt x="5342" y="421"/>
                    </a:cubicBezTo>
                    <a:cubicBezTo>
                      <a:pt x="4774" y="1269"/>
                      <a:pt x="4427" y="2250"/>
                      <a:pt x="4212" y="3250"/>
                    </a:cubicBezTo>
                    <a:cubicBezTo>
                      <a:pt x="4001" y="4247"/>
                      <a:pt x="3909" y="5285"/>
                      <a:pt x="3827" y="6301"/>
                    </a:cubicBezTo>
                    <a:cubicBezTo>
                      <a:pt x="3862" y="5541"/>
                      <a:pt x="3670" y="4774"/>
                      <a:pt x="3279" y="4121"/>
                    </a:cubicBezTo>
                    <a:cubicBezTo>
                      <a:pt x="3190" y="3976"/>
                      <a:pt x="3092" y="3828"/>
                      <a:pt x="2954" y="3727"/>
                    </a:cubicBezTo>
                    <a:cubicBezTo>
                      <a:pt x="2847" y="3645"/>
                      <a:pt x="2712" y="3592"/>
                      <a:pt x="2580" y="3592"/>
                    </a:cubicBezTo>
                    <a:cubicBezTo>
                      <a:pt x="2544" y="3592"/>
                      <a:pt x="2509" y="3596"/>
                      <a:pt x="2474" y="3604"/>
                    </a:cubicBezTo>
                    <a:cubicBezTo>
                      <a:pt x="2304" y="3648"/>
                      <a:pt x="2171" y="3790"/>
                      <a:pt x="2096" y="3951"/>
                    </a:cubicBezTo>
                    <a:cubicBezTo>
                      <a:pt x="2020" y="4112"/>
                      <a:pt x="2001" y="4295"/>
                      <a:pt x="1988" y="4471"/>
                    </a:cubicBezTo>
                    <a:cubicBezTo>
                      <a:pt x="1935" y="5323"/>
                      <a:pt x="2067" y="6244"/>
                      <a:pt x="2354" y="7052"/>
                    </a:cubicBezTo>
                    <a:cubicBezTo>
                      <a:pt x="1988" y="6541"/>
                      <a:pt x="1493" y="6131"/>
                      <a:pt x="928" y="5869"/>
                    </a:cubicBezTo>
                    <a:cubicBezTo>
                      <a:pt x="793" y="5806"/>
                      <a:pt x="651" y="5746"/>
                      <a:pt x="502" y="5746"/>
                    </a:cubicBezTo>
                    <a:cubicBezTo>
                      <a:pt x="351" y="5746"/>
                      <a:pt x="193" y="5809"/>
                      <a:pt x="121" y="5935"/>
                    </a:cubicBezTo>
                    <a:cubicBezTo>
                      <a:pt x="1" y="6131"/>
                      <a:pt x="111" y="6383"/>
                      <a:pt x="231" y="6579"/>
                    </a:cubicBezTo>
                    <a:cubicBezTo>
                      <a:pt x="506" y="7030"/>
                      <a:pt x="875" y="7456"/>
                      <a:pt x="1253" y="7828"/>
                    </a:cubicBezTo>
                    <a:cubicBezTo>
                      <a:pt x="2919" y="7825"/>
                      <a:pt x="4585" y="7815"/>
                      <a:pt x="6253" y="7809"/>
                    </a:cubicBezTo>
                    <a:cubicBezTo>
                      <a:pt x="6973" y="7134"/>
                      <a:pt x="7459" y="6083"/>
                      <a:pt x="7717" y="5134"/>
                    </a:cubicBezTo>
                    <a:cubicBezTo>
                      <a:pt x="7787" y="4885"/>
                      <a:pt x="7818" y="4585"/>
                      <a:pt x="7635" y="4408"/>
                    </a:cubicBezTo>
                    <a:cubicBezTo>
                      <a:pt x="7547" y="4323"/>
                      <a:pt x="7435" y="4290"/>
                      <a:pt x="7315" y="4290"/>
                    </a:cubicBezTo>
                    <a:cubicBezTo>
                      <a:pt x="7150" y="4290"/>
                      <a:pt x="6970" y="4352"/>
                      <a:pt x="6818" y="4427"/>
                    </a:cubicBezTo>
                    <a:cubicBezTo>
                      <a:pt x="6152" y="4768"/>
                      <a:pt x="5597" y="5244"/>
                      <a:pt x="5219" y="5891"/>
                    </a:cubicBezTo>
                    <a:cubicBezTo>
                      <a:pt x="5856" y="4295"/>
                      <a:pt x="6247" y="2597"/>
                      <a:pt x="6370" y="884"/>
                    </a:cubicBezTo>
                    <a:cubicBezTo>
                      <a:pt x="6383" y="705"/>
                      <a:pt x="6389" y="528"/>
                      <a:pt x="6339" y="364"/>
                    </a:cubicBezTo>
                    <a:cubicBezTo>
                      <a:pt x="6288" y="197"/>
                      <a:pt x="6156" y="42"/>
                      <a:pt x="5988" y="7"/>
                    </a:cubicBezTo>
                    <a:cubicBezTo>
                      <a:pt x="5964" y="3"/>
                      <a:pt x="5940" y="1"/>
                      <a:pt x="5916" y="1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Google Shape;2037;p48"/>
              <p:cNvSpPr/>
              <p:nvPr/>
            </p:nvSpPr>
            <p:spPr>
              <a:xfrm>
                <a:off x="4792625" y="1137300"/>
                <a:ext cx="33325" cy="143725"/>
              </a:xfrm>
              <a:custGeom>
                <a:avLst/>
                <a:gdLst/>
                <a:ahLst/>
                <a:cxnLst/>
                <a:rect l="l" t="t" r="r" b="b"/>
                <a:pathLst>
                  <a:path w="1333" h="5749" extrusionOk="0">
                    <a:moveTo>
                      <a:pt x="1263" y="0"/>
                    </a:moveTo>
                    <a:cubicBezTo>
                      <a:pt x="1250" y="29"/>
                      <a:pt x="300" y="2710"/>
                      <a:pt x="1" y="5739"/>
                    </a:cubicBezTo>
                    <a:lnTo>
                      <a:pt x="76" y="5748"/>
                    </a:lnTo>
                    <a:cubicBezTo>
                      <a:pt x="376" y="2726"/>
                      <a:pt x="1323" y="57"/>
                      <a:pt x="1332" y="29"/>
                    </a:cubicBezTo>
                    <a:lnTo>
                      <a:pt x="1263" y="0"/>
                    </a:ln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Google Shape;2038;p48"/>
              <p:cNvSpPr/>
              <p:nvPr/>
            </p:nvSpPr>
            <p:spPr>
              <a:xfrm>
                <a:off x="4824100" y="1226325"/>
                <a:ext cx="40400" cy="60050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2402" extrusionOk="0">
                    <a:moveTo>
                      <a:pt x="1568" y="1"/>
                    </a:moveTo>
                    <a:cubicBezTo>
                      <a:pt x="1556" y="10"/>
                      <a:pt x="452" y="897"/>
                      <a:pt x="0" y="2379"/>
                    </a:cubicBezTo>
                    <a:lnTo>
                      <a:pt x="73" y="2402"/>
                    </a:lnTo>
                    <a:cubicBezTo>
                      <a:pt x="521" y="944"/>
                      <a:pt x="1603" y="73"/>
                      <a:pt x="1616" y="61"/>
                    </a:cubicBezTo>
                    <a:lnTo>
                      <a:pt x="1568" y="1"/>
                    </a:ln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Google Shape;2039;p48"/>
              <p:cNvSpPr/>
              <p:nvPr/>
            </p:nvSpPr>
            <p:spPr>
              <a:xfrm>
                <a:off x="4747275" y="1217900"/>
                <a:ext cx="14150" cy="65250"/>
              </a:xfrm>
              <a:custGeom>
                <a:avLst/>
                <a:gdLst/>
                <a:ahLst/>
                <a:cxnLst/>
                <a:rect l="l" t="t" r="r" b="b"/>
                <a:pathLst>
                  <a:path w="566" h="2610" extrusionOk="0">
                    <a:moveTo>
                      <a:pt x="70" y="0"/>
                    </a:moveTo>
                    <a:lnTo>
                      <a:pt x="1" y="22"/>
                    </a:lnTo>
                    <a:cubicBezTo>
                      <a:pt x="4" y="38"/>
                      <a:pt x="490" y="1455"/>
                      <a:pt x="461" y="2609"/>
                    </a:cubicBezTo>
                    <a:lnTo>
                      <a:pt x="537" y="2609"/>
                    </a:lnTo>
                    <a:cubicBezTo>
                      <a:pt x="565" y="1439"/>
                      <a:pt x="76" y="10"/>
                      <a:pt x="70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Google Shape;2040;p48"/>
              <p:cNvSpPr/>
              <p:nvPr/>
            </p:nvSpPr>
            <p:spPr>
              <a:xfrm>
                <a:off x="4699575" y="1264025"/>
                <a:ext cx="30850" cy="31350"/>
              </a:xfrm>
              <a:custGeom>
                <a:avLst/>
                <a:gdLst/>
                <a:ahLst/>
                <a:cxnLst/>
                <a:rect l="l" t="t" r="r" b="b"/>
                <a:pathLst>
                  <a:path w="1234" h="1254" extrusionOk="0">
                    <a:moveTo>
                      <a:pt x="35" y="1"/>
                    </a:moveTo>
                    <a:lnTo>
                      <a:pt x="0" y="67"/>
                    </a:lnTo>
                    <a:cubicBezTo>
                      <a:pt x="3" y="70"/>
                      <a:pt x="647" y="433"/>
                      <a:pt x="1171" y="1253"/>
                    </a:cubicBezTo>
                    <a:lnTo>
                      <a:pt x="1234" y="1209"/>
                    </a:lnTo>
                    <a:cubicBezTo>
                      <a:pt x="701" y="373"/>
                      <a:pt x="44" y="4"/>
                      <a:pt x="35" y="1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041" name="Google Shape;2041;p48"/>
            <p:cNvSpPr/>
            <p:nvPr/>
          </p:nvSpPr>
          <p:spPr>
            <a:xfrm>
              <a:off x="659767" y="3499974"/>
              <a:ext cx="720919" cy="418611"/>
            </a:xfrm>
            <a:custGeom>
              <a:avLst/>
              <a:gdLst/>
              <a:ahLst/>
              <a:cxnLst/>
              <a:rect l="l" t="t" r="r" b="b"/>
              <a:pathLst>
                <a:path w="8740" h="5075" extrusionOk="0">
                  <a:moveTo>
                    <a:pt x="3537" y="0"/>
                  </a:moveTo>
                  <a:cubicBezTo>
                    <a:pt x="3524" y="0"/>
                    <a:pt x="3512" y="2"/>
                    <a:pt x="3499" y="5"/>
                  </a:cubicBezTo>
                  <a:cubicBezTo>
                    <a:pt x="3253" y="75"/>
                    <a:pt x="3216" y="860"/>
                    <a:pt x="3389" y="2352"/>
                  </a:cubicBezTo>
                  <a:cubicBezTo>
                    <a:pt x="3226" y="2109"/>
                    <a:pt x="2535" y="1093"/>
                    <a:pt x="2140" y="1093"/>
                  </a:cubicBezTo>
                  <a:cubicBezTo>
                    <a:pt x="2114" y="1093"/>
                    <a:pt x="2090" y="1097"/>
                    <a:pt x="2067" y="1106"/>
                  </a:cubicBezTo>
                  <a:cubicBezTo>
                    <a:pt x="1597" y="1289"/>
                    <a:pt x="2039" y="3356"/>
                    <a:pt x="2067" y="3491"/>
                  </a:cubicBezTo>
                  <a:cubicBezTo>
                    <a:pt x="1687" y="3290"/>
                    <a:pt x="1317" y="3208"/>
                    <a:pt x="1004" y="3208"/>
                  </a:cubicBezTo>
                  <a:cubicBezTo>
                    <a:pt x="578" y="3208"/>
                    <a:pt x="257" y="3360"/>
                    <a:pt x="159" y="3567"/>
                  </a:cubicBezTo>
                  <a:cubicBezTo>
                    <a:pt x="1" y="3892"/>
                    <a:pt x="320" y="4630"/>
                    <a:pt x="1039" y="5069"/>
                  </a:cubicBezTo>
                  <a:cubicBezTo>
                    <a:pt x="1489" y="5073"/>
                    <a:pt x="1938" y="5075"/>
                    <a:pt x="2388" y="5075"/>
                  </a:cubicBezTo>
                  <a:cubicBezTo>
                    <a:pt x="3896" y="5075"/>
                    <a:pt x="5404" y="5056"/>
                    <a:pt x="6915" y="5056"/>
                  </a:cubicBezTo>
                  <a:cubicBezTo>
                    <a:pt x="7256" y="5056"/>
                    <a:pt x="7597" y="5057"/>
                    <a:pt x="7938" y="5059"/>
                  </a:cubicBezTo>
                  <a:cubicBezTo>
                    <a:pt x="8531" y="3759"/>
                    <a:pt x="8739" y="3050"/>
                    <a:pt x="8563" y="2936"/>
                  </a:cubicBezTo>
                  <a:cubicBezTo>
                    <a:pt x="8546" y="2925"/>
                    <a:pt x="8525" y="2919"/>
                    <a:pt x="8501" y="2919"/>
                  </a:cubicBezTo>
                  <a:cubicBezTo>
                    <a:pt x="8328" y="2919"/>
                    <a:pt x="7970" y="3208"/>
                    <a:pt x="7427" y="3778"/>
                  </a:cubicBezTo>
                  <a:cubicBezTo>
                    <a:pt x="7320" y="3176"/>
                    <a:pt x="6951" y="1176"/>
                    <a:pt x="6472" y="1176"/>
                  </a:cubicBezTo>
                  <a:cubicBezTo>
                    <a:pt x="6472" y="1176"/>
                    <a:pt x="6472" y="1176"/>
                    <a:pt x="6471" y="1176"/>
                  </a:cubicBezTo>
                  <a:cubicBezTo>
                    <a:pt x="6090" y="1179"/>
                    <a:pt x="5802" y="2472"/>
                    <a:pt x="5664" y="3195"/>
                  </a:cubicBezTo>
                  <a:cubicBezTo>
                    <a:pt x="5389" y="1217"/>
                    <a:pt x="5105" y="226"/>
                    <a:pt x="4821" y="226"/>
                  </a:cubicBezTo>
                  <a:cubicBezTo>
                    <a:pt x="4673" y="226"/>
                    <a:pt x="4525" y="482"/>
                    <a:pt x="4380" y="996"/>
                  </a:cubicBezTo>
                  <a:cubicBezTo>
                    <a:pt x="4000" y="328"/>
                    <a:pt x="3719" y="0"/>
                    <a:pt x="3537" y="0"/>
                  </a:cubicBezTo>
                  <a:close/>
                </a:path>
              </a:pathLst>
            </a:custGeom>
            <a:solidFill>
              <a:srgbClr val="1A75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6" name="Google Shape;2046;p49"/>
          <p:cNvSpPr txBox="1">
            <a:spLocks noGrp="1"/>
          </p:cNvSpPr>
          <p:nvPr>
            <p:ph type="title"/>
          </p:nvPr>
        </p:nvSpPr>
        <p:spPr>
          <a:xfrm>
            <a:off x="2225475" y="757825"/>
            <a:ext cx="4860900" cy="414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Dynamic ComboBoxes based on registered organizations</a:t>
            </a:r>
            <a:endParaRPr sz="1900"/>
          </a:p>
          <a:p>
            <a: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Real-time food request updates for users</a:t>
            </a:r>
            <a:endParaRPr sz="1900"/>
          </a:p>
          <a:p>
            <a: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Cross-role workflows: from request to delivery</a:t>
            </a:r>
            <a:endParaRPr sz="1900"/>
          </a:p>
          <a:p>
            <a: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Clean UI with role-specific dashboards</a:t>
            </a:r>
            <a:endParaRPr sz="1900"/>
          </a:p>
          <a:p>
            <a: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Config module with Faker-generated sample data</a:t>
            </a:r>
            <a:endParaRPr sz="1900"/>
          </a:p>
        </p:txBody>
      </p:sp>
      <p:grpSp>
        <p:nvGrpSpPr>
          <p:cNvPr id="2047" name="Google Shape;2047;p49"/>
          <p:cNvGrpSpPr/>
          <p:nvPr/>
        </p:nvGrpSpPr>
        <p:grpSpPr>
          <a:xfrm>
            <a:off x="323521" y="1340683"/>
            <a:ext cx="8496960" cy="3361540"/>
            <a:chOff x="589175" y="1144466"/>
            <a:chExt cx="7965651" cy="2854568"/>
          </a:xfrm>
        </p:grpSpPr>
        <p:grpSp>
          <p:nvGrpSpPr>
            <p:cNvPr id="2048" name="Google Shape;2048;p49"/>
            <p:cNvGrpSpPr/>
            <p:nvPr/>
          </p:nvGrpSpPr>
          <p:grpSpPr>
            <a:xfrm>
              <a:off x="6510517" y="1207549"/>
              <a:ext cx="2044309" cy="2791329"/>
              <a:chOff x="6486338" y="1449470"/>
              <a:chExt cx="1998151" cy="2728305"/>
            </a:xfrm>
          </p:grpSpPr>
          <p:sp>
            <p:nvSpPr>
              <p:cNvPr id="2049" name="Google Shape;2049;p49"/>
              <p:cNvSpPr/>
              <p:nvPr/>
            </p:nvSpPr>
            <p:spPr>
              <a:xfrm>
                <a:off x="6541200" y="3941375"/>
                <a:ext cx="1530000" cy="236400"/>
              </a:xfrm>
              <a:prstGeom prst="ellipse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Google Shape;2050;p49"/>
              <p:cNvSpPr/>
              <p:nvPr/>
            </p:nvSpPr>
            <p:spPr>
              <a:xfrm>
                <a:off x="6971200" y="3977825"/>
                <a:ext cx="1042800" cy="129000"/>
              </a:xfrm>
              <a:prstGeom prst="ellipse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051" name="Google Shape;2051;p49"/>
              <p:cNvGrpSpPr/>
              <p:nvPr/>
            </p:nvGrpSpPr>
            <p:grpSpPr>
              <a:xfrm>
                <a:off x="6486338" y="1918800"/>
                <a:ext cx="1743300" cy="1898425"/>
                <a:chOff x="6589025" y="1918800"/>
                <a:chExt cx="1743300" cy="1898425"/>
              </a:xfrm>
            </p:grpSpPr>
            <p:sp>
              <p:nvSpPr>
                <p:cNvPr id="2052" name="Google Shape;2052;p49"/>
                <p:cNvSpPr/>
                <p:nvPr/>
              </p:nvSpPr>
              <p:spPr>
                <a:xfrm>
                  <a:off x="6589025" y="2898925"/>
                  <a:ext cx="581100" cy="918300"/>
                </a:xfrm>
                <a:prstGeom prst="rect">
                  <a:avLst/>
                </a:prstGeom>
                <a:solidFill>
                  <a:srgbClr val="011627">
                    <a:alpha val="246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3" name="Google Shape;2053;p49"/>
                <p:cNvSpPr/>
                <p:nvPr/>
              </p:nvSpPr>
              <p:spPr>
                <a:xfrm>
                  <a:off x="7170125" y="1918800"/>
                  <a:ext cx="581100" cy="1898400"/>
                </a:xfrm>
                <a:prstGeom prst="rect">
                  <a:avLst/>
                </a:prstGeom>
                <a:solidFill>
                  <a:srgbClr val="011627">
                    <a:alpha val="246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4" name="Google Shape;2054;p49"/>
                <p:cNvSpPr/>
                <p:nvPr/>
              </p:nvSpPr>
              <p:spPr>
                <a:xfrm>
                  <a:off x="7751225" y="2422675"/>
                  <a:ext cx="581100" cy="1394400"/>
                </a:xfrm>
                <a:prstGeom prst="rect">
                  <a:avLst/>
                </a:prstGeom>
                <a:solidFill>
                  <a:srgbClr val="011627">
                    <a:alpha val="246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55" name="Google Shape;2055;p49"/>
              <p:cNvGrpSpPr/>
              <p:nvPr/>
            </p:nvGrpSpPr>
            <p:grpSpPr>
              <a:xfrm>
                <a:off x="7303370" y="2401945"/>
                <a:ext cx="1181119" cy="1415547"/>
                <a:chOff x="3464250" y="652575"/>
                <a:chExt cx="264475" cy="316975"/>
              </a:xfrm>
            </p:grpSpPr>
            <p:sp>
              <p:nvSpPr>
                <p:cNvPr id="2056" name="Google Shape;2056;p49"/>
                <p:cNvSpPr/>
                <p:nvPr/>
              </p:nvSpPr>
              <p:spPr>
                <a:xfrm>
                  <a:off x="3464250" y="652575"/>
                  <a:ext cx="264475" cy="185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79" h="7405" extrusionOk="0">
                      <a:moveTo>
                        <a:pt x="3376" y="0"/>
                      </a:moveTo>
                      <a:cubicBezTo>
                        <a:pt x="1995" y="0"/>
                        <a:pt x="868" y="988"/>
                        <a:pt x="868" y="2205"/>
                      </a:cubicBezTo>
                      <a:cubicBezTo>
                        <a:pt x="868" y="2505"/>
                        <a:pt x="938" y="2789"/>
                        <a:pt x="1058" y="3044"/>
                      </a:cubicBezTo>
                      <a:cubicBezTo>
                        <a:pt x="436" y="3294"/>
                        <a:pt x="1" y="3839"/>
                        <a:pt x="1" y="4480"/>
                      </a:cubicBezTo>
                      <a:cubicBezTo>
                        <a:pt x="1" y="5351"/>
                        <a:pt x="802" y="6057"/>
                        <a:pt x="1793" y="6057"/>
                      </a:cubicBezTo>
                      <a:cubicBezTo>
                        <a:pt x="2111" y="6057"/>
                        <a:pt x="2414" y="5981"/>
                        <a:pt x="2676" y="5852"/>
                      </a:cubicBezTo>
                      <a:cubicBezTo>
                        <a:pt x="3014" y="6751"/>
                        <a:pt x="4070" y="7404"/>
                        <a:pt x="5323" y="7404"/>
                      </a:cubicBezTo>
                      <a:cubicBezTo>
                        <a:pt x="6547" y="7404"/>
                        <a:pt x="7585" y="6780"/>
                        <a:pt x="7948" y="5906"/>
                      </a:cubicBezTo>
                      <a:cubicBezTo>
                        <a:pt x="8213" y="6029"/>
                        <a:pt x="8525" y="6095"/>
                        <a:pt x="8856" y="6095"/>
                      </a:cubicBezTo>
                      <a:cubicBezTo>
                        <a:pt x="9803" y="6095"/>
                        <a:pt x="10569" y="5537"/>
                        <a:pt x="10569" y="4843"/>
                      </a:cubicBezTo>
                      <a:cubicBezTo>
                        <a:pt x="10579" y="4259"/>
                        <a:pt x="10014" y="3761"/>
                        <a:pt x="9254" y="3631"/>
                      </a:cubicBezTo>
                      <a:cubicBezTo>
                        <a:pt x="9367" y="3442"/>
                        <a:pt x="9430" y="3231"/>
                        <a:pt x="9430" y="3013"/>
                      </a:cubicBezTo>
                      <a:cubicBezTo>
                        <a:pt x="9430" y="2130"/>
                        <a:pt x="8405" y="1413"/>
                        <a:pt x="7143" y="1413"/>
                      </a:cubicBezTo>
                      <a:cubicBezTo>
                        <a:pt x="6651" y="1413"/>
                        <a:pt x="6194" y="1524"/>
                        <a:pt x="5818" y="1707"/>
                      </a:cubicBezTo>
                      <a:cubicBezTo>
                        <a:pt x="5563" y="729"/>
                        <a:pt x="4566" y="0"/>
                        <a:pt x="3376" y="0"/>
                      </a:cubicBezTo>
                      <a:close/>
                    </a:path>
                  </a:pathLst>
                </a:custGeom>
                <a:solidFill>
                  <a:srgbClr val="94EAD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7" name="Google Shape;2057;p49"/>
                <p:cNvSpPr/>
                <p:nvPr/>
              </p:nvSpPr>
              <p:spPr>
                <a:xfrm>
                  <a:off x="3464425" y="750025"/>
                  <a:ext cx="263900" cy="87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56" h="3516" extrusionOk="0">
                      <a:moveTo>
                        <a:pt x="959" y="0"/>
                      </a:moveTo>
                      <a:cubicBezTo>
                        <a:pt x="539" y="0"/>
                        <a:pt x="238" y="142"/>
                        <a:pt x="22" y="342"/>
                      </a:cubicBezTo>
                      <a:cubicBezTo>
                        <a:pt x="6" y="424"/>
                        <a:pt x="0" y="503"/>
                        <a:pt x="0" y="588"/>
                      </a:cubicBezTo>
                      <a:cubicBezTo>
                        <a:pt x="0" y="1500"/>
                        <a:pt x="839" y="2147"/>
                        <a:pt x="1757" y="2166"/>
                      </a:cubicBezTo>
                      <a:cubicBezTo>
                        <a:pt x="2290" y="2178"/>
                        <a:pt x="2808" y="2355"/>
                        <a:pt x="3193" y="2724"/>
                      </a:cubicBezTo>
                      <a:cubicBezTo>
                        <a:pt x="3697" y="3207"/>
                        <a:pt x="4467" y="3516"/>
                        <a:pt x="5322" y="3516"/>
                      </a:cubicBezTo>
                      <a:cubicBezTo>
                        <a:pt x="6127" y="3516"/>
                        <a:pt x="6849" y="3244"/>
                        <a:pt x="7354" y="2815"/>
                      </a:cubicBezTo>
                      <a:cubicBezTo>
                        <a:pt x="7780" y="2446"/>
                        <a:pt x="8313" y="2216"/>
                        <a:pt x="8874" y="2210"/>
                      </a:cubicBezTo>
                      <a:cubicBezTo>
                        <a:pt x="9679" y="2203"/>
                        <a:pt x="10430" y="1774"/>
                        <a:pt x="10556" y="1134"/>
                      </a:cubicBezTo>
                      <a:cubicBezTo>
                        <a:pt x="10282" y="849"/>
                        <a:pt x="9835" y="747"/>
                        <a:pt x="9304" y="747"/>
                      </a:cubicBezTo>
                      <a:cubicBezTo>
                        <a:pt x="8529" y="747"/>
                        <a:pt x="7576" y="963"/>
                        <a:pt x="6720" y="1147"/>
                      </a:cubicBezTo>
                      <a:cubicBezTo>
                        <a:pt x="6212" y="1252"/>
                        <a:pt x="5819" y="1310"/>
                        <a:pt x="5449" y="1310"/>
                      </a:cubicBezTo>
                      <a:cubicBezTo>
                        <a:pt x="4586" y="1310"/>
                        <a:pt x="3854" y="998"/>
                        <a:pt x="2098" y="266"/>
                      </a:cubicBezTo>
                      <a:cubicBezTo>
                        <a:pt x="1644" y="78"/>
                        <a:pt x="1269" y="0"/>
                        <a:pt x="959" y="0"/>
                      </a:cubicBezTo>
                      <a:close/>
                    </a:path>
                  </a:pathLst>
                </a:custGeom>
                <a:solidFill>
                  <a:srgbClr val="1A756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8" name="Google Shape;2058;p49"/>
                <p:cNvSpPr/>
                <p:nvPr/>
              </p:nvSpPr>
              <p:spPr>
                <a:xfrm>
                  <a:off x="3529950" y="762200"/>
                  <a:ext cx="131025" cy="20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1" h="8294" extrusionOk="0">
                      <a:moveTo>
                        <a:pt x="1" y="0"/>
                      </a:moveTo>
                      <a:lnTo>
                        <a:pt x="1" y="0"/>
                      </a:lnTo>
                      <a:cubicBezTo>
                        <a:pt x="54" y="95"/>
                        <a:pt x="108" y="189"/>
                        <a:pt x="162" y="284"/>
                      </a:cubicBezTo>
                      <a:cubicBezTo>
                        <a:pt x="512" y="874"/>
                        <a:pt x="1058" y="1672"/>
                        <a:pt x="1638" y="2212"/>
                      </a:cubicBezTo>
                      <a:cubicBezTo>
                        <a:pt x="1976" y="2527"/>
                        <a:pt x="2168" y="2972"/>
                        <a:pt x="2168" y="3436"/>
                      </a:cubicBezTo>
                      <a:lnTo>
                        <a:pt x="2168" y="8281"/>
                      </a:lnTo>
                      <a:cubicBezTo>
                        <a:pt x="2225" y="8291"/>
                        <a:pt x="2282" y="8294"/>
                        <a:pt x="2340" y="8294"/>
                      </a:cubicBezTo>
                      <a:cubicBezTo>
                        <a:pt x="2457" y="8294"/>
                        <a:pt x="2576" y="8281"/>
                        <a:pt x="2698" y="8281"/>
                      </a:cubicBezTo>
                      <a:cubicBezTo>
                        <a:pt x="2793" y="8281"/>
                        <a:pt x="2887" y="8291"/>
                        <a:pt x="2979" y="8291"/>
                      </a:cubicBezTo>
                      <a:lnTo>
                        <a:pt x="2979" y="4048"/>
                      </a:lnTo>
                      <a:cubicBezTo>
                        <a:pt x="2979" y="3417"/>
                        <a:pt x="3250" y="2811"/>
                        <a:pt x="3739" y="2414"/>
                      </a:cubicBezTo>
                      <a:cubicBezTo>
                        <a:pt x="4370" y="1906"/>
                        <a:pt x="4925" y="1025"/>
                        <a:pt x="5241" y="423"/>
                      </a:cubicBezTo>
                      <a:lnTo>
                        <a:pt x="5241" y="423"/>
                      </a:lnTo>
                      <a:cubicBezTo>
                        <a:pt x="5143" y="442"/>
                        <a:pt x="5045" y="461"/>
                        <a:pt x="4941" y="480"/>
                      </a:cubicBezTo>
                      <a:cubicBezTo>
                        <a:pt x="4672" y="830"/>
                        <a:pt x="3626" y="2193"/>
                        <a:pt x="3183" y="2193"/>
                      </a:cubicBezTo>
                      <a:cubicBezTo>
                        <a:pt x="3059" y="2193"/>
                        <a:pt x="2983" y="2088"/>
                        <a:pt x="2982" y="1827"/>
                      </a:cubicBezTo>
                      <a:lnTo>
                        <a:pt x="2982" y="820"/>
                      </a:lnTo>
                      <a:cubicBezTo>
                        <a:pt x="2931" y="823"/>
                        <a:pt x="2880" y="824"/>
                        <a:pt x="2830" y="824"/>
                      </a:cubicBezTo>
                      <a:cubicBezTo>
                        <a:pt x="2608" y="824"/>
                        <a:pt x="2395" y="802"/>
                        <a:pt x="2174" y="760"/>
                      </a:cubicBezTo>
                      <a:lnTo>
                        <a:pt x="2174" y="1940"/>
                      </a:lnTo>
                      <a:cubicBezTo>
                        <a:pt x="1575" y="1505"/>
                        <a:pt x="808" y="723"/>
                        <a:pt x="338" y="139"/>
                      </a:cubicBezTo>
                      <a:cubicBezTo>
                        <a:pt x="234" y="95"/>
                        <a:pt x="117" y="48"/>
                        <a:pt x="1" y="0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059" name="Google Shape;2059;p49"/>
              <p:cNvSpPr/>
              <p:nvPr/>
            </p:nvSpPr>
            <p:spPr>
              <a:xfrm>
                <a:off x="7413814" y="3456591"/>
                <a:ext cx="657382" cy="509857"/>
              </a:xfrm>
              <a:custGeom>
                <a:avLst/>
                <a:gdLst/>
                <a:ahLst/>
                <a:cxnLst/>
                <a:rect l="l" t="t" r="r" b="b"/>
                <a:pathLst>
                  <a:path w="7819" h="7828" extrusionOk="0">
                    <a:moveTo>
                      <a:pt x="5916" y="1"/>
                    </a:moveTo>
                    <a:cubicBezTo>
                      <a:pt x="5679" y="1"/>
                      <a:pt x="5479" y="217"/>
                      <a:pt x="5342" y="421"/>
                    </a:cubicBezTo>
                    <a:cubicBezTo>
                      <a:pt x="4774" y="1269"/>
                      <a:pt x="4427" y="2250"/>
                      <a:pt x="4212" y="3250"/>
                    </a:cubicBezTo>
                    <a:cubicBezTo>
                      <a:pt x="4001" y="4247"/>
                      <a:pt x="3909" y="5285"/>
                      <a:pt x="3827" y="6301"/>
                    </a:cubicBezTo>
                    <a:cubicBezTo>
                      <a:pt x="3862" y="5541"/>
                      <a:pt x="3670" y="4774"/>
                      <a:pt x="3279" y="4121"/>
                    </a:cubicBezTo>
                    <a:cubicBezTo>
                      <a:pt x="3190" y="3976"/>
                      <a:pt x="3092" y="3828"/>
                      <a:pt x="2954" y="3727"/>
                    </a:cubicBezTo>
                    <a:cubicBezTo>
                      <a:pt x="2847" y="3645"/>
                      <a:pt x="2712" y="3592"/>
                      <a:pt x="2580" y="3592"/>
                    </a:cubicBezTo>
                    <a:cubicBezTo>
                      <a:pt x="2544" y="3592"/>
                      <a:pt x="2509" y="3596"/>
                      <a:pt x="2474" y="3604"/>
                    </a:cubicBezTo>
                    <a:cubicBezTo>
                      <a:pt x="2304" y="3648"/>
                      <a:pt x="2171" y="3790"/>
                      <a:pt x="2096" y="3951"/>
                    </a:cubicBezTo>
                    <a:cubicBezTo>
                      <a:pt x="2020" y="4112"/>
                      <a:pt x="2001" y="4295"/>
                      <a:pt x="1988" y="4471"/>
                    </a:cubicBezTo>
                    <a:cubicBezTo>
                      <a:pt x="1935" y="5323"/>
                      <a:pt x="2067" y="6244"/>
                      <a:pt x="2354" y="7052"/>
                    </a:cubicBezTo>
                    <a:cubicBezTo>
                      <a:pt x="1988" y="6541"/>
                      <a:pt x="1493" y="6131"/>
                      <a:pt x="928" y="5869"/>
                    </a:cubicBezTo>
                    <a:cubicBezTo>
                      <a:pt x="793" y="5806"/>
                      <a:pt x="651" y="5746"/>
                      <a:pt x="502" y="5746"/>
                    </a:cubicBezTo>
                    <a:cubicBezTo>
                      <a:pt x="351" y="5746"/>
                      <a:pt x="193" y="5809"/>
                      <a:pt x="121" y="5935"/>
                    </a:cubicBezTo>
                    <a:cubicBezTo>
                      <a:pt x="1" y="6131"/>
                      <a:pt x="111" y="6383"/>
                      <a:pt x="231" y="6579"/>
                    </a:cubicBezTo>
                    <a:cubicBezTo>
                      <a:pt x="506" y="7030"/>
                      <a:pt x="875" y="7456"/>
                      <a:pt x="1253" y="7828"/>
                    </a:cubicBezTo>
                    <a:cubicBezTo>
                      <a:pt x="2919" y="7825"/>
                      <a:pt x="4585" y="7815"/>
                      <a:pt x="6253" y="7809"/>
                    </a:cubicBezTo>
                    <a:cubicBezTo>
                      <a:pt x="6973" y="7134"/>
                      <a:pt x="7459" y="6083"/>
                      <a:pt x="7717" y="5134"/>
                    </a:cubicBezTo>
                    <a:cubicBezTo>
                      <a:pt x="7787" y="4885"/>
                      <a:pt x="7818" y="4585"/>
                      <a:pt x="7635" y="4408"/>
                    </a:cubicBezTo>
                    <a:cubicBezTo>
                      <a:pt x="7547" y="4323"/>
                      <a:pt x="7435" y="4290"/>
                      <a:pt x="7315" y="4290"/>
                    </a:cubicBezTo>
                    <a:cubicBezTo>
                      <a:pt x="7150" y="4290"/>
                      <a:pt x="6970" y="4352"/>
                      <a:pt x="6818" y="4427"/>
                    </a:cubicBezTo>
                    <a:cubicBezTo>
                      <a:pt x="6152" y="4768"/>
                      <a:pt x="5597" y="5244"/>
                      <a:pt x="5219" y="5891"/>
                    </a:cubicBezTo>
                    <a:cubicBezTo>
                      <a:pt x="5856" y="4295"/>
                      <a:pt x="6247" y="2597"/>
                      <a:pt x="6370" y="884"/>
                    </a:cubicBezTo>
                    <a:cubicBezTo>
                      <a:pt x="6383" y="705"/>
                      <a:pt x="6389" y="528"/>
                      <a:pt x="6339" y="364"/>
                    </a:cubicBezTo>
                    <a:cubicBezTo>
                      <a:pt x="6288" y="197"/>
                      <a:pt x="6156" y="42"/>
                      <a:pt x="5988" y="7"/>
                    </a:cubicBezTo>
                    <a:cubicBezTo>
                      <a:pt x="5964" y="3"/>
                      <a:pt x="5940" y="1"/>
                      <a:pt x="5916" y="1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Google Shape;2060;p49"/>
              <p:cNvSpPr/>
              <p:nvPr/>
            </p:nvSpPr>
            <p:spPr>
              <a:xfrm flipH="1">
                <a:off x="6874074" y="3645628"/>
                <a:ext cx="509258" cy="295746"/>
              </a:xfrm>
              <a:custGeom>
                <a:avLst/>
                <a:gdLst/>
                <a:ahLst/>
                <a:cxnLst/>
                <a:rect l="l" t="t" r="r" b="b"/>
                <a:pathLst>
                  <a:path w="8740" h="5075" extrusionOk="0">
                    <a:moveTo>
                      <a:pt x="3537" y="0"/>
                    </a:moveTo>
                    <a:cubicBezTo>
                      <a:pt x="3524" y="0"/>
                      <a:pt x="3512" y="2"/>
                      <a:pt x="3499" y="5"/>
                    </a:cubicBezTo>
                    <a:cubicBezTo>
                      <a:pt x="3253" y="75"/>
                      <a:pt x="3216" y="860"/>
                      <a:pt x="3389" y="2352"/>
                    </a:cubicBezTo>
                    <a:cubicBezTo>
                      <a:pt x="3226" y="2109"/>
                      <a:pt x="2535" y="1093"/>
                      <a:pt x="2140" y="1093"/>
                    </a:cubicBezTo>
                    <a:cubicBezTo>
                      <a:pt x="2114" y="1093"/>
                      <a:pt x="2090" y="1097"/>
                      <a:pt x="2067" y="1106"/>
                    </a:cubicBezTo>
                    <a:cubicBezTo>
                      <a:pt x="1597" y="1289"/>
                      <a:pt x="2039" y="3356"/>
                      <a:pt x="2067" y="3491"/>
                    </a:cubicBezTo>
                    <a:cubicBezTo>
                      <a:pt x="1687" y="3290"/>
                      <a:pt x="1317" y="3208"/>
                      <a:pt x="1004" y="3208"/>
                    </a:cubicBezTo>
                    <a:cubicBezTo>
                      <a:pt x="578" y="3208"/>
                      <a:pt x="257" y="3360"/>
                      <a:pt x="159" y="3567"/>
                    </a:cubicBezTo>
                    <a:cubicBezTo>
                      <a:pt x="1" y="3892"/>
                      <a:pt x="320" y="4630"/>
                      <a:pt x="1039" y="5069"/>
                    </a:cubicBezTo>
                    <a:cubicBezTo>
                      <a:pt x="1489" y="5073"/>
                      <a:pt x="1938" y="5075"/>
                      <a:pt x="2388" y="5075"/>
                    </a:cubicBezTo>
                    <a:cubicBezTo>
                      <a:pt x="3896" y="5075"/>
                      <a:pt x="5404" y="5056"/>
                      <a:pt x="6915" y="5056"/>
                    </a:cubicBezTo>
                    <a:cubicBezTo>
                      <a:pt x="7256" y="5056"/>
                      <a:pt x="7597" y="5057"/>
                      <a:pt x="7938" y="5059"/>
                    </a:cubicBezTo>
                    <a:cubicBezTo>
                      <a:pt x="8531" y="3759"/>
                      <a:pt x="8739" y="3050"/>
                      <a:pt x="8563" y="2936"/>
                    </a:cubicBezTo>
                    <a:cubicBezTo>
                      <a:pt x="8546" y="2925"/>
                      <a:pt x="8525" y="2919"/>
                      <a:pt x="8501" y="2919"/>
                    </a:cubicBezTo>
                    <a:cubicBezTo>
                      <a:pt x="8328" y="2919"/>
                      <a:pt x="7970" y="3208"/>
                      <a:pt x="7427" y="3778"/>
                    </a:cubicBezTo>
                    <a:cubicBezTo>
                      <a:pt x="7320" y="3176"/>
                      <a:pt x="6951" y="1176"/>
                      <a:pt x="6472" y="1176"/>
                    </a:cubicBezTo>
                    <a:cubicBezTo>
                      <a:pt x="6472" y="1176"/>
                      <a:pt x="6472" y="1176"/>
                      <a:pt x="6471" y="1176"/>
                    </a:cubicBezTo>
                    <a:cubicBezTo>
                      <a:pt x="6090" y="1179"/>
                      <a:pt x="5802" y="2472"/>
                      <a:pt x="5664" y="3195"/>
                    </a:cubicBezTo>
                    <a:cubicBezTo>
                      <a:pt x="5389" y="1217"/>
                      <a:pt x="5105" y="226"/>
                      <a:pt x="4821" y="226"/>
                    </a:cubicBezTo>
                    <a:cubicBezTo>
                      <a:pt x="4673" y="226"/>
                      <a:pt x="4525" y="482"/>
                      <a:pt x="4380" y="996"/>
                    </a:cubicBezTo>
                    <a:cubicBezTo>
                      <a:pt x="4000" y="328"/>
                      <a:pt x="3719" y="0"/>
                      <a:pt x="3537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061" name="Google Shape;2061;p49"/>
              <p:cNvGrpSpPr/>
              <p:nvPr/>
            </p:nvGrpSpPr>
            <p:grpSpPr>
              <a:xfrm>
                <a:off x="6701889" y="1449470"/>
                <a:ext cx="1312176" cy="2624357"/>
                <a:chOff x="5820825" y="1498075"/>
                <a:chExt cx="251775" cy="502375"/>
              </a:xfrm>
            </p:grpSpPr>
            <p:sp>
              <p:nvSpPr>
                <p:cNvPr id="2062" name="Google Shape;2062;p49"/>
                <p:cNvSpPr/>
                <p:nvPr/>
              </p:nvSpPr>
              <p:spPr>
                <a:xfrm>
                  <a:off x="5899150" y="1680250"/>
                  <a:ext cx="106800" cy="63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2" h="2558" extrusionOk="0">
                      <a:moveTo>
                        <a:pt x="2384" y="0"/>
                      </a:moveTo>
                      <a:cubicBezTo>
                        <a:pt x="1460" y="0"/>
                        <a:pt x="555" y="87"/>
                        <a:pt x="0" y="167"/>
                      </a:cubicBezTo>
                      <a:lnTo>
                        <a:pt x="0" y="2558"/>
                      </a:lnTo>
                      <a:lnTo>
                        <a:pt x="4272" y="2558"/>
                      </a:lnTo>
                      <a:lnTo>
                        <a:pt x="4272" y="167"/>
                      </a:lnTo>
                      <a:cubicBezTo>
                        <a:pt x="3712" y="44"/>
                        <a:pt x="3043" y="0"/>
                        <a:pt x="2384" y="0"/>
                      </a:cubicBezTo>
                      <a:close/>
                    </a:path>
                  </a:pathLst>
                </a:custGeom>
                <a:solidFill>
                  <a:srgbClr val="E71D3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3" name="Google Shape;2063;p49"/>
                <p:cNvSpPr/>
                <p:nvPr/>
              </p:nvSpPr>
              <p:spPr>
                <a:xfrm>
                  <a:off x="5875950" y="1684400"/>
                  <a:ext cx="46175" cy="59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7" h="2392" extrusionOk="0">
                      <a:moveTo>
                        <a:pt x="925" y="1"/>
                      </a:moveTo>
                      <a:cubicBezTo>
                        <a:pt x="414" y="1"/>
                        <a:pt x="1" y="414"/>
                        <a:pt x="1" y="922"/>
                      </a:cubicBezTo>
                      <a:lnTo>
                        <a:pt x="1" y="2089"/>
                      </a:lnTo>
                      <a:cubicBezTo>
                        <a:pt x="4" y="2256"/>
                        <a:pt x="143" y="2392"/>
                        <a:pt x="307" y="2392"/>
                      </a:cubicBezTo>
                      <a:lnTo>
                        <a:pt x="1544" y="2392"/>
                      </a:lnTo>
                      <a:cubicBezTo>
                        <a:pt x="1714" y="2392"/>
                        <a:pt x="1847" y="2256"/>
                        <a:pt x="1847" y="2089"/>
                      </a:cubicBezTo>
                      <a:lnTo>
                        <a:pt x="1847" y="922"/>
                      </a:lnTo>
                      <a:cubicBezTo>
                        <a:pt x="1847" y="414"/>
                        <a:pt x="1433" y="1"/>
                        <a:pt x="925" y="1"/>
                      </a:cubicBezTo>
                      <a:close/>
                    </a:path>
                  </a:pathLst>
                </a:custGeom>
                <a:solidFill>
                  <a:srgbClr val="E71D3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4" name="Google Shape;2064;p49"/>
                <p:cNvSpPr/>
                <p:nvPr/>
              </p:nvSpPr>
              <p:spPr>
                <a:xfrm>
                  <a:off x="5885750" y="1703875"/>
                  <a:ext cx="22800" cy="27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2" h="1116" extrusionOk="0">
                      <a:moveTo>
                        <a:pt x="852" y="1"/>
                      </a:moveTo>
                      <a:cubicBezTo>
                        <a:pt x="852" y="1"/>
                        <a:pt x="745" y="23"/>
                        <a:pt x="506" y="23"/>
                      </a:cubicBezTo>
                      <a:cubicBezTo>
                        <a:pt x="386" y="23"/>
                        <a:pt x="234" y="18"/>
                        <a:pt x="44" y="1"/>
                      </a:cubicBezTo>
                      <a:lnTo>
                        <a:pt x="44" y="1"/>
                      </a:lnTo>
                      <a:cubicBezTo>
                        <a:pt x="44" y="1"/>
                        <a:pt x="0" y="894"/>
                        <a:pt x="145" y="1042"/>
                      </a:cubicBezTo>
                      <a:cubicBezTo>
                        <a:pt x="199" y="1095"/>
                        <a:pt x="295" y="1115"/>
                        <a:pt x="401" y="1115"/>
                      </a:cubicBezTo>
                      <a:cubicBezTo>
                        <a:pt x="593" y="1115"/>
                        <a:pt x="813" y="1049"/>
                        <a:pt x="852" y="998"/>
                      </a:cubicBezTo>
                      <a:cubicBezTo>
                        <a:pt x="912" y="916"/>
                        <a:pt x="852" y="1"/>
                        <a:pt x="852" y="1"/>
                      </a:cubicBezTo>
                      <a:close/>
                    </a:path>
                  </a:pathLst>
                </a:custGeom>
                <a:solidFill>
                  <a:srgbClr val="8E091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5" name="Google Shape;2065;p49"/>
                <p:cNvSpPr/>
                <p:nvPr/>
              </p:nvSpPr>
              <p:spPr>
                <a:xfrm>
                  <a:off x="5942525" y="1969500"/>
                  <a:ext cx="15175" cy="1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7" h="774" extrusionOk="0">
                      <a:moveTo>
                        <a:pt x="1" y="1"/>
                      </a:moveTo>
                      <a:lnTo>
                        <a:pt x="54" y="600"/>
                      </a:lnTo>
                      <a:lnTo>
                        <a:pt x="48" y="774"/>
                      </a:lnTo>
                      <a:lnTo>
                        <a:pt x="549" y="774"/>
                      </a:lnTo>
                      <a:lnTo>
                        <a:pt x="549" y="588"/>
                      </a:lnTo>
                      <a:lnTo>
                        <a:pt x="606" y="1"/>
                      </a:lnTo>
                      <a:close/>
                    </a:path>
                  </a:pathLst>
                </a:custGeom>
                <a:solidFill>
                  <a:srgbClr val="F6BA9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6" name="Google Shape;2066;p49"/>
                <p:cNvSpPr/>
                <p:nvPr/>
              </p:nvSpPr>
              <p:spPr>
                <a:xfrm>
                  <a:off x="5908375" y="1996100"/>
                  <a:ext cx="57750" cy="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0" h="174" extrusionOk="0">
                      <a:moveTo>
                        <a:pt x="61" y="0"/>
                      </a:moveTo>
                      <a:cubicBezTo>
                        <a:pt x="26" y="0"/>
                        <a:pt x="1" y="28"/>
                        <a:pt x="1" y="60"/>
                      </a:cubicBezTo>
                      <a:lnTo>
                        <a:pt x="1" y="114"/>
                      </a:lnTo>
                      <a:cubicBezTo>
                        <a:pt x="1" y="145"/>
                        <a:pt x="29" y="174"/>
                        <a:pt x="61" y="174"/>
                      </a:cubicBezTo>
                      <a:lnTo>
                        <a:pt x="2250" y="174"/>
                      </a:lnTo>
                      <a:cubicBezTo>
                        <a:pt x="2285" y="174"/>
                        <a:pt x="2310" y="145"/>
                        <a:pt x="2310" y="114"/>
                      </a:cubicBezTo>
                      <a:lnTo>
                        <a:pt x="2310" y="60"/>
                      </a:lnTo>
                      <a:cubicBezTo>
                        <a:pt x="2310" y="22"/>
                        <a:pt x="2281" y="0"/>
                        <a:pt x="2250" y="0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7" name="Google Shape;2067;p49"/>
                <p:cNvSpPr/>
                <p:nvPr/>
              </p:nvSpPr>
              <p:spPr>
                <a:xfrm>
                  <a:off x="5910675" y="1982275"/>
                  <a:ext cx="52925" cy="13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7" h="550" extrusionOk="0">
                      <a:moveTo>
                        <a:pt x="1953" y="1"/>
                      </a:moveTo>
                      <a:cubicBezTo>
                        <a:pt x="1902" y="1"/>
                        <a:pt x="1849" y="29"/>
                        <a:pt x="1823" y="73"/>
                      </a:cubicBezTo>
                      <a:lnTo>
                        <a:pt x="1811" y="92"/>
                      </a:lnTo>
                      <a:cubicBezTo>
                        <a:pt x="1757" y="174"/>
                        <a:pt x="1669" y="225"/>
                        <a:pt x="1574" y="225"/>
                      </a:cubicBezTo>
                      <a:lnTo>
                        <a:pt x="1558" y="225"/>
                      </a:lnTo>
                      <a:cubicBezTo>
                        <a:pt x="1464" y="225"/>
                        <a:pt x="1376" y="171"/>
                        <a:pt x="1335" y="89"/>
                      </a:cubicBezTo>
                      <a:cubicBezTo>
                        <a:pt x="1306" y="36"/>
                        <a:pt x="1256" y="4"/>
                        <a:pt x="1199" y="4"/>
                      </a:cubicBezTo>
                      <a:cubicBezTo>
                        <a:pt x="1152" y="4"/>
                        <a:pt x="1104" y="29"/>
                        <a:pt x="1076" y="67"/>
                      </a:cubicBezTo>
                      <a:cubicBezTo>
                        <a:pt x="767" y="474"/>
                        <a:pt x="0" y="96"/>
                        <a:pt x="0" y="550"/>
                      </a:cubicBezTo>
                      <a:lnTo>
                        <a:pt x="2117" y="550"/>
                      </a:lnTo>
                      <a:lnTo>
                        <a:pt x="2117" y="547"/>
                      </a:lnTo>
                      <a:lnTo>
                        <a:pt x="2117" y="152"/>
                      </a:lnTo>
                      <a:cubicBezTo>
                        <a:pt x="2117" y="67"/>
                        <a:pt x="2051" y="1"/>
                        <a:pt x="1969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8" name="Google Shape;2068;p49"/>
                <p:cNvSpPr/>
                <p:nvPr/>
              </p:nvSpPr>
              <p:spPr>
                <a:xfrm>
                  <a:off x="5953250" y="1989750"/>
                  <a:ext cx="10675" cy="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" h="248" extrusionOk="0">
                      <a:moveTo>
                        <a:pt x="303" y="0"/>
                      </a:moveTo>
                      <a:cubicBezTo>
                        <a:pt x="254" y="0"/>
                        <a:pt x="204" y="12"/>
                        <a:pt x="162" y="33"/>
                      </a:cubicBezTo>
                      <a:cubicBezTo>
                        <a:pt x="83" y="74"/>
                        <a:pt x="26" y="147"/>
                        <a:pt x="4" y="232"/>
                      </a:cubicBezTo>
                      <a:cubicBezTo>
                        <a:pt x="1" y="235"/>
                        <a:pt x="4" y="241"/>
                        <a:pt x="16" y="248"/>
                      </a:cubicBezTo>
                      <a:cubicBezTo>
                        <a:pt x="23" y="248"/>
                        <a:pt x="29" y="241"/>
                        <a:pt x="32" y="235"/>
                      </a:cubicBezTo>
                      <a:cubicBezTo>
                        <a:pt x="51" y="159"/>
                        <a:pt x="102" y="93"/>
                        <a:pt x="174" y="58"/>
                      </a:cubicBezTo>
                      <a:cubicBezTo>
                        <a:pt x="214" y="38"/>
                        <a:pt x="256" y="27"/>
                        <a:pt x="299" y="27"/>
                      </a:cubicBezTo>
                      <a:cubicBezTo>
                        <a:pt x="334" y="27"/>
                        <a:pt x="370" y="35"/>
                        <a:pt x="404" y="49"/>
                      </a:cubicBezTo>
                      <a:cubicBezTo>
                        <a:pt x="406" y="50"/>
                        <a:pt x="408" y="50"/>
                        <a:pt x="409" y="50"/>
                      </a:cubicBezTo>
                      <a:cubicBezTo>
                        <a:pt x="414" y="50"/>
                        <a:pt x="419" y="47"/>
                        <a:pt x="423" y="43"/>
                      </a:cubicBezTo>
                      <a:cubicBezTo>
                        <a:pt x="427" y="33"/>
                        <a:pt x="423" y="27"/>
                        <a:pt x="414" y="21"/>
                      </a:cubicBezTo>
                      <a:cubicBezTo>
                        <a:pt x="378" y="7"/>
                        <a:pt x="341" y="0"/>
                        <a:pt x="303" y="0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9" name="Google Shape;2069;p49"/>
                <p:cNvSpPr/>
                <p:nvPr/>
              </p:nvSpPr>
              <p:spPr>
                <a:xfrm>
                  <a:off x="5912550" y="1971050"/>
                  <a:ext cx="22200" cy="1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8" h="700" extrusionOk="0">
                      <a:moveTo>
                        <a:pt x="701" y="54"/>
                      </a:moveTo>
                      <a:cubicBezTo>
                        <a:pt x="705" y="54"/>
                        <a:pt x="709" y="55"/>
                        <a:pt x="714" y="56"/>
                      </a:cubicBezTo>
                      <a:cubicBezTo>
                        <a:pt x="733" y="56"/>
                        <a:pt x="758" y="65"/>
                        <a:pt x="774" y="81"/>
                      </a:cubicBezTo>
                      <a:cubicBezTo>
                        <a:pt x="805" y="106"/>
                        <a:pt x="821" y="153"/>
                        <a:pt x="827" y="191"/>
                      </a:cubicBezTo>
                      <a:cubicBezTo>
                        <a:pt x="859" y="336"/>
                        <a:pt x="840" y="507"/>
                        <a:pt x="767" y="652"/>
                      </a:cubicBezTo>
                      <a:cubicBezTo>
                        <a:pt x="764" y="649"/>
                        <a:pt x="764" y="639"/>
                        <a:pt x="761" y="636"/>
                      </a:cubicBezTo>
                      <a:cubicBezTo>
                        <a:pt x="698" y="485"/>
                        <a:pt x="651" y="295"/>
                        <a:pt x="647" y="163"/>
                      </a:cubicBezTo>
                      <a:cubicBezTo>
                        <a:pt x="647" y="128"/>
                        <a:pt x="647" y="87"/>
                        <a:pt x="670" y="68"/>
                      </a:cubicBezTo>
                      <a:cubicBezTo>
                        <a:pt x="677" y="59"/>
                        <a:pt x="688" y="54"/>
                        <a:pt x="701" y="54"/>
                      </a:cubicBezTo>
                      <a:close/>
                      <a:moveTo>
                        <a:pt x="140" y="32"/>
                      </a:moveTo>
                      <a:cubicBezTo>
                        <a:pt x="145" y="32"/>
                        <a:pt x="150" y="33"/>
                        <a:pt x="155" y="34"/>
                      </a:cubicBezTo>
                      <a:cubicBezTo>
                        <a:pt x="196" y="34"/>
                        <a:pt x="237" y="52"/>
                        <a:pt x="269" y="71"/>
                      </a:cubicBezTo>
                      <a:cubicBezTo>
                        <a:pt x="499" y="207"/>
                        <a:pt x="663" y="507"/>
                        <a:pt x="726" y="642"/>
                      </a:cubicBezTo>
                      <a:cubicBezTo>
                        <a:pt x="730" y="652"/>
                        <a:pt x="730" y="658"/>
                        <a:pt x="733" y="664"/>
                      </a:cubicBezTo>
                      <a:cubicBezTo>
                        <a:pt x="534" y="620"/>
                        <a:pt x="338" y="516"/>
                        <a:pt x="190" y="374"/>
                      </a:cubicBezTo>
                      <a:cubicBezTo>
                        <a:pt x="124" y="308"/>
                        <a:pt x="80" y="248"/>
                        <a:pt x="54" y="191"/>
                      </a:cubicBezTo>
                      <a:cubicBezTo>
                        <a:pt x="48" y="166"/>
                        <a:pt x="32" y="116"/>
                        <a:pt x="54" y="75"/>
                      </a:cubicBezTo>
                      <a:cubicBezTo>
                        <a:pt x="74" y="52"/>
                        <a:pt x="103" y="32"/>
                        <a:pt x="140" y="32"/>
                      </a:cubicBezTo>
                      <a:close/>
                      <a:moveTo>
                        <a:pt x="137" y="1"/>
                      </a:moveTo>
                      <a:cubicBezTo>
                        <a:pt x="92" y="1"/>
                        <a:pt x="49" y="25"/>
                        <a:pt x="26" y="59"/>
                      </a:cubicBezTo>
                      <a:cubicBezTo>
                        <a:pt x="1" y="106"/>
                        <a:pt x="13" y="163"/>
                        <a:pt x="26" y="201"/>
                      </a:cubicBezTo>
                      <a:cubicBezTo>
                        <a:pt x="51" y="264"/>
                        <a:pt x="99" y="327"/>
                        <a:pt x="171" y="396"/>
                      </a:cubicBezTo>
                      <a:cubicBezTo>
                        <a:pt x="332" y="548"/>
                        <a:pt x="540" y="655"/>
                        <a:pt x="761" y="699"/>
                      </a:cubicBezTo>
                      <a:lnTo>
                        <a:pt x="771" y="699"/>
                      </a:lnTo>
                      <a:cubicBezTo>
                        <a:pt x="774" y="696"/>
                        <a:pt x="777" y="696"/>
                        <a:pt x="777" y="690"/>
                      </a:cubicBezTo>
                      <a:cubicBezTo>
                        <a:pt x="859" y="532"/>
                        <a:pt x="887" y="343"/>
                        <a:pt x="853" y="179"/>
                      </a:cubicBezTo>
                      <a:cubicBezTo>
                        <a:pt x="843" y="138"/>
                        <a:pt x="827" y="87"/>
                        <a:pt x="789" y="52"/>
                      </a:cubicBezTo>
                      <a:cubicBezTo>
                        <a:pt x="768" y="31"/>
                        <a:pt x="738" y="19"/>
                        <a:pt x="709" y="19"/>
                      </a:cubicBezTo>
                      <a:cubicBezTo>
                        <a:pt x="686" y="19"/>
                        <a:pt x="664" y="26"/>
                        <a:pt x="647" y="43"/>
                      </a:cubicBezTo>
                      <a:cubicBezTo>
                        <a:pt x="616" y="75"/>
                        <a:pt x="610" y="122"/>
                        <a:pt x="610" y="163"/>
                      </a:cubicBezTo>
                      <a:cubicBezTo>
                        <a:pt x="616" y="245"/>
                        <a:pt x="632" y="352"/>
                        <a:pt x="663" y="459"/>
                      </a:cubicBezTo>
                      <a:cubicBezTo>
                        <a:pt x="572" y="311"/>
                        <a:pt x="442" y="138"/>
                        <a:pt x="278" y="43"/>
                      </a:cubicBezTo>
                      <a:cubicBezTo>
                        <a:pt x="244" y="24"/>
                        <a:pt x="200" y="5"/>
                        <a:pt x="152" y="2"/>
                      </a:cubicBezTo>
                      <a:cubicBezTo>
                        <a:pt x="147" y="1"/>
                        <a:pt x="142" y="1"/>
                        <a:pt x="137" y="1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0" name="Google Shape;2070;p49"/>
                <p:cNvSpPr/>
                <p:nvPr/>
              </p:nvSpPr>
              <p:spPr>
                <a:xfrm>
                  <a:off x="6038750" y="1969125"/>
                  <a:ext cx="16575" cy="19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3" h="789" extrusionOk="0">
                      <a:moveTo>
                        <a:pt x="0" y="0"/>
                      </a:moveTo>
                      <a:lnTo>
                        <a:pt x="174" y="615"/>
                      </a:lnTo>
                      <a:lnTo>
                        <a:pt x="164" y="789"/>
                      </a:lnTo>
                      <a:lnTo>
                        <a:pt x="663" y="789"/>
                      </a:lnTo>
                      <a:lnTo>
                        <a:pt x="663" y="603"/>
                      </a:lnTo>
                      <a:lnTo>
                        <a:pt x="606" y="0"/>
                      </a:lnTo>
                      <a:close/>
                    </a:path>
                  </a:pathLst>
                </a:custGeom>
                <a:solidFill>
                  <a:srgbClr val="F6BA9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1" name="Google Shape;2071;p49"/>
                <p:cNvSpPr/>
                <p:nvPr/>
              </p:nvSpPr>
              <p:spPr>
                <a:xfrm>
                  <a:off x="6007600" y="1996100"/>
                  <a:ext cx="57675" cy="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" h="174" extrusionOk="0">
                      <a:moveTo>
                        <a:pt x="60" y="0"/>
                      </a:moveTo>
                      <a:cubicBezTo>
                        <a:pt x="22" y="0"/>
                        <a:pt x="0" y="28"/>
                        <a:pt x="0" y="60"/>
                      </a:cubicBezTo>
                      <a:lnTo>
                        <a:pt x="0" y="114"/>
                      </a:lnTo>
                      <a:cubicBezTo>
                        <a:pt x="0" y="145"/>
                        <a:pt x="29" y="174"/>
                        <a:pt x="60" y="174"/>
                      </a:cubicBezTo>
                      <a:lnTo>
                        <a:pt x="2246" y="174"/>
                      </a:lnTo>
                      <a:cubicBezTo>
                        <a:pt x="2284" y="174"/>
                        <a:pt x="2306" y="145"/>
                        <a:pt x="2306" y="114"/>
                      </a:cubicBezTo>
                      <a:lnTo>
                        <a:pt x="2306" y="60"/>
                      </a:lnTo>
                      <a:cubicBezTo>
                        <a:pt x="2306" y="22"/>
                        <a:pt x="2278" y="0"/>
                        <a:pt x="2246" y="0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2" name="Google Shape;2072;p49"/>
                <p:cNvSpPr/>
                <p:nvPr/>
              </p:nvSpPr>
              <p:spPr>
                <a:xfrm>
                  <a:off x="6009875" y="1982275"/>
                  <a:ext cx="52950" cy="13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8" h="550" extrusionOk="0">
                      <a:moveTo>
                        <a:pt x="1950" y="1"/>
                      </a:moveTo>
                      <a:cubicBezTo>
                        <a:pt x="1900" y="1"/>
                        <a:pt x="1849" y="29"/>
                        <a:pt x="1821" y="73"/>
                      </a:cubicBezTo>
                      <a:lnTo>
                        <a:pt x="1808" y="92"/>
                      </a:lnTo>
                      <a:cubicBezTo>
                        <a:pt x="1758" y="174"/>
                        <a:pt x="1666" y="225"/>
                        <a:pt x="1572" y="225"/>
                      </a:cubicBezTo>
                      <a:lnTo>
                        <a:pt x="1556" y="225"/>
                      </a:lnTo>
                      <a:cubicBezTo>
                        <a:pt x="1461" y="225"/>
                        <a:pt x="1376" y="171"/>
                        <a:pt x="1332" y="89"/>
                      </a:cubicBezTo>
                      <a:cubicBezTo>
                        <a:pt x="1304" y="36"/>
                        <a:pt x="1253" y="4"/>
                        <a:pt x="1199" y="4"/>
                      </a:cubicBezTo>
                      <a:cubicBezTo>
                        <a:pt x="1152" y="4"/>
                        <a:pt x="1105" y="29"/>
                        <a:pt x="1076" y="67"/>
                      </a:cubicBezTo>
                      <a:cubicBezTo>
                        <a:pt x="764" y="474"/>
                        <a:pt x="1" y="96"/>
                        <a:pt x="1" y="550"/>
                      </a:cubicBezTo>
                      <a:lnTo>
                        <a:pt x="2118" y="550"/>
                      </a:lnTo>
                      <a:lnTo>
                        <a:pt x="2118" y="547"/>
                      </a:lnTo>
                      <a:lnTo>
                        <a:pt x="2118" y="152"/>
                      </a:lnTo>
                      <a:cubicBezTo>
                        <a:pt x="2118" y="67"/>
                        <a:pt x="2051" y="1"/>
                        <a:pt x="196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3" name="Google Shape;2073;p49"/>
                <p:cNvSpPr/>
                <p:nvPr/>
              </p:nvSpPr>
              <p:spPr>
                <a:xfrm>
                  <a:off x="6052475" y="1989750"/>
                  <a:ext cx="10675" cy="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" h="248" extrusionOk="0">
                      <a:moveTo>
                        <a:pt x="303" y="0"/>
                      </a:moveTo>
                      <a:cubicBezTo>
                        <a:pt x="253" y="0"/>
                        <a:pt x="204" y="12"/>
                        <a:pt x="161" y="33"/>
                      </a:cubicBezTo>
                      <a:cubicBezTo>
                        <a:pt x="82" y="74"/>
                        <a:pt x="22" y="147"/>
                        <a:pt x="3" y="232"/>
                      </a:cubicBezTo>
                      <a:cubicBezTo>
                        <a:pt x="0" y="235"/>
                        <a:pt x="3" y="241"/>
                        <a:pt x="16" y="248"/>
                      </a:cubicBezTo>
                      <a:cubicBezTo>
                        <a:pt x="22" y="248"/>
                        <a:pt x="25" y="241"/>
                        <a:pt x="32" y="235"/>
                      </a:cubicBezTo>
                      <a:cubicBezTo>
                        <a:pt x="51" y="159"/>
                        <a:pt x="101" y="93"/>
                        <a:pt x="174" y="58"/>
                      </a:cubicBezTo>
                      <a:cubicBezTo>
                        <a:pt x="212" y="38"/>
                        <a:pt x="253" y="27"/>
                        <a:pt x="296" y="27"/>
                      </a:cubicBezTo>
                      <a:cubicBezTo>
                        <a:pt x="331" y="27"/>
                        <a:pt x="366" y="35"/>
                        <a:pt x="401" y="49"/>
                      </a:cubicBezTo>
                      <a:cubicBezTo>
                        <a:pt x="403" y="50"/>
                        <a:pt x="406" y="50"/>
                        <a:pt x="408" y="50"/>
                      </a:cubicBezTo>
                      <a:cubicBezTo>
                        <a:pt x="414" y="50"/>
                        <a:pt x="418" y="47"/>
                        <a:pt x="420" y="43"/>
                      </a:cubicBezTo>
                      <a:cubicBezTo>
                        <a:pt x="426" y="33"/>
                        <a:pt x="420" y="27"/>
                        <a:pt x="414" y="21"/>
                      </a:cubicBezTo>
                      <a:cubicBezTo>
                        <a:pt x="378" y="7"/>
                        <a:pt x="340" y="0"/>
                        <a:pt x="303" y="0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4" name="Google Shape;2074;p49"/>
                <p:cNvSpPr/>
                <p:nvPr/>
              </p:nvSpPr>
              <p:spPr>
                <a:xfrm>
                  <a:off x="6011700" y="1971050"/>
                  <a:ext cx="22175" cy="17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7" h="700" extrusionOk="0">
                      <a:moveTo>
                        <a:pt x="699" y="54"/>
                      </a:moveTo>
                      <a:cubicBezTo>
                        <a:pt x="703" y="54"/>
                        <a:pt x="706" y="55"/>
                        <a:pt x="710" y="56"/>
                      </a:cubicBezTo>
                      <a:cubicBezTo>
                        <a:pt x="729" y="56"/>
                        <a:pt x="754" y="65"/>
                        <a:pt x="770" y="81"/>
                      </a:cubicBezTo>
                      <a:cubicBezTo>
                        <a:pt x="802" y="106"/>
                        <a:pt x="817" y="153"/>
                        <a:pt x="824" y="191"/>
                      </a:cubicBezTo>
                      <a:cubicBezTo>
                        <a:pt x="855" y="336"/>
                        <a:pt x="836" y="507"/>
                        <a:pt x="767" y="652"/>
                      </a:cubicBezTo>
                      <a:cubicBezTo>
                        <a:pt x="761" y="649"/>
                        <a:pt x="761" y="639"/>
                        <a:pt x="757" y="636"/>
                      </a:cubicBezTo>
                      <a:cubicBezTo>
                        <a:pt x="694" y="485"/>
                        <a:pt x="647" y="295"/>
                        <a:pt x="644" y="163"/>
                      </a:cubicBezTo>
                      <a:cubicBezTo>
                        <a:pt x="644" y="128"/>
                        <a:pt x="644" y="87"/>
                        <a:pt x="669" y="68"/>
                      </a:cubicBezTo>
                      <a:cubicBezTo>
                        <a:pt x="676" y="59"/>
                        <a:pt x="687" y="54"/>
                        <a:pt x="699" y="54"/>
                      </a:cubicBezTo>
                      <a:close/>
                      <a:moveTo>
                        <a:pt x="140" y="32"/>
                      </a:moveTo>
                      <a:cubicBezTo>
                        <a:pt x="145" y="32"/>
                        <a:pt x="150" y="33"/>
                        <a:pt x="155" y="34"/>
                      </a:cubicBezTo>
                      <a:cubicBezTo>
                        <a:pt x="199" y="34"/>
                        <a:pt x="237" y="52"/>
                        <a:pt x="268" y="71"/>
                      </a:cubicBezTo>
                      <a:cubicBezTo>
                        <a:pt x="502" y="207"/>
                        <a:pt x="663" y="507"/>
                        <a:pt x="726" y="642"/>
                      </a:cubicBezTo>
                      <a:cubicBezTo>
                        <a:pt x="732" y="652"/>
                        <a:pt x="732" y="658"/>
                        <a:pt x="735" y="664"/>
                      </a:cubicBezTo>
                      <a:cubicBezTo>
                        <a:pt x="533" y="620"/>
                        <a:pt x="341" y="516"/>
                        <a:pt x="190" y="374"/>
                      </a:cubicBezTo>
                      <a:cubicBezTo>
                        <a:pt x="123" y="308"/>
                        <a:pt x="79" y="248"/>
                        <a:pt x="57" y="191"/>
                      </a:cubicBezTo>
                      <a:cubicBezTo>
                        <a:pt x="48" y="166"/>
                        <a:pt x="32" y="116"/>
                        <a:pt x="57" y="75"/>
                      </a:cubicBezTo>
                      <a:cubicBezTo>
                        <a:pt x="74" y="52"/>
                        <a:pt x="103" y="32"/>
                        <a:pt x="140" y="32"/>
                      </a:cubicBezTo>
                      <a:close/>
                      <a:moveTo>
                        <a:pt x="139" y="1"/>
                      </a:moveTo>
                      <a:cubicBezTo>
                        <a:pt x="94" y="1"/>
                        <a:pt x="51" y="25"/>
                        <a:pt x="29" y="59"/>
                      </a:cubicBezTo>
                      <a:cubicBezTo>
                        <a:pt x="0" y="106"/>
                        <a:pt x="13" y="163"/>
                        <a:pt x="29" y="201"/>
                      </a:cubicBezTo>
                      <a:cubicBezTo>
                        <a:pt x="54" y="264"/>
                        <a:pt x="101" y="327"/>
                        <a:pt x="171" y="396"/>
                      </a:cubicBezTo>
                      <a:cubicBezTo>
                        <a:pt x="332" y="548"/>
                        <a:pt x="543" y="655"/>
                        <a:pt x="764" y="699"/>
                      </a:cubicBezTo>
                      <a:lnTo>
                        <a:pt x="770" y="699"/>
                      </a:lnTo>
                      <a:cubicBezTo>
                        <a:pt x="773" y="696"/>
                        <a:pt x="779" y="696"/>
                        <a:pt x="779" y="690"/>
                      </a:cubicBezTo>
                      <a:cubicBezTo>
                        <a:pt x="862" y="532"/>
                        <a:pt x="887" y="343"/>
                        <a:pt x="852" y="179"/>
                      </a:cubicBezTo>
                      <a:cubicBezTo>
                        <a:pt x="846" y="138"/>
                        <a:pt x="830" y="87"/>
                        <a:pt x="789" y="52"/>
                      </a:cubicBezTo>
                      <a:cubicBezTo>
                        <a:pt x="769" y="31"/>
                        <a:pt x="740" y="19"/>
                        <a:pt x="711" y="19"/>
                      </a:cubicBezTo>
                      <a:cubicBezTo>
                        <a:pt x="688" y="19"/>
                        <a:pt x="665" y="26"/>
                        <a:pt x="647" y="43"/>
                      </a:cubicBezTo>
                      <a:cubicBezTo>
                        <a:pt x="615" y="75"/>
                        <a:pt x="612" y="122"/>
                        <a:pt x="612" y="163"/>
                      </a:cubicBezTo>
                      <a:cubicBezTo>
                        <a:pt x="615" y="245"/>
                        <a:pt x="631" y="352"/>
                        <a:pt x="663" y="459"/>
                      </a:cubicBezTo>
                      <a:cubicBezTo>
                        <a:pt x="571" y="311"/>
                        <a:pt x="442" y="138"/>
                        <a:pt x="281" y="43"/>
                      </a:cubicBezTo>
                      <a:cubicBezTo>
                        <a:pt x="246" y="24"/>
                        <a:pt x="202" y="5"/>
                        <a:pt x="155" y="2"/>
                      </a:cubicBezTo>
                      <a:cubicBezTo>
                        <a:pt x="150" y="1"/>
                        <a:pt x="144" y="1"/>
                        <a:pt x="139" y="1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5" name="Google Shape;2075;p49"/>
                <p:cNvSpPr/>
                <p:nvPr/>
              </p:nvSpPr>
              <p:spPr>
                <a:xfrm>
                  <a:off x="5927850" y="1688350"/>
                  <a:ext cx="61700" cy="284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68" h="11396" extrusionOk="0">
                      <a:moveTo>
                        <a:pt x="578" y="0"/>
                      </a:moveTo>
                      <a:cubicBezTo>
                        <a:pt x="414" y="997"/>
                        <a:pt x="162" y="3111"/>
                        <a:pt x="51" y="4644"/>
                      </a:cubicBezTo>
                      <a:cubicBezTo>
                        <a:pt x="20" y="5111"/>
                        <a:pt x="1" y="5524"/>
                        <a:pt x="1" y="5836"/>
                      </a:cubicBezTo>
                      <a:cubicBezTo>
                        <a:pt x="1" y="6073"/>
                        <a:pt x="13" y="6404"/>
                        <a:pt x="35" y="6783"/>
                      </a:cubicBezTo>
                      <a:cubicBezTo>
                        <a:pt x="130" y="8540"/>
                        <a:pt x="376" y="11395"/>
                        <a:pt x="376" y="11395"/>
                      </a:cubicBezTo>
                      <a:lnTo>
                        <a:pt x="1509" y="11395"/>
                      </a:lnTo>
                      <a:cubicBezTo>
                        <a:pt x="1600" y="10382"/>
                        <a:pt x="1559" y="7329"/>
                        <a:pt x="1443" y="5900"/>
                      </a:cubicBezTo>
                      <a:cubicBezTo>
                        <a:pt x="1670" y="5048"/>
                        <a:pt x="1963" y="3858"/>
                        <a:pt x="2181" y="2985"/>
                      </a:cubicBezTo>
                      <a:cubicBezTo>
                        <a:pt x="2348" y="2294"/>
                        <a:pt x="2468" y="1798"/>
                        <a:pt x="2468" y="1798"/>
                      </a:cubicBezTo>
                      <a:lnTo>
                        <a:pt x="2468" y="0"/>
                      </a:ln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6" name="Google Shape;2076;p49"/>
                <p:cNvSpPr/>
                <p:nvPr/>
              </p:nvSpPr>
              <p:spPr>
                <a:xfrm>
                  <a:off x="5969825" y="1684475"/>
                  <a:ext cx="92300" cy="288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2" h="11554" extrusionOk="0">
                      <a:moveTo>
                        <a:pt x="1915" y="1"/>
                      </a:moveTo>
                      <a:lnTo>
                        <a:pt x="0" y="48"/>
                      </a:lnTo>
                      <a:lnTo>
                        <a:pt x="0" y="1348"/>
                      </a:lnTo>
                      <a:cubicBezTo>
                        <a:pt x="0" y="1348"/>
                        <a:pt x="230" y="2158"/>
                        <a:pt x="502" y="3143"/>
                      </a:cubicBezTo>
                      <a:cubicBezTo>
                        <a:pt x="688" y="3818"/>
                        <a:pt x="887" y="4578"/>
                        <a:pt x="1047" y="5219"/>
                      </a:cubicBezTo>
                      <a:cubicBezTo>
                        <a:pt x="1136" y="5572"/>
                        <a:pt x="1212" y="5887"/>
                        <a:pt x="1262" y="6127"/>
                      </a:cubicBezTo>
                      <a:cubicBezTo>
                        <a:pt x="1325" y="6424"/>
                        <a:pt x="1394" y="6758"/>
                        <a:pt x="1480" y="7130"/>
                      </a:cubicBezTo>
                      <a:cubicBezTo>
                        <a:pt x="1767" y="8408"/>
                        <a:pt x="2161" y="10052"/>
                        <a:pt x="2546" y="11553"/>
                      </a:cubicBezTo>
                      <a:lnTo>
                        <a:pt x="3691" y="11553"/>
                      </a:lnTo>
                      <a:cubicBezTo>
                        <a:pt x="3691" y="11553"/>
                        <a:pt x="3297" y="7386"/>
                        <a:pt x="2773" y="5771"/>
                      </a:cubicBezTo>
                      <a:cubicBezTo>
                        <a:pt x="2745" y="4338"/>
                        <a:pt x="2230" y="1196"/>
                        <a:pt x="1915" y="1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7" name="Google Shape;2077;p49"/>
                <p:cNvSpPr/>
                <p:nvPr/>
              </p:nvSpPr>
              <p:spPr>
                <a:xfrm>
                  <a:off x="5927850" y="1804350"/>
                  <a:ext cx="16275" cy="5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1" h="2143" extrusionOk="0">
                      <a:moveTo>
                        <a:pt x="48" y="1"/>
                      </a:moveTo>
                      <a:cubicBezTo>
                        <a:pt x="20" y="471"/>
                        <a:pt x="1" y="884"/>
                        <a:pt x="1" y="1196"/>
                      </a:cubicBezTo>
                      <a:cubicBezTo>
                        <a:pt x="1" y="1433"/>
                        <a:pt x="13" y="1764"/>
                        <a:pt x="35" y="2143"/>
                      </a:cubicBezTo>
                      <a:cubicBezTo>
                        <a:pt x="241" y="2111"/>
                        <a:pt x="446" y="2074"/>
                        <a:pt x="651" y="2051"/>
                      </a:cubicBezTo>
                      <a:cubicBezTo>
                        <a:pt x="597" y="1768"/>
                        <a:pt x="603" y="1499"/>
                        <a:pt x="496" y="1187"/>
                      </a:cubicBezTo>
                      <a:cubicBezTo>
                        <a:pt x="553" y="843"/>
                        <a:pt x="543" y="493"/>
                        <a:pt x="540" y="146"/>
                      </a:cubicBezTo>
                      <a:cubicBezTo>
                        <a:pt x="373" y="99"/>
                        <a:pt x="212" y="51"/>
                        <a:pt x="48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8" name="Google Shape;2078;p49"/>
                <p:cNvSpPr/>
                <p:nvPr/>
              </p:nvSpPr>
              <p:spPr>
                <a:xfrm>
                  <a:off x="5995925" y="1813125"/>
                  <a:ext cx="26050" cy="4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2" h="1982" extrusionOk="0">
                      <a:moveTo>
                        <a:pt x="625" y="0"/>
                      </a:moveTo>
                      <a:cubicBezTo>
                        <a:pt x="420" y="9"/>
                        <a:pt x="212" y="32"/>
                        <a:pt x="0" y="66"/>
                      </a:cubicBezTo>
                      <a:cubicBezTo>
                        <a:pt x="89" y="423"/>
                        <a:pt x="164" y="738"/>
                        <a:pt x="215" y="978"/>
                      </a:cubicBezTo>
                      <a:cubicBezTo>
                        <a:pt x="278" y="1275"/>
                        <a:pt x="347" y="1609"/>
                        <a:pt x="433" y="1981"/>
                      </a:cubicBezTo>
                      <a:cubicBezTo>
                        <a:pt x="631" y="1928"/>
                        <a:pt x="839" y="1877"/>
                        <a:pt x="1041" y="1830"/>
                      </a:cubicBezTo>
                      <a:cubicBezTo>
                        <a:pt x="912" y="1224"/>
                        <a:pt x="754" y="612"/>
                        <a:pt x="625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9" name="Google Shape;2079;p49"/>
                <p:cNvSpPr/>
                <p:nvPr/>
              </p:nvSpPr>
              <p:spPr>
                <a:xfrm>
                  <a:off x="5961525" y="1692750"/>
                  <a:ext cx="20850" cy="71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4" h="2844" extrusionOk="0">
                      <a:moveTo>
                        <a:pt x="13" y="1"/>
                      </a:moveTo>
                      <a:cubicBezTo>
                        <a:pt x="4" y="4"/>
                        <a:pt x="1" y="14"/>
                        <a:pt x="1" y="20"/>
                      </a:cubicBezTo>
                      <a:lnTo>
                        <a:pt x="802" y="2831"/>
                      </a:lnTo>
                      <a:cubicBezTo>
                        <a:pt x="805" y="2840"/>
                        <a:pt x="808" y="2843"/>
                        <a:pt x="818" y="2843"/>
                      </a:cubicBezTo>
                      <a:lnTo>
                        <a:pt x="821" y="2843"/>
                      </a:lnTo>
                      <a:cubicBezTo>
                        <a:pt x="831" y="2840"/>
                        <a:pt x="834" y="2831"/>
                        <a:pt x="834" y="2824"/>
                      </a:cubicBezTo>
                      <a:lnTo>
                        <a:pt x="32" y="14"/>
                      </a:lnTo>
                      <a:cubicBezTo>
                        <a:pt x="29" y="4"/>
                        <a:pt x="20" y="1"/>
                        <a:pt x="13" y="1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0" name="Google Shape;2080;p49"/>
                <p:cNvSpPr/>
                <p:nvPr/>
              </p:nvSpPr>
              <p:spPr>
                <a:xfrm>
                  <a:off x="5940325" y="1692050"/>
                  <a:ext cx="11600" cy="21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" h="846" extrusionOk="0">
                      <a:moveTo>
                        <a:pt x="451" y="1"/>
                      </a:moveTo>
                      <a:cubicBezTo>
                        <a:pt x="442" y="1"/>
                        <a:pt x="436" y="4"/>
                        <a:pt x="436" y="13"/>
                      </a:cubicBezTo>
                      <a:cubicBezTo>
                        <a:pt x="395" y="319"/>
                        <a:pt x="243" y="613"/>
                        <a:pt x="10" y="818"/>
                      </a:cubicBezTo>
                      <a:cubicBezTo>
                        <a:pt x="0" y="821"/>
                        <a:pt x="0" y="833"/>
                        <a:pt x="10" y="837"/>
                      </a:cubicBezTo>
                      <a:cubicBezTo>
                        <a:pt x="7" y="840"/>
                        <a:pt x="10" y="846"/>
                        <a:pt x="13" y="846"/>
                      </a:cubicBezTo>
                      <a:cubicBezTo>
                        <a:pt x="16" y="846"/>
                        <a:pt x="19" y="846"/>
                        <a:pt x="25" y="840"/>
                      </a:cubicBezTo>
                      <a:cubicBezTo>
                        <a:pt x="265" y="631"/>
                        <a:pt x="423" y="332"/>
                        <a:pt x="464" y="16"/>
                      </a:cubicBezTo>
                      <a:cubicBezTo>
                        <a:pt x="464" y="10"/>
                        <a:pt x="458" y="1"/>
                        <a:pt x="451" y="1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1" name="Google Shape;2081;p49"/>
                <p:cNvSpPr/>
                <p:nvPr/>
              </p:nvSpPr>
              <p:spPr>
                <a:xfrm>
                  <a:off x="6000975" y="1693075"/>
                  <a:ext cx="21700" cy="2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8" h="1033" extrusionOk="0">
                      <a:moveTo>
                        <a:pt x="13" y="1"/>
                      </a:moveTo>
                      <a:cubicBezTo>
                        <a:pt x="3" y="1"/>
                        <a:pt x="0" y="7"/>
                        <a:pt x="0" y="19"/>
                      </a:cubicBezTo>
                      <a:cubicBezTo>
                        <a:pt x="92" y="464"/>
                        <a:pt x="423" y="862"/>
                        <a:pt x="843" y="1032"/>
                      </a:cubicBezTo>
                      <a:lnTo>
                        <a:pt x="849" y="1032"/>
                      </a:lnTo>
                      <a:cubicBezTo>
                        <a:pt x="855" y="1032"/>
                        <a:pt x="861" y="1029"/>
                        <a:pt x="865" y="1026"/>
                      </a:cubicBezTo>
                      <a:cubicBezTo>
                        <a:pt x="868" y="1016"/>
                        <a:pt x="865" y="1010"/>
                        <a:pt x="855" y="1004"/>
                      </a:cubicBezTo>
                      <a:cubicBezTo>
                        <a:pt x="442" y="840"/>
                        <a:pt x="117" y="448"/>
                        <a:pt x="32" y="10"/>
                      </a:cubicBezTo>
                      <a:cubicBezTo>
                        <a:pt x="32" y="4"/>
                        <a:pt x="25" y="1"/>
                        <a:pt x="13" y="1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2" name="Google Shape;2082;p49"/>
                <p:cNvSpPr/>
                <p:nvPr/>
              </p:nvSpPr>
              <p:spPr>
                <a:xfrm>
                  <a:off x="6017775" y="1718475"/>
                  <a:ext cx="38650" cy="2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6" h="10096" extrusionOk="0">
                      <a:moveTo>
                        <a:pt x="10" y="0"/>
                      </a:moveTo>
                      <a:cubicBezTo>
                        <a:pt x="3" y="4"/>
                        <a:pt x="0" y="13"/>
                        <a:pt x="0" y="19"/>
                      </a:cubicBezTo>
                      <a:cubicBezTo>
                        <a:pt x="335" y="1319"/>
                        <a:pt x="603" y="3010"/>
                        <a:pt x="647" y="4045"/>
                      </a:cubicBezTo>
                      <a:cubicBezTo>
                        <a:pt x="600" y="4187"/>
                        <a:pt x="514" y="4319"/>
                        <a:pt x="404" y="4420"/>
                      </a:cubicBezTo>
                      <a:cubicBezTo>
                        <a:pt x="401" y="4423"/>
                        <a:pt x="401" y="4430"/>
                        <a:pt x="401" y="4436"/>
                      </a:cubicBezTo>
                      <a:cubicBezTo>
                        <a:pt x="401" y="4439"/>
                        <a:pt x="404" y="4445"/>
                        <a:pt x="407" y="4449"/>
                      </a:cubicBezTo>
                      <a:cubicBezTo>
                        <a:pt x="454" y="4467"/>
                        <a:pt x="511" y="4490"/>
                        <a:pt x="562" y="4505"/>
                      </a:cubicBezTo>
                      <a:cubicBezTo>
                        <a:pt x="606" y="4521"/>
                        <a:pt x="653" y="4537"/>
                        <a:pt x="697" y="4553"/>
                      </a:cubicBezTo>
                      <a:cubicBezTo>
                        <a:pt x="666" y="4587"/>
                        <a:pt x="634" y="4625"/>
                        <a:pt x="603" y="4663"/>
                      </a:cubicBezTo>
                      <a:cubicBezTo>
                        <a:pt x="565" y="4704"/>
                        <a:pt x="530" y="4748"/>
                        <a:pt x="492" y="4789"/>
                      </a:cubicBezTo>
                      <a:cubicBezTo>
                        <a:pt x="486" y="4792"/>
                        <a:pt x="486" y="4796"/>
                        <a:pt x="486" y="4799"/>
                      </a:cubicBezTo>
                      <a:cubicBezTo>
                        <a:pt x="486" y="4805"/>
                        <a:pt x="492" y="4808"/>
                        <a:pt x="495" y="4811"/>
                      </a:cubicBezTo>
                      <a:lnTo>
                        <a:pt x="814" y="4938"/>
                      </a:lnTo>
                      <a:cubicBezTo>
                        <a:pt x="1123" y="6660"/>
                        <a:pt x="1360" y="8392"/>
                        <a:pt x="1511" y="10083"/>
                      </a:cubicBezTo>
                      <a:cubicBezTo>
                        <a:pt x="1518" y="10089"/>
                        <a:pt x="1521" y="10095"/>
                        <a:pt x="1530" y="10095"/>
                      </a:cubicBezTo>
                      <a:cubicBezTo>
                        <a:pt x="1537" y="10095"/>
                        <a:pt x="1546" y="10089"/>
                        <a:pt x="1546" y="10080"/>
                      </a:cubicBezTo>
                      <a:cubicBezTo>
                        <a:pt x="1391" y="8382"/>
                        <a:pt x="1155" y="6647"/>
                        <a:pt x="846" y="4922"/>
                      </a:cubicBezTo>
                      <a:cubicBezTo>
                        <a:pt x="846" y="4919"/>
                        <a:pt x="842" y="4912"/>
                        <a:pt x="839" y="4909"/>
                      </a:cubicBezTo>
                      <a:lnTo>
                        <a:pt x="530" y="4789"/>
                      </a:lnTo>
                      <a:cubicBezTo>
                        <a:pt x="562" y="4751"/>
                        <a:pt x="593" y="4714"/>
                        <a:pt x="625" y="4673"/>
                      </a:cubicBezTo>
                      <a:cubicBezTo>
                        <a:pt x="660" y="4631"/>
                        <a:pt x="697" y="4587"/>
                        <a:pt x="735" y="4546"/>
                      </a:cubicBezTo>
                      <a:cubicBezTo>
                        <a:pt x="742" y="4543"/>
                        <a:pt x="742" y="4540"/>
                        <a:pt x="742" y="4537"/>
                      </a:cubicBezTo>
                      <a:cubicBezTo>
                        <a:pt x="742" y="4531"/>
                        <a:pt x="735" y="4527"/>
                        <a:pt x="732" y="4524"/>
                      </a:cubicBezTo>
                      <a:cubicBezTo>
                        <a:pt x="685" y="4505"/>
                        <a:pt x="628" y="4483"/>
                        <a:pt x="577" y="4467"/>
                      </a:cubicBezTo>
                      <a:cubicBezTo>
                        <a:pt x="536" y="4452"/>
                        <a:pt x="489" y="4436"/>
                        <a:pt x="445" y="4420"/>
                      </a:cubicBezTo>
                      <a:cubicBezTo>
                        <a:pt x="546" y="4313"/>
                        <a:pt x="631" y="4187"/>
                        <a:pt x="678" y="4051"/>
                      </a:cubicBezTo>
                      <a:lnTo>
                        <a:pt x="678" y="4045"/>
                      </a:lnTo>
                      <a:cubicBezTo>
                        <a:pt x="637" y="3010"/>
                        <a:pt x="363" y="1313"/>
                        <a:pt x="32" y="13"/>
                      </a:cubicBezTo>
                      <a:cubicBezTo>
                        <a:pt x="25" y="4"/>
                        <a:pt x="19" y="0"/>
                        <a:pt x="10" y="0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3" name="Google Shape;2083;p49"/>
                <p:cNvSpPr/>
                <p:nvPr/>
              </p:nvSpPr>
              <p:spPr>
                <a:xfrm>
                  <a:off x="6033225" y="1963825"/>
                  <a:ext cx="27150" cy="2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6" h="118" extrusionOk="0">
                      <a:moveTo>
                        <a:pt x="1070" y="1"/>
                      </a:moveTo>
                      <a:lnTo>
                        <a:pt x="16" y="86"/>
                      </a:lnTo>
                      <a:cubicBezTo>
                        <a:pt x="7" y="86"/>
                        <a:pt x="1" y="92"/>
                        <a:pt x="1" y="102"/>
                      </a:cubicBezTo>
                      <a:cubicBezTo>
                        <a:pt x="1" y="111"/>
                        <a:pt x="7" y="117"/>
                        <a:pt x="16" y="117"/>
                      </a:cubicBezTo>
                      <a:lnTo>
                        <a:pt x="1070" y="32"/>
                      </a:lnTo>
                      <a:cubicBezTo>
                        <a:pt x="1076" y="32"/>
                        <a:pt x="1086" y="26"/>
                        <a:pt x="1086" y="16"/>
                      </a:cubicBezTo>
                      <a:cubicBezTo>
                        <a:pt x="1086" y="10"/>
                        <a:pt x="1076" y="1"/>
                        <a:pt x="1070" y="1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4" name="Google Shape;2084;p49"/>
                <p:cNvSpPr/>
                <p:nvPr/>
              </p:nvSpPr>
              <p:spPr>
                <a:xfrm>
                  <a:off x="5937475" y="1962875"/>
                  <a:ext cx="28350" cy="2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4" h="109" extrusionOk="0">
                      <a:moveTo>
                        <a:pt x="1117" y="1"/>
                      </a:moveTo>
                      <a:lnTo>
                        <a:pt x="16" y="77"/>
                      </a:lnTo>
                      <a:cubicBezTo>
                        <a:pt x="10" y="77"/>
                        <a:pt x="1" y="83"/>
                        <a:pt x="1" y="92"/>
                      </a:cubicBezTo>
                      <a:cubicBezTo>
                        <a:pt x="1" y="99"/>
                        <a:pt x="10" y="108"/>
                        <a:pt x="16" y="108"/>
                      </a:cubicBezTo>
                      <a:lnTo>
                        <a:pt x="1117" y="32"/>
                      </a:lnTo>
                      <a:cubicBezTo>
                        <a:pt x="1124" y="32"/>
                        <a:pt x="1133" y="23"/>
                        <a:pt x="1133" y="17"/>
                      </a:cubicBezTo>
                      <a:cubicBezTo>
                        <a:pt x="1133" y="7"/>
                        <a:pt x="1124" y="1"/>
                        <a:pt x="1117" y="1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5" name="Google Shape;2085;p49"/>
                <p:cNvSpPr/>
                <p:nvPr/>
              </p:nvSpPr>
              <p:spPr>
                <a:xfrm>
                  <a:off x="5953250" y="1756325"/>
                  <a:ext cx="24550" cy="21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2" h="8566" extrusionOk="0">
                      <a:moveTo>
                        <a:pt x="969" y="1"/>
                      </a:moveTo>
                      <a:cubicBezTo>
                        <a:pt x="963" y="1"/>
                        <a:pt x="953" y="4"/>
                        <a:pt x="950" y="13"/>
                      </a:cubicBezTo>
                      <a:cubicBezTo>
                        <a:pt x="745" y="893"/>
                        <a:pt x="486" y="2016"/>
                        <a:pt x="322" y="2714"/>
                      </a:cubicBezTo>
                      <a:cubicBezTo>
                        <a:pt x="237" y="2811"/>
                        <a:pt x="127" y="2897"/>
                        <a:pt x="7" y="2953"/>
                      </a:cubicBezTo>
                      <a:cubicBezTo>
                        <a:pt x="4" y="2957"/>
                        <a:pt x="1" y="2963"/>
                        <a:pt x="1" y="2966"/>
                      </a:cubicBezTo>
                      <a:cubicBezTo>
                        <a:pt x="1" y="2969"/>
                        <a:pt x="1" y="2979"/>
                        <a:pt x="4" y="2979"/>
                      </a:cubicBezTo>
                      <a:cubicBezTo>
                        <a:pt x="48" y="3013"/>
                        <a:pt x="89" y="3048"/>
                        <a:pt x="130" y="3083"/>
                      </a:cubicBezTo>
                      <a:cubicBezTo>
                        <a:pt x="165" y="3114"/>
                        <a:pt x="206" y="3143"/>
                        <a:pt x="240" y="3174"/>
                      </a:cubicBezTo>
                      <a:cubicBezTo>
                        <a:pt x="206" y="3203"/>
                        <a:pt x="171" y="3225"/>
                        <a:pt x="130" y="3250"/>
                      </a:cubicBezTo>
                      <a:cubicBezTo>
                        <a:pt x="92" y="3278"/>
                        <a:pt x="48" y="3310"/>
                        <a:pt x="7" y="3338"/>
                      </a:cubicBezTo>
                      <a:cubicBezTo>
                        <a:pt x="4" y="3341"/>
                        <a:pt x="1" y="3345"/>
                        <a:pt x="1" y="3348"/>
                      </a:cubicBezTo>
                      <a:cubicBezTo>
                        <a:pt x="1" y="3351"/>
                        <a:pt x="1" y="3357"/>
                        <a:pt x="4" y="3360"/>
                      </a:cubicBezTo>
                      <a:cubicBezTo>
                        <a:pt x="38" y="3395"/>
                        <a:pt x="79" y="3439"/>
                        <a:pt x="117" y="3477"/>
                      </a:cubicBezTo>
                      <a:cubicBezTo>
                        <a:pt x="155" y="3518"/>
                        <a:pt x="193" y="3556"/>
                        <a:pt x="228" y="3594"/>
                      </a:cubicBezTo>
                      <a:cubicBezTo>
                        <a:pt x="344" y="5288"/>
                        <a:pt x="344" y="6954"/>
                        <a:pt x="234" y="8544"/>
                      </a:cubicBezTo>
                      <a:cubicBezTo>
                        <a:pt x="231" y="8559"/>
                        <a:pt x="237" y="8566"/>
                        <a:pt x="247" y="8566"/>
                      </a:cubicBezTo>
                      <a:cubicBezTo>
                        <a:pt x="253" y="8566"/>
                        <a:pt x="259" y="8559"/>
                        <a:pt x="259" y="8550"/>
                      </a:cubicBezTo>
                      <a:cubicBezTo>
                        <a:pt x="376" y="6957"/>
                        <a:pt x="370" y="5288"/>
                        <a:pt x="256" y="3591"/>
                      </a:cubicBezTo>
                      <a:cubicBezTo>
                        <a:pt x="256" y="3584"/>
                        <a:pt x="256" y="3581"/>
                        <a:pt x="253" y="3581"/>
                      </a:cubicBezTo>
                      <a:cubicBezTo>
                        <a:pt x="218" y="3547"/>
                        <a:pt x="177" y="3502"/>
                        <a:pt x="139" y="3465"/>
                      </a:cubicBezTo>
                      <a:cubicBezTo>
                        <a:pt x="102" y="3427"/>
                        <a:pt x="70" y="3392"/>
                        <a:pt x="35" y="3357"/>
                      </a:cubicBezTo>
                      <a:cubicBezTo>
                        <a:pt x="70" y="3329"/>
                        <a:pt x="108" y="3307"/>
                        <a:pt x="146" y="3282"/>
                      </a:cubicBezTo>
                      <a:cubicBezTo>
                        <a:pt x="190" y="3253"/>
                        <a:pt x="228" y="3222"/>
                        <a:pt x="272" y="3193"/>
                      </a:cubicBezTo>
                      <a:cubicBezTo>
                        <a:pt x="275" y="3190"/>
                        <a:pt x="281" y="3187"/>
                        <a:pt x="281" y="3184"/>
                      </a:cubicBezTo>
                      <a:cubicBezTo>
                        <a:pt x="281" y="3181"/>
                        <a:pt x="281" y="3174"/>
                        <a:pt x="275" y="3171"/>
                      </a:cubicBezTo>
                      <a:cubicBezTo>
                        <a:pt x="234" y="3136"/>
                        <a:pt x="193" y="3102"/>
                        <a:pt x="149" y="3064"/>
                      </a:cubicBezTo>
                      <a:cubicBezTo>
                        <a:pt x="114" y="3032"/>
                        <a:pt x="79" y="3004"/>
                        <a:pt x="45" y="2976"/>
                      </a:cubicBezTo>
                      <a:cubicBezTo>
                        <a:pt x="158" y="2916"/>
                        <a:pt x="266" y="2834"/>
                        <a:pt x="351" y="2733"/>
                      </a:cubicBezTo>
                      <a:cubicBezTo>
                        <a:pt x="351" y="2733"/>
                        <a:pt x="354" y="2729"/>
                        <a:pt x="354" y="2726"/>
                      </a:cubicBezTo>
                      <a:cubicBezTo>
                        <a:pt x="518" y="2029"/>
                        <a:pt x="777" y="903"/>
                        <a:pt x="982" y="20"/>
                      </a:cubicBezTo>
                      <a:cubicBezTo>
                        <a:pt x="982" y="13"/>
                        <a:pt x="979" y="4"/>
                        <a:pt x="969" y="1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6" name="Google Shape;2086;p49"/>
                <p:cNvSpPr/>
                <p:nvPr/>
              </p:nvSpPr>
              <p:spPr>
                <a:xfrm>
                  <a:off x="5926525" y="1833300"/>
                  <a:ext cx="16425" cy="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7" h="48" extrusionOk="0">
                      <a:moveTo>
                        <a:pt x="16" y="1"/>
                      </a:moveTo>
                      <a:cubicBezTo>
                        <a:pt x="10" y="1"/>
                        <a:pt x="0" y="10"/>
                        <a:pt x="0" y="16"/>
                      </a:cubicBezTo>
                      <a:cubicBezTo>
                        <a:pt x="0" y="26"/>
                        <a:pt x="10" y="32"/>
                        <a:pt x="16" y="32"/>
                      </a:cubicBezTo>
                      <a:lnTo>
                        <a:pt x="641" y="48"/>
                      </a:lnTo>
                      <a:cubicBezTo>
                        <a:pt x="647" y="48"/>
                        <a:pt x="656" y="42"/>
                        <a:pt x="656" y="32"/>
                      </a:cubicBezTo>
                      <a:cubicBezTo>
                        <a:pt x="656" y="26"/>
                        <a:pt x="647" y="16"/>
                        <a:pt x="641" y="16"/>
                      </a:cubicBezTo>
                      <a:lnTo>
                        <a:pt x="16" y="1"/>
                      </a:ln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7" name="Google Shape;2087;p49"/>
                <p:cNvSpPr/>
                <p:nvPr/>
              </p:nvSpPr>
              <p:spPr>
                <a:xfrm>
                  <a:off x="5999475" y="1834725"/>
                  <a:ext cx="17775" cy="2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1" h="111" extrusionOk="0">
                      <a:moveTo>
                        <a:pt x="691" y="0"/>
                      </a:moveTo>
                      <a:cubicBezTo>
                        <a:pt x="470" y="51"/>
                        <a:pt x="246" y="76"/>
                        <a:pt x="19" y="76"/>
                      </a:cubicBezTo>
                      <a:lnTo>
                        <a:pt x="16" y="76"/>
                      </a:lnTo>
                      <a:cubicBezTo>
                        <a:pt x="10" y="76"/>
                        <a:pt x="0" y="82"/>
                        <a:pt x="0" y="92"/>
                      </a:cubicBezTo>
                      <a:cubicBezTo>
                        <a:pt x="7" y="101"/>
                        <a:pt x="13" y="111"/>
                        <a:pt x="19" y="111"/>
                      </a:cubicBezTo>
                      <a:cubicBezTo>
                        <a:pt x="250" y="111"/>
                        <a:pt x="473" y="82"/>
                        <a:pt x="697" y="32"/>
                      </a:cubicBezTo>
                      <a:cubicBezTo>
                        <a:pt x="707" y="32"/>
                        <a:pt x="710" y="19"/>
                        <a:pt x="710" y="13"/>
                      </a:cubicBezTo>
                      <a:cubicBezTo>
                        <a:pt x="710" y="4"/>
                        <a:pt x="697" y="0"/>
                        <a:pt x="691" y="0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8" name="Google Shape;2088;p49"/>
                <p:cNvSpPr/>
                <p:nvPr/>
              </p:nvSpPr>
              <p:spPr>
                <a:xfrm>
                  <a:off x="5935200" y="1576425"/>
                  <a:ext cx="87000" cy="114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80" h="4565" extrusionOk="0">
                      <a:moveTo>
                        <a:pt x="1290" y="1"/>
                      </a:moveTo>
                      <a:lnTo>
                        <a:pt x="363" y="199"/>
                      </a:lnTo>
                      <a:lnTo>
                        <a:pt x="300" y="830"/>
                      </a:lnTo>
                      <a:cubicBezTo>
                        <a:pt x="212" y="994"/>
                        <a:pt x="126" y="1152"/>
                        <a:pt x="73" y="1329"/>
                      </a:cubicBezTo>
                      <a:cubicBezTo>
                        <a:pt x="16" y="1505"/>
                        <a:pt x="0" y="1698"/>
                        <a:pt x="57" y="1878"/>
                      </a:cubicBezTo>
                      <a:cubicBezTo>
                        <a:pt x="133" y="2102"/>
                        <a:pt x="338" y="2285"/>
                        <a:pt x="577" y="2332"/>
                      </a:cubicBezTo>
                      <a:cubicBezTo>
                        <a:pt x="458" y="3042"/>
                        <a:pt x="344" y="3758"/>
                        <a:pt x="227" y="4468"/>
                      </a:cubicBezTo>
                      <a:cubicBezTo>
                        <a:pt x="689" y="4533"/>
                        <a:pt x="1155" y="4565"/>
                        <a:pt x="1621" y="4565"/>
                      </a:cubicBezTo>
                      <a:cubicBezTo>
                        <a:pt x="2236" y="4565"/>
                        <a:pt x="2852" y="4509"/>
                        <a:pt x="3461" y="4402"/>
                      </a:cubicBezTo>
                      <a:cubicBezTo>
                        <a:pt x="3429" y="3812"/>
                        <a:pt x="3341" y="3181"/>
                        <a:pt x="3130" y="2629"/>
                      </a:cubicBezTo>
                      <a:cubicBezTo>
                        <a:pt x="3360" y="1862"/>
                        <a:pt x="3480" y="1092"/>
                        <a:pt x="3464" y="288"/>
                      </a:cubicBezTo>
                      <a:lnTo>
                        <a:pt x="2414" y="4"/>
                      </a:lnTo>
                      <a:cubicBezTo>
                        <a:pt x="2414" y="4"/>
                        <a:pt x="2108" y="199"/>
                        <a:pt x="1820" y="199"/>
                      </a:cubicBezTo>
                      <a:cubicBezTo>
                        <a:pt x="1477" y="199"/>
                        <a:pt x="1290" y="1"/>
                        <a:pt x="1290" y="1"/>
                      </a:cubicBezTo>
                      <a:close/>
                    </a:path>
                  </a:pathLst>
                </a:custGeom>
                <a:solidFill>
                  <a:srgbClr val="FF9F1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9" name="Google Shape;2089;p49"/>
                <p:cNvSpPr/>
                <p:nvPr/>
              </p:nvSpPr>
              <p:spPr>
                <a:xfrm>
                  <a:off x="5935125" y="1598375"/>
                  <a:ext cx="7575" cy="24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" h="984" extrusionOk="0">
                      <a:moveTo>
                        <a:pt x="284" y="0"/>
                      </a:moveTo>
                      <a:cubicBezTo>
                        <a:pt x="279" y="0"/>
                        <a:pt x="274" y="5"/>
                        <a:pt x="271" y="9"/>
                      </a:cubicBezTo>
                      <a:lnTo>
                        <a:pt x="211" y="186"/>
                      </a:lnTo>
                      <a:cubicBezTo>
                        <a:pt x="164" y="325"/>
                        <a:pt x="114" y="470"/>
                        <a:pt x="63" y="609"/>
                      </a:cubicBezTo>
                      <a:cubicBezTo>
                        <a:pt x="38" y="665"/>
                        <a:pt x="19" y="722"/>
                        <a:pt x="6" y="785"/>
                      </a:cubicBezTo>
                      <a:cubicBezTo>
                        <a:pt x="0" y="839"/>
                        <a:pt x="0" y="908"/>
                        <a:pt x="35" y="974"/>
                      </a:cubicBezTo>
                      <a:cubicBezTo>
                        <a:pt x="35" y="981"/>
                        <a:pt x="41" y="984"/>
                        <a:pt x="44" y="984"/>
                      </a:cubicBezTo>
                      <a:lnTo>
                        <a:pt x="51" y="984"/>
                      </a:lnTo>
                      <a:cubicBezTo>
                        <a:pt x="60" y="981"/>
                        <a:pt x="63" y="971"/>
                        <a:pt x="60" y="965"/>
                      </a:cubicBezTo>
                      <a:cubicBezTo>
                        <a:pt x="28" y="905"/>
                        <a:pt x="28" y="842"/>
                        <a:pt x="35" y="795"/>
                      </a:cubicBezTo>
                      <a:cubicBezTo>
                        <a:pt x="44" y="735"/>
                        <a:pt x="66" y="681"/>
                        <a:pt x="85" y="621"/>
                      </a:cubicBezTo>
                      <a:cubicBezTo>
                        <a:pt x="142" y="479"/>
                        <a:pt x="189" y="337"/>
                        <a:pt x="240" y="195"/>
                      </a:cubicBezTo>
                      <a:cubicBezTo>
                        <a:pt x="259" y="135"/>
                        <a:pt x="281" y="75"/>
                        <a:pt x="300" y="22"/>
                      </a:cubicBezTo>
                      <a:cubicBezTo>
                        <a:pt x="303" y="12"/>
                        <a:pt x="300" y="6"/>
                        <a:pt x="290" y="3"/>
                      </a:cubicBezTo>
                      <a:cubicBezTo>
                        <a:pt x="288" y="1"/>
                        <a:pt x="286" y="0"/>
                        <a:pt x="284" y="0"/>
                      </a:cubicBezTo>
                      <a:close/>
                    </a:path>
                  </a:pathLst>
                </a:custGeom>
                <a:solidFill>
                  <a:srgbClr val="C6C3C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0" name="Google Shape;2090;p49"/>
                <p:cNvSpPr/>
                <p:nvPr/>
              </p:nvSpPr>
              <p:spPr>
                <a:xfrm>
                  <a:off x="6012250" y="1583050"/>
                  <a:ext cx="43800" cy="62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2" h="2519" extrusionOk="0">
                      <a:moveTo>
                        <a:pt x="86" y="1"/>
                      </a:moveTo>
                      <a:cubicBezTo>
                        <a:pt x="35" y="64"/>
                        <a:pt x="51" y="174"/>
                        <a:pt x="0" y="237"/>
                      </a:cubicBezTo>
                      <a:cubicBezTo>
                        <a:pt x="647" y="875"/>
                        <a:pt x="1158" y="1651"/>
                        <a:pt x="1426" y="2518"/>
                      </a:cubicBezTo>
                      <a:cubicBezTo>
                        <a:pt x="1534" y="2515"/>
                        <a:pt x="1644" y="2518"/>
                        <a:pt x="1751" y="2509"/>
                      </a:cubicBezTo>
                      <a:cubicBezTo>
                        <a:pt x="1530" y="1534"/>
                        <a:pt x="871" y="619"/>
                        <a:pt x="86" y="1"/>
                      </a:cubicBezTo>
                      <a:close/>
                    </a:path>
                  </a:pathLst>
                </a:custGeom>
                <a:solidFill>
                  <a:srgbClr val="AD650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1" name="Google Shape;2091;p49"/>
                <p:cNvSpPr/>
                <p:nvPr/>
              </p:nvSpPr>
              <p:spPr>
                <a:xfrm>
                  <a:off x="5985600" y="1639125"/>
                  <a:ext cx="87000" cy="81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80" h="3276" extrusionOk="0">
                      <a:moveTo>
                        <a:pt x="3111" y="1"/>
                      </a:moveTo>
                      <a:lnTo>
                        <a:pt x="0" y="496"/>
                      </a:lnTo>
                      <a:lnTo>
                        <a:pt x="234" y="1947"/>
                      </a:lnTo>
                      <a:cubicBezTo>
                        <a:pt x="359" y="2725"/>
                        <a:pt x="1024" y="3276"/>
                        <a:pt x="1786" y="3276"/>
                      </a:cubicBezTo>
                      <a:cubicBezTo>
                        <a:pt x="1868" y="3276"/>
                        <a:pt x="1951" y="3270"/>
                        <a:pt x="2035" y="3256"/>
                      </a:cubicBezTo>
                      <a:cubicBezTo>
                        <a:pt x="2896" y="3118"/>
                        <a:pt x="3480" y="2313"/>
                        <a:pt x="3344" y="1455"/>
                      </a:cubicBezTo>
                      <a:lnTo>
                        <a:pt x="3111" y="1"/>
                      </a:lnTo>
                      <a:close/>
                    </a:path>
                  </a:pathLst>
                </a:custGeom>
                <a:solidFill>
                  <a:srgbClr val="AD650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2" name="Google Shape;2092;p49"/>
                <p:cNvSpPr/>
                <p:nvPr/>
              </p:nvSpPr>
              <p:spPr>
                <a:xfrm>
                  <a:off x="5994975" y="1578400"/>
                  <a:ext cx="16750" cy="7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0" h="2979" extrusionOk="0">
                      <a:moveTo>
                        <a:pt x="456" y="0"/>
                      </a:moveTo>
                      <a:cubicBezTo>
                        <a:pt x="426" y="0"/>
                        <a:pt x="395" y="6"/>
                        <a:pt x="366" y="16"/>
                      </a:cubicBezTo>
                      <a:cubicBezTo>
                        <a:pt x="76" y="963"/>
                        <a:pt x="0" y="1979"/>
                        <a:pt x="190" y="2953"/>
                      </a:cubicBezTo>
                      <a:cubicBezTo>
                        <a:pt x="297" y="2965"/>
                        <a:pt x="374" y="2979"/>
                        <a:pt x="456" y="2979"/>
                      </a:cubicBezTo>
                      <a:cubicBezTo>
                        <a:pt x="510" y="2979"/>
                        <a:pt x="566" y="2973"/>
                        <a:pt x="635" y="2957"/>
                      </a:cubicBezTo>
                      <a:cubicBezTo>
                        <a:pt x="452" y="2020"/>
                        <a:pt x="464" y="1042"/>
                        <a:pt x="669" y="108"/>
                      </a:cubicBezTo>
                      <a:cubicBezTo>
                        <a:pt x="620" y="40"/>
                        <a:pt x="539" y="0"/>
                        <a:pt x="456" y="0"/>
                      </a:cubicBezTo>
                      <a:close/>
                    </a:path>
                  </a:pathLst>
                </a:custGeom>
                <a:solidFill>
                  <a:srgbClr val="AD650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3" name="Google Shape;2093;p49"/>
                <p:cNvSpPr/>
                <p:nvPr/>
              </p:nvSpPr>
              <p:spPr>
                <a:xfrm>
                  <a:off x="5981100" y="1624550"/>
                  <a:ext cx="66025" cy="5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1" h="2135" extrusionOk="0">
                      <a:moveTo>
                        <a:pt x="2275" y="0"/>
                      </a:moveTo>
                      <a:lnTo>
                        <a:pt x="1376" y="363"/>
                      </a:lnTo>
                      <a:lnTo>
                        <a:pt x="1533" y="827"/>
                      </a:lnTo>
                      <a:cubicBezTo>
                        <a:pt x="1354" y="700"/>
                        <a:pt x="388" y="606"/>
                        <a:pt x="0" y="505"/>
                      </a:cubicBezTo>
                      <a:lnTo>
                        <a:pt x="0" y="505"/>
                      </a:lnTo>
                      <a:lnTo>
                        <a:pt x="133" y="928"/>
                      </a:lnTo>
                      <a:cubicBezTo>
                        <a:pt x="357" y="1211"/>
                        <a:pt x="1313" y="1801"/>
                        <a:pt x="1723" y="2051"/>
                      </a:cubicBezTo>
                      <a:cubicBezTo>
                        <a:pt x="1816" y="2108"/>
                        <a:pt x="1921" y="2134"/>
                        <a:pt x="2027" y="2134"/>
                      </a:cubicBezTo>
                      <a:cubicBezTo>
                        <a:pt x="2062" y="2134"/>
                        <a:pt x="2096" y="2132"/>
                        <a:pt x="2130" y="2126"/>
                      </a:cubicBezTo>
                      <a:cubicBezTo>
                        <a:pt x="2335" y="2085"/>
                        <a:pt x="2508" y="1940"/>
                        <a:pt x="2574" y="1741"/>
                      </a:cubicBezTo>
                      <a:lnTo>
                        <a:pt x="2597" y="1675"/>
                      </a:lnTo>
                      <a:cubicBezTo>
                        <a:pt x="2638" y="1565"/>
                        <a:pt x="2641" y="1451"/>
                        <a:pt x="2612" y="1341"/>
                      </a:cubicBezTo>
                      <a:lnTo>
                        <a:pt x="2275" y="0"/>
                      </a:lnTo>
                      <a:close/>
                    </a:path>
                  </a:pathLst>
                </a:custGeom>
                <a:solidFill>
                  <a:srgbClr val="F6BA9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4" name="Google Shape;2094;p49"/>
                <p:cNvSpPr/>
                <p:nvPr/>
              </p:nvSpPr>
              <p:spPr>
                <a:xfrm>
                  <a:off x="5951675" y="1632775"/>
                  <a:ext cx="32925" cy="22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7" h="906" extrusionOk="0">
                      <a:moveTo>
                        <a:pt x="619" y="1"/>
                      </a:moveTo>
                      <a:cubicBezTo>
                        <a:pt x="585" y="1"/>
                        <a:pt x="551" y="3"/>
                        <a:pt x="518" y="9"/>
                      </a:cubicBezTo>
                      <a:cubicBezTo>
                        <a:pt x="335" y="40"/>
                        <a:pt x="180" y="163"/>
                        <a:pt x="38" y="283"/>
                      </a:cubicBezTo>
                      <a:cubicBezTo>
                        <a:pt x="23" y="299"/>
                        <a:pt x="1" y="318"/>
                        <a:pt x="13" y="340"/>
                      </a:cubicBezTo>
                      <a:cubicBezTo>
                        <a:pt x="19" y="356"/>
                        <a:pt x="38" y="362"/>
                        <a:pt x="60" y="362"/>
                      </a:cubicBezTo>
                      <a:cubicBezTo>
                        <a:pt x="117" y="362"/>
                        <a:pt x="177" y="334"/>
                        <a:pt x="221" y="289"/>
                      </a:cubicBezTo>
                      <a:cubicBezTo>
                        <a:pt x="259" y="283"/>
                        <a:pt x="300" y="283"/>
                        <a:pt x="338" y="274"/>
                      </a:cubicBezTo>
                      <a:lnTo>
                        <a:pt x="338" y="274"/>
                      </a:lnTo>
                      <a:cubicBezTo>
                        <a:pt x="228" y="381"/>
                        <a:pt x="161" y="526"/>
                        <a:pt x="155" y="677"/>
                      </a:cubicBezTo>
                      <a:cubicBezTo>
                        <a:pt x="149" y="696"/>
                        <a:pt x="155" y="718"/>
                        <a:pt x="174" y="728"/>
                      </a:cubicBezTo>
                      <a:cubicBezTo>
                        <a:pt x="176" y="728"/>
                        <a:pt x="178" y="729"/>
                        <a:pt x="181" y="729"/>
                      </a:cubicBezTo>
                      <a:cubicBezTo>
                        <a:pt x="192" y="729"/>
                        <a:pt x="204" y="723"/>
                        <a:pt x="212" y="712"/>
                      </a:cubicBezTo>
                      <a:cubicBezTo>
                        <a:pt x="253" y="677"/>
                        <a:pt x="281" y="624"/>
                        <a:pt x="291" y="573"/>
                      </a:cubicBezTo>
                      <a:cubicBezTo>
                        <a:pt x="316" y="573"/>
                        <a:pt x="335" y="567"/>
                        <a:pt x="351" y="551"/>
                      </a:cubicBezTo>
                      <a:lnTo>
                        <a:pt x="351" y="551"/>
                      </a:lnTo>
                      <a:cubicBezTo>
                        <a:pt x="335" y="624"/>
                        <a:pt x="329" y="709"/>
                        <a:pt x="335" y="788"/>
                      </a:cubicBezTo>
                      <a:cubicBezTo>
                        <a:pt x="338" y="807"/>
                        <a:pt x="344" y="829"/>
                        <a:pt x="363" y="838"/>
                      </a:cubicBezTo>
                      <a:cubicBezTo>
                        <a:pt x="365" y="839"/>
                        <a:pt x="367" y="839"/>
                        <a:pt x="369" y="839"/>
                      </a:cubicBezTo>
                      <a:cubicBezTo>
                        <a:pt x="386" y="839"/>
                        <a:pt x="403" y="828"/>
                        <a:pt x="414" y="819"/>
                      </a:cubicBezTo>
                      <a:cubicBezTo>
                        <a:pt x="471" y="763"/>
                        <a:pt x="502" y="687"/>
                        <a:pt x="493" y="608"/>
                      </a:cubicBezTo>
                      <a:cubicBezTo>
                        <a:pt x="512" y="608"/>
                        <a:pt x="534" y="602"/>
                        <a:pt x="543" y="586"/>
                      </a:cubicBezTo>
                      <a:lnTo>
                        <a:pt x="543" y="586"/>
                      </a:lnTo>
                      <a:cubicBezTo>
                        <a:pt x="540" y="665"/>
                        <a:pt x="540" y="747"/>
                        <a:pt x="543" y="829"/>
                      </a:cubicBezTo>
                      <a:cubicBezTo>
                        <a:pt x="543" y="841"/>
                        <a:pt x="543" y="857"/>
                        <a:pt x="553" y="873"/>
                      </a:cubicBezTo>
                      <a:cubicBezTo>
                        <a:pt x="556" y="889"/>
                        <a:pt x="568" y="901"/>
                        <a:pt x="584" y="905"/>
                      </a:cubicBezTo>
                      <a:cubicBezTo>
                        <a:pt x="587" y="905"/>
                        <a:pt x="590" y="905"/>
                        <a:pt x="592" y="905"/>
                      </a:cubicBezTo>
                      <a:cubicBezTo>
                        <a:pt x="605" y="905"/>
                        <a:pt x="618" y="899"/>
                        <a:pt x="628" y="889"/>
                      </a:cubicBezTo>
                      <a:cubicBezTo>
                        <a:pt x="638" y="876"/>
                        <a:pt x="644" y="860"/>
                        <a:pt x="650" y="845"/>
                      </a:cubicBezTo>
                      <a:cubicBezTo>
                        <a:pt x="676" y="778"/>
                        <a:pt x="688" y="709"/>
                        <a:pt x="682" y="640"/>
                      </a:cubicBezTo>
                      <a:cubicBezTo>
                        <a:pt x="761" y="633"/>
                        <a:pt x="824" y="586"/>
                        <a:pt x="868" y="523"/>
                      </a:cubicBezTo>
                      <a:cubicBezTo>
                        <a:pt x="980" y="586"/>
                        <a:pt x="1104" y="593"/>
                        <a:pt x="1228" y="593"/>
                      </a:cubicBezTo>
                      <a:cubicBezTo>
                        <a:pt x="1257" y="593"/>
                        <a:pt x="1287" y="592"/>
                        <a:pt x="1316" y="592"/>
                      </a:cubicBezTo>
                      <a:lnTo>
                        <a:pt x="1184" y="173"/>
                      </a:lnTo>
                      <a:cubicBezTo>
                        <a:pt x="1045" y="94"/>
                        <a:pt x="978" y="69"/>
                        <a:pt x="868" y="40"/>
                      </a:cubicBezTo>
                      <a:cubicBezTo>
                        <a:pt x="788" y="16"/>
                        <a:pt x="703" y="1"/>
                        <a:pt x="619" y="1"/>
                      </a:cubicBezTo>
                      <a:close/>
                    </a:path>
                  </a:pathLst>
                </a:custGeom>
                <a:solidFill>
                  <a:srgbClr val="F6BA9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5" name="Google Shape;2095;p49"/>
                <p:cNvSpPr/>
                <p:nvPr/>
              </p:nvSpPr>
              <p:spPr>
                <a:xfrm>
                  <a:off x="5984000" y="1640200"/>
                  <a:ext cx="2075" cy="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" h="312" extrusionOk="0">
                      <a:moveTo>
                        <a:pt x="19" y="1"/>
                      </a:moveTo>
                      <a:cubicBezTo>
                        <a:pt x="15" y="1"/>
                        <a:pt x="12" y="2"/>
                        <a:pt x="10" y="5"/>
                      </a:cubicBezTo>
                      <a:cubicBezTo>
                        <a:pt x="1" y="8"/>
                        <a:pt x="1" y="21"/>
                        <a:pt x="4" y="24"/>
                      </a:cubicBezTo>
                      <a:cubicBezTo>
                        <a:pt x="33" y="59"/>
                        <a:pt x="48" y="106"/>
                        <a:pt x="51" y="153"/>
                      </a:cubicBezTo>
                      <a:cubicBezTo>
                        <a:pt x="51" y="201"/>
                        <a:pt x="42" y="248"/>
                        <a:pt x="14" y="289"/>
                      </a:cubicBezTo>
                      <a:cubicBezTo>
                        <a:pt x="7" y="295"/>
                        <a:pt x="7" y="305"/>
                        <a:pt x="17" y="308"/>
                      </a:cubicBezTo>
                      <a:cubicBezTo>
                        <a:pt x="17" y="311"/>
                        <a:pt x="20" y="311"/>
                        <a:pt x="26" y="311"/>
                      </a:cubicBezTo>
                      <a:cubicBezTo>
                        <a:pt x="29" y="311"/>
                        <a:pt x="33" y="308"/>
                        <a:pt x="36" y="305"/>
                      </a:cubicBezTo>
                      <a:cubicBezTo>
                        <a:pt x="67" y="261"/>
                        <a:pt x="83" y="207"/>
                        <a:pt x="80" y="153"/>
                      </a:cubicBezTo>
                      <a:cubicBezTo>
                        <a:pt x="80" y="103"/>
                        <a:pt x="61" y="49"/>
                        <a:pt x="29" y="8"/>
                      </a:cubicBezTo>
                      <a:cubicBezTo>
                        <a:pt x="28" y="3"/>
                        <a:pt x="23" y="1"/>
                        <a:pt x="19" y="1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6" name="Google Shape;2096;p49"/>
                <p:cNvSpPr/>
                <p:nvPr/>
              </p:nvSpPr>
              <p:spPr>
                <a:xfrm>
                  <a:off x="5964700" y="1641600"/>
                  <a:ext cx="5300" cy="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" h="252" extrusionOk="0">
                      <a:moveTo>
                        <a:pt x="196" y="1"/>
                      </a:moveTo>
                      <a:cubicBezTo>
                        <a:pt x="193" y="1"/>
                        <a:pt x="190" y="1"/>
                        <a:pt x="189" y="3"/>
                      </a:cubicBezTo>
                      <a:cubicBezTo>
                        <a:pt x="110" y="63"/>
                        <a:pt x="44" y="141"/>
                        <a:pt x="3" y="233"/>
                      </a:cubicBezTo>
                      <a:cubicBezTo>
                        <a:pt x="0" y="239"/>
                        <a:pt x="3" y="249"/>
                        <a:pt x="13" y="252"/>
                      </a:cubicBezTo>
                      <a:lnTo>
                        <a:pt x="16" y="252"/>
                      </a:lnTo>
                      <a:cubicBezTo>
                        <a:pt x="19" y="252"/>
                        <a:pt x="28" y="249"/>
                        <a:pt x="32" y="246"/>
                      </a:cubicBezTo>
                      <a:cubicBezTo>
                        <a:pt x="69" y="157"/>
                        <a:pt x="129" y="82"/>
                        <a:pt x="205" y="28"/>
                      </a:cubicBezTo>
                      <a:cubicBezTo>
                        <a:pt x="211" y="25"/>
                        <a:pt x="211" y="12"/>
                        <a:pt x="208" y="9"/>
                      </a:cubicBezTo>
                      <a:cubicBezTo>
                        <a:pt x="206" y="3"/>
                        <a:pt x="200" y="1"/>
                        <a:pt x="196" y="1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7" name="Google Shape;2097;p49"/>
                <p:cNvSpPr/>
                <p:nvPr/>
              </p:nvSpPr>
              <p:spPr>
                <a:xfrm>
                  <a:off x="5959950" y="1638450"/>
                  <a:ext cx="6025" cy="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356" extrusionOk="0">
                      <a:moveTo>
                        <a:pt x="226" y="0"/>
                      </a:moveTo>
                      <a:cubicBezTo>
                        <a:pt x="222" y="0"/>
                        <a:pt x="220" y="1"/>
                        <a:pt x="218" y="2"/>
                      </a:cubicBezTo>
                      <a:lnTo>
                        <a:pt x="45" y="182"/>
                      </a:lnTo>
                      <a:cubicBezTo>
                        <a:pt x="45" y="182"/>
                        <a:pt x="39" y="185"/>
                        <a:pt x="39" y="189"/>
                      </a:cubicBezTo>
                      <a:lnTo>
                        <a:pt x="4" y="340"/>
                      </a:lnTo>
                      <a:cubicBezTo>
                        <a:pt x="1" y="343"/>
                        <a:pt x="4" y="349"/>
                        <a:pt x="17" y="356"/>
                      </a:cubicBezTo>
                      <a:cubicBezTo>
                        <a:pt x="23" y="356"/>
                        <a:pt x="29" y="349"/>
                        <a:pt x="32" y="343"/>
                      </a:cubicBezTo>
                      <a:lnTo>
                        <a:pt x="67" y="198"/>
                      </a:lnTo>
                      <a:lnTo>
                        <a:pt x="237" y="25"/>
                      </a:lnTo>
                      <a:cubicBezTo>
                        <a:pt x="241" y="15"/>
                        <a:pt x="241" y="9"/>
                        <a:pt x="237" y="2"/>
                      </a:cubicBezTo>
                      <a:cubicBezTo>
                        <a:pt x="233" y="1"/>
                        <a:pt x="229" y="0"/>
                        <a:pt x="226" y="0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8" name="Google Shape;2098;p49"/>
                <p:cNvSpPr/>
                <p:nvPr/>
              </p:nvSpPr>
              <p:spPr>
                <a:xfrm>
                  <a:off x="5959875" y="1636975"/>
                  <a:ext cx="3350" cy="2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" h="119" extrusionOk="0">
                      <a:moveTo>
                        <a:pt x="117" y="1"/>
                      </a:moveTo>
                      <a:cubicBezTo>
                        <a:pt x="113" y="1"/>
                        <a:pt x="109" y="3"/>
                        <a:pt x="108" y="8"/>
                      </a:cubicBezTo>
                      <a:lnTo>
                        <a:pt x="7" y="93"/>
                      </a:lnTo>
                      <a:cubicBezTo>
                        <a:pt x="1" y="99"/>
                        <a:pt x="1" y="109"/>
                        <a:pt x="7" y="115"/>
                      </a:cubicBezTo>
                      <a:cubicBezTo>
                        <a:pt x="7" y="118"/>
                        <a:pt x="13" y="118"/>
                        <a:pt x="16" y="118"/>
                      </a:cubicBezTo>
                      <a:cubicBezTo>
                        <a:pt x="20" y="118"/>
                        <a:pt x="23" y="118"/>
                        <a:pt x="29" y="115"/>
                      </a:cubicBezTo>
                      <a:lnTo>
                        <a:pt x="127" y="27"/>
                      </a:lnTo>
                      <a:cubicBezTo>
                        <a:pt x="133" y="24"/>
                        <a:pt x="133" y="11"/>
                        <a:pt x="127" y="8"/>
                      </a:cubicBezTo>
                      <a:cubicBezTo>
                        <a:pt x="125" y="3"/>
                        <a:pt x="121" y="1"/>
                        <a:pt x="117" y="1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9" name="Google Shape;2099;p49"/>
                <p:cNvSpPr/>
                <p:nvPr/>
              </p:nvSpPr>
              <p:spPr>
                <a:xfrm>
                  <a:off x="6007600" y="1580925"/>
                  <a:ext cx="35575" cy="56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3" h="2269" extrusionOk="0">
                      <a:moveTo>
                        <a:pt x="167" y="0"/>
                      </a:moveTo>
                      <a:lnTo>
                        <a:pt x="0" y="1414"/>
                      </a:lnTo>
                      <a:lnTo>
                        <a:pt x="190" y="2269"/>
                      </a:lnTo>
                      <a:lnTo>
                        <a:pt x="1423" y="1821"/>
                      </a:lnTo>
                      <a:lnTo>
                        <a:pt x="587" y="155"/>
                      </a:lnTo>
                      <a:cubicBezTo>
                        <a:pt x="571" y="124"/>
                        <a:pt x="543" y="105"/>
                        <a:pt x="511" y="92"/>
                      </a:cubicBezTo>
                      <a:lnTo>
                        <a:pt x="167" y="0"/>
                      </a:lnTo>
                      <a:close/>
                    </a:path>
                  </a:pathLst>
                </a:custGeom>
                <a:solidFill>
                  <a:srgbClr val="FF9F1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0" name="Google Shape;2100;p49"/>
                <p:cNvSpPr/>
                <p:nvPr/>
              </p:nvSpPr>
              <p:spPr>
                <a:xfrm>
                  <a:off x="5833700" y="1577225"/>
                  <a:ext cx="20050" cy="1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2" h="774" extrusionOk="0">
                      <a:moveTo>
                        <a:pt x="439" y="0"/>
                      </a:moveTo>
                      <a:cubicBezTo>
                        <a:pt x="265" y="82"/>
                        <a:pt x="110" y="208"/>
                        <a:pt x="0" y="366"/>
                      </a:cubicBezTo>
                      <a:cubicBezTo>
                        <a:pt x="117" y="537"/>
                        <a:pt x="281" y="678"/>
                        <a:pt x="461" y="773"/>
                      </a:cubicBezTo>
                      <a:cubicBezTo>
                        <a:pt x="587" y="694"/>
                        <a:pt x="713" y="596"/>
                        <a:pt x="801" y="477"/>
                      </a:cubicBezTo>
                      <a:cubicBezTo>
                        <a:pt x="722" y="297"/>
                        <a:pt x="584" y="133"/>
                        <a:pt x="439" y="0"/>
                      </a:cubicBezTo>
                      <a:close/>
                    </a:path>
                  </a:pathLst>
                </a:custGeom>
                <a:solidFill>
                  <a:srgbClr val="F6BA9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1" name="Google Shape;2101;p49"/>
                <p:cNvSpPr/>
                <p:nvPr/>
              </p:nvSpPr>
              <p:spPr>
                <a:xfrm>
                  <a:off x="5820825" y="1570225"/>
                  <a:ext cx="23850" cy="16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4" h="650" extrusionOk="0">
                      <a:moveTo>
                        <a:pt x="433" y="0"/>
                      </a:moveTo>
                      <a:cubicBezTo>
                        <a:pt x="414" y="0"/>
                        <a:pt x="395" y="1"/>
                        <a:pt x="376" y="3"/>
                      </a:cubicBezTo>
                      <a:cubicBezTo>
                        <a:pt x="360" y="3"/>
                        <a:pt x="345" y="9"/>
                        <a:pt x="329" y="15"/>
                      </a:cubicBezTo>
                      <a:cubicBezTo>
                        <a:pt x="313" y="25"/>
                        <a:pt x="301" y="40"/>
                        <a:pt x="304" y="56"/>
                      </a:cubicBezTo>
                      <a:cubicBezTo>
                        <a:pt x="304" y="75"/>
                        <a:pt x="329" y="88"/>
                        <a:pt x="351" y="94"/>
                      </a:cubicBezTo>
                      <a:cubicBezTo>
                        <a:pt x="338" y="93"/>
                        <a:pt x="326" y="93"/>
                        <a:pt x="313" y="93"/>
                      </a:cubicBezTo>
                      <a:cubicBezTo>
                        <a:pt x="275" y="93"/>
                        <a:pt x="237" y="96"/>
                        <a:pt x="200" y="104"/>
                      </a:cubicBezTo>
                      <a:cubicBezTo>
                        <a:pt x="174" y="107"/>
                        <a:pt x="155" y="110"/>
                        <a:pt x="140" y="126"/>
                      </a:cubicBezTo>
                      <a:cubicBezTo>
                        <a:pt x="127" y="138"/>
                        <a:pt x="124" y="157"/>
                        <a:pt x="127" y="176"/>
                      </a:cubicBezTo>
                      <a:cubicBezTo>
                        <a:pt x="133" y="196"/>
                        <a:pt x="139" y="211"/>
                        <a:pt x="154" y="216"/>
                      </a:cubicBezTo>
                      <a:lnTo>
                        <a:pt x="154" y="216"/>
                      </a:lnTo>
                      <a:cubicBezTo>
                        <a:pt x="142" y="213"/>
                        <a:pt x="129" y="212"/>
                        <a:pt x="117" y="212"/>
                      </a:cubicBezTo>
                      <a:cubicBezTo>
                        <a:pt x="93" y="212"/>
                        <a:pt x="70" y="216"/>
                        <a:pt x="48" y="220"/>
                      </a:cubicBezTo>
                      <a:cubicBezTo>
                        <a:pt x="32" y="223"/>
                        <a:pt x="17" y="230"/>
                        <a:pt x="10" y="246"/>
                      </a:cubicBezTo>
                      <a:cubicBezTo>
                        <a:pt x="1" y="261"/>
                        <a:pt x="10" y="277"/>
                        <a:pt x="23" y="293"/>
                      </a:cubicBezTo>
                      <a:cubicBezTo>
                        <a:pt x="45" y="331"/>
                        <a:pt x="89" y="356"/>
                        <a:pt x="133" y="362"/>
                      </a:cubicBezTo>
                      <a:cubicBezTo>
                        <a:pt x="114" y="362"/>
                        <a:pt x="102" y="362"/>
                        <a:pt x="89" y="372"/>
                      </a:cubicBezTo>
                      <a:cubicBezTo>
                        <a:pt x="73" y="375"/>
                        <a:pt x="61" y="387"/>
                        <a:pt x="61" y="403"/>
                      </a:cubicBezTo>
                      <a:cubicBezTo>
                        <a:pt x="58" y="413"/>
                        <a:pt x="64" y="425"/>
                        <a:pt x="73" y="435"/>
                      </a:cubicBezTo>
                      <a:cubicBezTo>
                        <a:pt x="80" y="441"/>
                        <a:pt x="92" y="451"/>
                        <a:pt x="105" y="454"/>
                      </a:cubicBezTo>
                      <a:cubicBezTo>
                        <a:pt x="155" y="476"/>
                        <a:pt x="212" y="492"/>
                        <a:pt x="269" y="492"/>
                      </a:cubicBezTo>
                      <a:cubicBezTo>
                        <a:pt x="329" y="577"/>
                        <a:pt x="417" y="630"/>
                        <a:pt x="515" y="649"/>
                      </a:cubicBezTo>
                      <a:lnTo>
                        <a:pt x="954" y="283"/>
                      </a:lnTo>
                      <a:cubicBezTo>
                        <a:pt x="884" y="189"/>
                        <a:pt x="812" y="97"/>
                        <a:pt x="717" y="59"/>
                      </a:cubicBezTo>
                      <a:cubicBezTo>
                        <a:pt x="628" y="20"/>
                        <a:pt x="529" y="0"/>
                        <a:pt x="433" y="0"/>
                      </a:cubicBezTo>
                      <a:close/>
                    </a:path>
                  </a:pathLst>
                </a:custGeom>
                <a:solidFill>
                  <a:srgbClr val="F6BA9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2" name="Google Shape;2102;p49"/>
                <p:cNvSpPr/>
                <p:nvPr/>
              </p:nvSpPr>
              <p:spPr>
                <a:xfrm>
                  <a:off x="5837625" y="1574875"/>
                  <a:ext cx="16125" cy="1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5" h="668" extrusionOk="0">
                      <a:moveTo>
                        <a:pt x="76" y="1"/>
                      </a:moveTo>
                      <a:cubicBezTo>
                        <a:pt x="63" y="1"/>
                        <a:pt x="50" y="2"/>
                        <a:pt x="39" y="6"/>
                      </a:cubicBezTo>
                      <a:cubicBezTo>
                        <a:pt x="20" y="15"/>
                        <a:pt x="1" y="31"/>
                        <a:pt x="1" y="50"/>
                      </a:cubicBezTo>
                      <a:cubicBezTo>
                        <a:pt x="67" y="157"/>
                        <a:pt x="181" y="236"/>
                        <a:pt x="304" y="265"/>
                      </a:cubicBezTo>
                      <a:cubicBezTo>
                        <a:pt x="253" y="328"/>
                        <a:pt x="231" y="413"/>
                        <a:pt x="256" y="492"/>
                      </a:cubicBezTo>
                      <a:cubicBezTo>
                        <a:pt x="278" y="571"/>
                        <a:pt x="342" y="637"/>
                        <a:pt x="420" y="662"/>
                      </a:cubicBezTo>
                      <a:cubicBezTo>
                        <a:pt x="433" y="666"/>
                        <a:pt x="447" y="668"/>
                        <a:pt x="461" y="668"/>
                      </a:cubicBezTo>
                      <a:cubicBezTo>
                        <a:pt x="529" y="668"/>
                        <a:pt x="605" y="626"/>
                        <a:pt x="644" y="571"/>
                      </a:cubicBezTo>
                      <a:cubicBezTo>
                        <a:pt x="635" y="432"/>
                        <a:pt x="619" y="299"/>
                        <a:pt x="553" y="176"/>
                      </a:cubicBezTo>
                      <a:cubicBezTo>
                        <a:pt x="540" y="157"/>
                        <a:pt x="528" y="132"/>
                        <a:pt x="509" y="126"/>
                      </a:cubicBezTo>
                      <a:cubicBezTo>
                        <a:pt x="383" y="60"/>
                        <a:pt x="244" y="15"/>
                        <a:pt x="102" y="3"/>
                      </a:cubicBezTo>
                      <a:cubicBezTo>
                        <a:pt x="94" y="1"/>
                        <a:pt x="85" y="1"/>
                        <a:pt x="76" y="1"/>
                      </a:cubicBezTo>
                      <a:close/>
                    </a:path>
                  </a:pathLst>
                </a:custGeom>
                <a:solidFill>
                  <a:srgbClr val="F6BA9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3" name="Google Shape;2103;p49"/>
                <p:cNvSpPr/>
                <p:nvPr/>
              </p:nvSpPr>
              <p:spPr>
                <a:xfrm>
                  <a:off x="5837400" y="1574175"/>
                  <a:ext cx="11225" cy="17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9" h="703" extrusionOk="0">
                      <a:moveTo>
                        <a:pt x="98" y="0"/>
                      </a:moveTo>
                      <a:cubicBezTo>
                        <a:pt x="83" y="0"/>
                        <a:pt x="68" y="3"/>
                        <a:pt x="54" y="9"/>
                      </a:cubicBezTo>
                      <a:cubicBezTo>
                        <a:pt x="26" y="15"/>
                        <a:pt x="7" y="40"/>
                        <a:pt x="0" y="62"/>
                      </a:cubicBezTo>
                      <a:cubicBezTo>
                        <a:pt x="0" y="65"/>
                        <a:pt x="0" y="72"/>
                        <a:pt x="7" y="72"/>
                      </a:cubicBezTo>
                      <a:cubicBezTo>
                        <a:pt x="70" y="176"/>
                        <a:pt x="180" y="255"/>
                        <a:pt x="297" y="283"/>
                      </a:cubicBezTo>
                      <a:cubicBezTo>
                        <a:pt x="253" y="349"/>
                        <a:pt x="237" y="435"/>
                        <a:pt x="262" y="507"/>
                      </a:cubicBezTo>
                      <a:cubicBezTo>
                        <a:pt x="284" y="592"/>
                        <a:pt x="354" y="662"/>
                        <a:pt x="436" y="690"/>
                      </a:cubicBezTo>
                      <a:cubicBezTo>
                        <a:pt x="423" y="703"/>
                        <a:pt x="426" y="703"/>
                        <a:pt x="429" y="703"/>
                      </a:cubicBezTo>
                      <a:cubicBezTo>
                        <a:pt x="436" y="703"/>
                        <a:pt x="439" y="696"/>
                        <a:pt x="442" y="690"/>
                      </a:cubicBezTo>
                      <a:cubicBezTo>
                        <a:pt x="448" y="681"/>
                        <a:pt x="442" y="674"/>
                        <a:pt x="436" y="671"/>
                      </a:cubicBezTo>
                      <a:cubicBezTo>
                        <a:pt x="360" y="646"/>
                        <a:pt x="300" y="583"/>
                        <a:pt x="281" y="507"/>
                      </a:cubicBezTo>
                      <a:cubicBezTo>
                        <a:pt x="262" y="438"/>
                        <a:pt x="278" y="359"/>
                        <a:pt x="328" y="293"/>
                      </a:cubicBezTo>
                      <a:cubicBezTo>
                        <a:pt x="332" y="286"/>
                        <a:pt x="332" y="283"/>
                        <a:pt x="332" y="277"/>
                      </a:cubicBezTo>
                      <a:cubicBezTo>
                        <a:pt x="332" y="270"/>
                        <a:pt x="325" y="267"/>
                        <a:pt x="322" y="267"/>
                      </a:cubicBezTo>
                      <a:cubicBezTo>
                        <a:pt x="202" y="245"/>
                        <a:pt x="95" y="170"/>
                        <a:pt x="29" y="65"/>
                      </a:cubicBezTo>
                      <a:cubicBezTo>
                        <a:pt x="32" y="56"/>
                        <a:pt x="44" y="43"/>
                        <a:pt x="57" y="40"/>
                      </a:cubicBezTo>
                      <a:cubicBezTo>
                        <a:pt x="73" y="34"/>
                        <a:pt x="95" y="34"/>
                        <a:pt x="117" y="34"/>
                      </a:cubicBezTo>
                      <a:cubicBezTo>
                        <a:pt x="155" y="40"/>
                        <a:pt x="190" y="47"/>
                        <a:pt x="231" y="56"/>
                      </a:cubicBezTo>
                      <a:cubicBezTo>
                        <a:pt x="237" y="56"/>
                        <a:pt x="246" y="50"/>
                        <a:pt x="250" y="43"/>
                      </a:cubicBezTo>
                      <a:cubicBezTo>
                        <a:pt x="250" y="34"/>
                        <a:pt x="246" y="28"/>
                        <a:pt x="237" y="24"/>
                      </a:cubicBezTo>
                      <a:cubicBezTo>
                        <a:pt x="199" y="15"/>
                        <a:pt x="158" y="9"/>
                        <a:pt x="123" y="2"/>
                      </a:cubicBezTo>
                      <a:cubicBezTo>
                        <a:pt x="115" y="1"/>
                        <a:pt x="107" y="0"/>
                        <a:pt x="98" y="0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4" name="Google Shape;2104;p49"/>
                <p:cNvSpPr/>
                <p:nvPr/>
              </p:nvSpPr>
              <p:spPr>
                <a:xfrm>
                  <a:off x="5828325" y="1571825"/>
                  <a:ext cx="9650" cy="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6" h="191" extrusionOk="0">
                      <a:moveTo>
                        <a:pt x="21" y="1"/>
                      </a:moveTo>
                      <a:cubicBezTo>
                        <a:pt x="14" y="1"/>
                        <a:pt x="9" y="7"/>
                        <a:pt x="7" y="14"/>
                      </a:cubicBezTo>
                      <a:cubicBezTo>
                        <a:pt x="1" y="24"/>
                        <a:pt x="10" y="30"/>
                        <a:pt x="16" y="33"/>
                      </a:cubicBezTo>
                      <a:cubicBezTo>
                        <a:pt x="76" y="49"/>
                        <a:pt x="136" y="58"/>
                        <a:pt x="196" y="58"/>
                      </a:cubicBezTo>
                      <a:cubicBezTo>
                        <a:pt x="228" y="122"/>
                        <a:pt x="291" y="169"/>
                        <a:pt x="357" y="191"/>
                      </a:cubicBezTo>
                      <a:cubicBezTo>
                        <a:pt x="363" y="188"/>
                        <a:pt x="370" y="188"/>
                        <a:pt x="370" y="188"/>
                      </a:cubicBezTo>
                      <a:cubicBezTo>
                        <a:pt x="373" y="188"/>
                        <a:pt x="376" y="185"/>
                        <a:pt x="379" y="175"/>
                      </a:cubicBezTo>
                      <a:cubicBezTo>
                        <a:pt x="385" y="169"/>
                        <a:pt x="376" y="159"/>
                        <a:pt x="370" y="156"/>
                      </a:cubicBezTo>
                      <a:cubicBezTo>
                        <a:pt x="307" y="137"/>
                        <a:pt x="247" y="90"/>
                        <a:pt x="218" y="30"/>
                      </a:cubicBezTo>
                      <a:cubicBezTo>
                        <a:pt x="215" y="27"/>
                        <a:pt x="212" y="24"/>
                        <a:pt x="202" y="24"/>
                      </a:cubicBezTo>
                      <a:cubicBezTo>
                        <a:pt x="143" y="24"/>
                        <a:pt x="86" y="17"/>
                        <a:pt x="26" y="2"/>
                      </a:cubicBezTo>
                      <a:cubicBezTo>
                        <a:pt x="24" y="1"/>
                        <a:pt x="23" y="1"/>
                        <a:pt x="21" y="1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5" name="Google Shape;2105;p49"/>
                <p:cNvSpPr/>
                <p:nvPr/>
              </p:nvSpPr>
              <p:spPr>
                <a:xfrm>
                  <a:off x="5823675" y="1574825"/>
                  <a:ext cx="14525" cy="7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1" h="283" extrusionOk="0">
                      <a:moveTo>
                        <a:pt x="20" y="0"/>
                      </a:moveTo>
                      <a:cubicBezTo>
                        <a:pt x="14" y="0"/>
                        <a:pt x="9" y="2"/>
                        <a:pt x="7" y="5"/>
                      </a:cubicBezTo>
                      <a:cubicBezTo>
                        <a:pt x="0" y="11"/>
                        <a:pt x="7" y="21"/>
                        <a:pt x="10" y="24"/>
                      </a:cubicBezTo>
                      <a:cubicBezTo>
                        <a:pt x="78" y="60"/>
                        <a:pt x="155" y="80"/>
                        <a:pt x="230" y="80"/>
                      </a:cubicBezTo>
                      <a:cubicBezTo>
                        <a:pt x="252" y="80"/>
                        <a:pt x="275" y="78"/>
                        <a:pt x="297" y="74"/>
                      </a:cubicBezTo>
                      <a:cubicBezTo>
                        <a:pt x="357" y="169"/>
                        <a:pt x="448" y="244"/>
                        <a:pt x="559" y="273"/>
                      </a:cubicBezTo>
                      <a:cubicBezTo>
                        <a:pt x="562" y="282"/>
                        <a:pt x="562" y="282"/>
                        <a:pt x="565" y="282"/>
                      </a:cubicBezTo>
                      <a:cubicBezTo>
                        <a:pt x="571" y="282"/>
                        <a:pt x="575" y="276"/>
                        <a:pt x="578" y="270"/>
                      </a:cubicBezTo>
                      <a:cubicBezTo>
                        <a:pt x="581" y="260"/>
                        <a:pt x="575" y="254"/>
                        <a:pt x="565" y="251"/>
                      </a:cubicBezTo>
                      <a:cubicBezTo>
                        <a:pt x="464" y="222"/>
                        <a:pt x="373" y="150"/>
                        <a:pt x="322" y="55"/>
                      </a:cubicBezTo>
                      <a:cubicBezTo>
                        <a:pt x="316" y="52"/>
                        <a:pt x="313" y="49"/>
                        <a:pt x="306" y="49"/>
                      </a:cubicBezTo>
                      <a:cubicBezTo>
                        <a:pt x="282" y="54"/>
                        <a:pt x="257" y="56"/>
                        <a:pt x="232" y="56"/>
                      </a:cubicBezTo>
                      <a:cubicBezTo>
                        <a:pt x="159" y="56"/>
                        <a:pt x="86" y="37"/>
                        <a:pt x="26" y="2"/>
                      </a:cubicBezTo>
                      <a:cubicBezTo>
                        <a:pt x="24" y="1"/>
                        <a:pt x="22" y="0"/>
                        <a:pt x="20" y="0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6" name="Google Shape;2106;p49"/>
                <p:cNvSpPr/>
                <p:nvPr/>
              </p:nvSpPr>
              <p:spPr>
                <a:xfrm>
                  <a:off x="5822725" y="1578525"/>
                  <a:ext cx="12950" cy="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8" h="255" extrusionOk="0">
                      <a:moveTo>
                        <a:pt x="18" y="1"/>
                      </a:moveTo>
                      <a:cubicBezTo>
                        <a:pt x="13" y="1"/>
                        <a:pt x="8" y="3"/>
                        <a:pt x="4" y="5"/>
                      </a:cubicBezTo>
                      <a:cubicBezTo>
                        <a:pt x="1" y="14"/>
                        <a:pt x="4" y="21"/>
                        <a:pt x="10" y="27"/>
                      </a:cubicBezTo>
                      <a:cubicBezTo>
                        <a:pt x="58" y="56"/>
                        <a:pt x="116" y="70"/>
                        <a:pt x="173" y="70"/>
                      </a:cubicBezTo>
                      <a:cubicBezTo>
                        <a:pt x="198" y="70"/>
                        <a:pt x="223" y="68"/>
                        <a:pt x="247" y="62"/>
                      </a:cubicBezTo>
                      <a:cubicBezTo>
                        <a:pt x="297" y="156"/>
                        <a:pt x="392" y="229"/>
                        <a:pt x="499" y="251"/>
                      </a:cubicBezTo>
                      <a:cubicBezTo>
                        <a:pt x="502" y="254"/>
                        <a:pt x="502" y="254"/>
                        <a:pt x="505" y="254"/>
                      </a:cubicBezTo>
                      <a:cubicBezTo>
                        <a:pt x="508" y="254"/>
                        <a:pt x="518" y="251"/>
                        <a:pt x="518" y="245"/>
                      </a:cubicBezTo>
                      <a:cubicBezTo>
                        <a:pt x="518" y="235"/>
                        <a:pt x="512" y="229"/>
                        <a:pt x="505" y="223"/>
                      </a:cubicBezTo>
                      <a:cubicBezTo>
                        <a:pt x="408" y="201"/>
                        <a:pt x="316" y="128"/>
                        <a:pt x="269" y="40"/>
                      </a:cubicBezTo>
                      <a:cubicBezTo>
                        <a:pt x="266" y="33"/>
                        <a:pt x="260" y="29"/>
                        <a:pt x="255" y="29"/>
                      </a:cubicBezTo>
                      <a:cubicBezTo>
                        <a:pt x="253" y="29"/>
                        <a:pt x="251" y="29"/>
                        <a:pt x="250" y="30"/>
                      </a:cubicBezTo>
                      <a:cubicBezTo>
                        <a:pt x="223" y="37"/>
                        <a:pt x="196" y="40"/>
                        <a:pt x="168" y="40"/>
                      </a:cubicBezTo>
                      <a:cubicBezTo>
                        <a:pt x="118" y="40"/>
                        <a:pt x="69" y="28"/>
                        <a:pt x="26" y="2"/>
                      </a:cubicBezTo>
                      <a:cubicBezTo>
                        <a:pt x="23" y="1"/>
                        <a:pt x="21" y="1"/>
                        <a:pt x="18" y="1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7" name="Google Shape;2107;p49"/>
                <p:cNvSpPr/>
                <p:nvPr/>
              </p:nvSpPr>
              <p:spPr>
                <a:xfrm>
                  <a:off x="5833850" y="1579300"/>
                  <a:ext cx="7125" cy="7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" h="281" extrusionOk="0">
                      <a:moveTo>
                        <a:pt x="270" y="1"/>
                      </a:moveTo>
                      <a:cubicBezTo>
                        <a:pt x="267" y="1"/>
                        <a:pt x="265" y="1"/>
                        <a:pt x="262" y="2"/>
                      </a:cubicBezTo>
                      <a:cubicBezTo>
                        <a:pt x="155" y="65"/>
                        <a:pt x="70" y="154"/>
                        <a:pt x="7" y="261"/>
                      </a:cubicBezTo>
                      <a:cubicBezTo>
                        <a:pt x="0" y="267"/>
                        <a:pt x="0" y="277"/>
                        <a:pt x="10" y="280"/>
                      </a:cubicBezTo>
                      <a:lnTo>
                        <a:pt x="26" y="280"/>
                      </a:lnTo>
                      <a:cubicBezTo>
                        <a:pt x="29" y="280"/>
                        <a:pt x="32" y="277"/>
                        <a:pt x="32" y="271"/>
                      </a:cubicBezTo>
                      <a:cubicBezTo>
                        <a:pt x="92" y="173"/>
                        <a:pt x="177" y="88"/>
                        <a:pt x="278" y="28"/>
                      </a:cubicBezTo>
                      <a:cubicBezTo>
                        <a:pt x="284" y="24"/>
                        <a:pt x="284" y="15"/>
                        <a:pt x="281" y="9"/>
                      </a:cubicBezTo>
                      <a:cubicBezTo>
                        <a:pt x="279" y="3"/>
                        <a:pt x="275" y="1"/>
                        <a:pt x="270" y="1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8" name="Google Shape;2108;p49"/>
                <p:cNvSpPr/>
                <p:nvPr/>
              </p:nvSpPr>
              <p:spPr>
                <a:xfrm>
                  <a:off x="5845275" y="1589200"/>
                  <a:ext cx="86225" cy="54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49" h="2181" extrusionOk="0">
                      <a:moveTo>
                        <a:pt x="342" y="1"/>
                      </a:moveTo>
                      <a:lnTo>
                        <a:pt x="1" y="297"/>
                      </a:lnTo>
                      <a:lnTo>
                        <a:pt x="1607" y="1950"/>
                      </a:lnTo>
                      <a:cubicBezTo>
                        <a:pt x="1733" y="2080"/>
                        <a:pt x="1903" y="2159"/>
                        <a:pt x="2083" y="2178"/>
                      </a:cubicBezTo>
                      <a:cubicBezTo>
                        <a:pt x="2108" y="2180"/>
                        <a:pt x="2133" y="2181"/>
                        <a:pt x="2158" y="2181"/>
                      </a:cubicBezTo>
                      <a:cubicBezTo>
                        <a:pt x="2303" y="2181"/>
                        <a:pt x="2445" y="2142"/>
                        <a:pt x="2569" y="2064"/>
                      </a:cubicBezTo>
                      <a:lnTo>
                        <a:pt x="3449" y="1512"/>
                      </a:lnTo>
                      <a:lnTo>
                        <a:pt x="2878" y="565"/>
                      </a:lnTo>
                      <a:lnTo>
                        <a:pt x="2083" y="1184"/>
                      </a:lnTo>
                      <a:cubicBezTo>
                        <a:pt x="1887" y="805"/>
                        <a:pt x="878" y="329"/>
                        <a:pt x="342" y="1"/>
                      </a:cubicBezTo>
                      <a:close/>
                    </a:path>
                  </a:pathLst>
                </a:custGeom>
                <a:solidFill>
                  <a:srgbClr val="F6BA9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9" name="Google Shape;2109;p49"/>
                <p:cNvSpPr/>
                <p:nvPr/>
              </p:nvSpPr>
              <p:spPr>
                <a:xfrm>
                  <a:off x="5849550" y="1590300"/>
                  <a:ext cx="84325" cy="55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3" h="2227" extrusionOk="0">
                      <a:moveTo>
                        <a:pt x="252" y="1"/>
                      </a:moveTo>
                      <a:cubicBezTo>
                        <a:pt x="250" y="1"/>
                        <a:pt x="248" y="1"/>
                        <a:pt x="246" y="1"/>
                      </a:cubicBezTo>
                      <a:cubicBezTo>
                        <a:pt x="246" y="1"/>
                        <a:pt x="193" y="272"/>
                        <a:pt x="0" y="427"/>
                      </a:cubicBezTo>
                      <a:cubicBezTo>
                        <a:pt x="0" y="427"/>
                        <a:pt x="981" y="1843"/>
                        <a:pt x="1628" y="2159"/>
                      </a:cubicBezTo>
                      <a:cubicBezTo>
                        <a:pt x="1725" y="2206"/>
                        <a:pt x="1832" y="2226"/>
                        <a:pt x="1944" y="2226"/>
                      </a:cubicBezTo>
                      <a:cubicBezTo>
                        <a:pt x="2579" y="2226"/>
                        <a:pt x="3373" y="1578"/>
                        <a:pt x="3373" y="1578"/>
                      </a:cubicBezTo>
                      <a:lnTo>
                        <a:pt x="2581" y="427"/>
                      </a:lnTo>
                      <a:cubicBezTo>
                        <a:pt x="2581" y="427"/>
                        <a:pt x="1909" y="868"/>
                        <a:pt x="1884" y="878"/>
                      </a:cubicBezTo>
                      <a:cubicBezTo>
                        <a:pt x="1883" y="878"/>
                        <a:pt x="1883" y="878"/>
                        <a:pt x="1883" y="878"/>
                      </a:cubicBezTo>
                      <a:cubicBezTo>
                        <a:pt x="1854" y="878"/>
                        <a:pt x="455" y="1"/>
                        <a:pt x="252" y="1"/>
                      </a:cubicBezTo>
                      <a:close/>
                    </a:path>
                  </a:pathLst>
                </a:custGeom>
                <a:solidFill>
                  <a:srgbClr val="FF9F1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0" name="Google Shape;2110;p49"/>
                <p:cNvSpPr/>
                <p:nvPr/>
              </p:nvSpPr>
              <p:spPr>
                <a:xfrm>
                  <a:off x="5896475" y="1617700"/>
                  <a:ext cx="3175" cy="12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" h="495" extrusionOk="0">
                      <a:moveTo>
                        <a:pt x="19" y="0"/>
                      </a:moveTo>
                      <a:cubicBezTo>
                        <a:pt x="17" y="0"/>
                        <a:pt x="15" y="1"/>
                        <a:pt x="13" y="3"/>
                      </a:cubicBezTo>
                      <a:cubicBezTo>
                        <a:pt x="3" y="6"/>
                        <a:pt x="0" y="12"/>
                        <a:pt x="3" y="22"/>
                      </a:cubicBezTo>
                      <a:cubicBezTo>
                        <a:pt x="66" y="164"/>
                        <a:pt x="95" y="325"/>
                        <a:pt x="82" y="479"/>
                      </a:cubicBezTo>
                      <a:cubicBezTo>
                        <a:pt x="82" y="485"/>
                        <a:pt x="89" y="495"/>
                        <a:pt x="98" y="495"/>
                      </a:cubicBezTo>
                      <a:lnTo>
                        <a:pt x="104" y="495"/>
                      </a:lnTo>
                      <a:cubicBezTo>
                        <a:pt x="111" y="495"/>
                        <a:pt x="114" y="485"/>
                        <a:pt x="114" y="482"/>
                      </a:cubicBezTo>
                      <a:cubicBezTo>
                        <a:pt x="126" y="321"/>
                        <a:pt x="98" y="160"/>
                        <a:pt x="32" y="9"/>
                      </a:cubicBezTo>
                      <a:cubicBezTo>
                        <a:pt x="30" y="5"/>
                        <a:pt x="24" y="0"/>
                        <a:pt x="19" y="0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1" name="Google Shape;2111;p49"/>
                <p:cNvSpPr/>
                <p:nvPr/>
              </p:nvSpPr>
              <p:spPr>
                <a:xfrm>
                  <a:off x="5910675" y="1579675"/>
                  <a:ext cx="38975" cy="5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9" h="2102" extrusionOk="0">
                      <a:moveTo>
                        <a:pt x="1417" y="0"/>
                      </a:moveTo>
                      <a:lnTo>
                        <a:pt x="0" y="934"/>
                      </a:lnTo>
                      <a:lnTo>
                        <a:pt x="811" y="2101"/>
                      </a:lnTo>
                      <a:lnTo>
                        <a:pt x="1511" y="1625"/>
                      </a:lnTo>
                      <a:lnTo>
                        <a:pt x="1558" y="546"/>
                      </a:lnTo>
                      <a:lnTo>
                        <a:pt x="1417" y="0"/>
                      </a:lnTo>
                      <a:close/>
                    </a:path>
                  </a:pathLst>
                </a:custGeom>
                <a:solidFill>
                  <a:srgbClr val="FF9F1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2" name="Google Shape;2112;p49"/>
                <p:cNvSpPr/>
                <p:nvPr/>
              </p:nvSpPr>
              <p:spPr>
                <a:xfrm>
                  <a:off x="5923200" y="1577950"/>
                  <a:ext cx="31575" cy="10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3" h="4136" extrusionOk="0">
                      <a:moveTo>
                        <a:pt x="1180" y="1"/>
                      </a:moveTo>
                      <a:cubicBezTo>
                        <a:pt x="1087" y="1"/>
                        <a:pt x="1001" y="22"/>
                        <a:pt x="916" y="66"/>
                      </a:cubicBezTo>
                      <a:cubicBezTo>
                        <a:pt x="253" y="1303"/>
                        <a:pt x="1" y="2751"/>
                        <a:pt x="209" y="4135"/>
                      </a:cubicBezTo>
                      <a:cubicBezTo>
                        <a:pt x="363" y="4123"/>
                        <a:pt x="518" y="4117"/>
                        <a:pt x="679" y="4107"/>
                      </a:cubicBezTo>
                      <a:cubicBezTo>
                        <a:pt x="509" y="2719"/>
                        <a:pt x="717" y="1296"/>
                        <a:pt x="1263" y="6"/>
                      </a:cubicBezTo>
                      <a:cubicBezTo>
                        <a:pt x="1234" y="2"/>
                        <a:pt x="1207" y="1"/>
                        <a:pt x="1180" y="1"/>
                      </a:cubicBezTo>
                      <a:close/>
                    </a:path>
                  </a:pathLst>
                </a:custGeom>
                <a:solidFill>
                  <a:srgbClr val="8E091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3" name="Google Shape;2113;p49"/>
                <p:cNvSpPr/>
                <p:nvPr/>
              </p:nvSpPr>
              <p:spPr>
                <a:xfrm>
                  <a:off x="5948600" y="1498075"/>
                  <a:ext cx="63125" cy="7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5" h="2851" extrusionOk="0">
                      <a:moveTo>
                        <a:pt x="825" y="0"/>
                      </a:moveTo>
                      <a:cubicBezTo>
                        <a:pt x="734" y="0"/>
                        <a:pt x="643" y="9"/>
                        <a:pt x="553" y="27"/>
                      </a:cubicBezTo>
                      <a:cubicBezTo>
                        <a:pt x="411" y="56"/>
                        <a:pt x="269" y="106"/>
                        <a:pt x="183" y="220"/>
                      </a:cubicBezTo>
                      <a:cubicBezTo>
                        <a:pt x="92" y="340"/>
                        <a:pt x="76" y="500"/>
                        <a:pt x="111" y="646"/>
                      </a:cubicBezTo>
                      <a:cubicBezTo>
                        <a:pt x="142" y="788"/>
                        <a:pt x="218" y="917"/>
                        <a:pt x="294" y="1049"/>
                      </a:cubicBezTo>
                      <a:cubicBezTo>
                        <a:pt x="161" y="1144"/>
                        <a:pt x="117" y="1327"/>
                        <a:pt x="155" y="1485"/>
                      </a:cubicBezTo>
                      <a:cubicBezTo>
                        <a:pt x="168" y="1542"/>
                        <a:pt x="196" y="1601"/>
                        <a:pt x="183" y="1655"/>
                      </a:cubicBezTo>
                      <a:cubicBezTo>
                        <a:pt x="171" y="1734"/>
                        <a:pt x="89" y="1784"/>
                        <a:pt x="76" y="1860"/>
                      </a:cubicBezTo>
                      <a:cubicBezTo>
                        <a:pt x="57" y="1974"/>
                        <a:pt x="199" y="2068"/>
                        <a:pt x="187" y="2188"/>
                      </a:cubicBezTo>
                      <a:cubicBezTo>
                        <a:pt x="180" y="2258"/>
                        <a:pt x="124" y="2311"/>
                        <a:pt x="89" y="2365"/>
                      </a:cubicBezTo>
                      <a:cubicBezTo>
                        <a:pt x="0" y="2494"/>
                        <a:pt x="4" y="2680"/>
                        <a:pt x="95" y="2807"/>
                      </a:cubicBezTo>
                      <a:cubicBezTo>
                        <a:pt x="141" y="2728"/>
                        <a:pt x="243" y="2680"/>
                        <a:pt x="335" y="2680"/>
                      </a:cubicBezTo>
                      <a:cubicBezTo>
                        <a:pt x="350" y="2680"/>
                        <a:pt x="365" y="2681"/>
                        <a:pt x="379" y="2684"/>
                      </a:cubicBezTo>
                      <a:cubicBezTo>
                        <a:pt x="448" y="2691"/>
                        <a:pt x="512" y="2726"/>
                        <a:pt x="577" y="2726"/>
                      </a:cubicBezTo>
                      <a:cubicBezTo>
                        <a:pt x="590" y="2726"/>
                        <a:pt x="603" y="2725"/>
                        <a:pt x="616" y="2721"/>
                      </a:cubicBezTo>
                      <a:cubicBezTo>
                        <a:pt x="676" y="2706"/>
                        <a:pt x="723" y="2658"/>
                        <a:pt x="783" y="2643"/>
                      </a:cubicBezTo>
                      <a:cubicBezTo>
                        <a:pt x="798" y="2637"/>
                        <a:pt x="813" y="2635"/>
                        <a:pt x="829" y="2635"/>
                      </a:cubicBezTo>
                      <a:cubicBezTo>
                        <a:pt x="881" y="2635"/>
                        <a:pt x="933" y="2661"/>
                        <a:pt x="982" y="2690"/>
                      </a:cubicBezTo>
                      <a:cubicBezTo>
                        <a:pt x="1045" y="2725"/>
                        <a:pt x="1108" y="2762"/>
                        <a:pt x="1180" y="2762"/>
                      </a:cubicBezTo>
                      <a:cubicBezTo>
                        <a:pt x="1314" y="2762"/>
                        <a:pt x="1423" y="2619"/>
                        <a:pt x="1554" y="2619"/>
                      </a:cubicBezTo>
                      <a:cubicBezTo>
                        <a:pt x="1562" y="2619"/>
                        <a:pt x="1570" y="2619"/>
                        <a:pt x="1578" y="2620"/>
                      </a:cubicBezTo>
                      <a:cubicBezTo>
                        <a:pt x="1669" y="2633"/>
                        <a:pt x="1732" y="2709"/>
                        <a:pt x="1818" y="2737"/>
                      </a:cubicBezTo>
                      <a:cubicBezTo>
                        <a:pt x="1839" y="2743"/>
                        <a:pt x="1860" y="2746"/>
                        <a:pt x="1882" y="2746"/>
                      </a:cubicBezTo>
                      <a:cubicBezTo>
                        <a:pt x="1927" y="2746"/>
                        <a:pt x="1972" y="2736"/>
                        <a:pt x="2016" y="2728"/>
                      </a:cubicBezTo>
                      <a:cubicBezTo>
                        <a:pt x="2063" y="2717"/>
                        <a:pt x="2110" y="2705"/>
                        <a:pt x="2158" y="2705"/>
                      </a:cubicBezTo>
                      <a:cubicBezTo>
                        <a:pt x="2178" y="2705"/>
                        <a:pt x="2198" y="2707"/>
                        <a:pt x="2218" y="2712"/>
                      </a:cubicBezTo>
                      <a:cubicBezTo>
                        <a:pt x="2281" y="2725"/>
                        <a:pt x="2370" y="2784"/>
                        <a:pt x="2376" y="2851"/>
                      </a:cubicBezTo>
                      <a:cubicBezTo>
                        <a:pt x="2445" y="2794"/>
                        <a:pt x="2493" y="2715"/>
                        <a:pt x="2508" y="2627"/>
                      </a:cubicBezTo>
                      <a:cubicBezTo>
                        <a:pt x="2524" y="2538"/>
                        <a:pt x="2502" y="2444"/>
                        <a:pt x="2449" y="2368"/>
                      </a:cubicBezTo>
                      <a:cubicBezTo>
                        <a:pt x="2411" y="2314"/>
                        <a:pt x="2351" y="2264"/>
                        <a:pt x="2335" y="2195"/>
                      </a:cubicBezTo>
                      <a:cubicBezTo>
                        <a:pt x="2319" y="2113"/>
                        <a:pt x="2367" y="2034"/>
                        <a:pt x="2392" y="1955"/>
                      </a:cubicBezTo>
                      <a:cubicBezTo>
                        <a:pt x="2430" y="1810"/>
                        <a:pt x="2379" y="1652"/>
                        <a:pt x="2253" y="1570"/>
                      </a:cubicBezTo>
                      <a:cubicBezTo>
                        <a:pt x="2297" y="1128"/>
                        <a:pt x="2124" y="671"/>
                        <a:pt x="1792" y="371"/>
                      </a:cubicBezTo>
                      <a:cubicBezTo>
                        <a:pt x="1532" y="133"/>
                        <a:pt x="1179" y="0"/>
                        <a:pt x="825" y="0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4" name="Google Shape;2114;p49"/>
                <p:cNvSpPr/>
                <p:nvPr/>
              </p:nvSpPr>
              <p:spPr>
                <a:xfrm>
                  <a:off x="5967450" y="1548125"/>
                  <a:ext cx="28100" cy="3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4" h="1329" extrusionOk="0">
                      <a:moveTo>
                        <a:pt x="950" y="0"/>
                      </a:moveTo>
                      <a:lnTo>
                        <a:pt x="546" y="88"/>
                      </a:lnTo>
                      <a:lnTo>
                        <a:pt x="117" y="603"/>
                      </a:lnTo>
                      <a:lnTo>
                        <a:pt x="117" y="650"/>
                      </a:lnTo>
                      <a:cubicBezTo>
                        <a:pt x="117" y="704"/>
                        <a:pt x="111" y="754"/>
                        <a:pt x="98" y="808"/>
                      </a:cubicBezTo>
                      <a:cubicBezTo>
                        <a:pt x="79" y="893"/>
                        <a:pt x="32" y="1019"/>
                        <a:pt x="0" y="1130"/>
                      </a:cubicBezTo>
                      <a:cubicBezTo>
                        <a:pt x="0" y="1130"/>
                        <a:pt x="183" y="1328"/>
                        <a:pt x="527" y="1328"/>
                      </a:cubicBezTo>
                      <a:cubicBezTo>
                        <a:pt x="818" y="1328"/>
                        <a:pt x="1124" y="1133"/>
                        <a:pt x="1124" y="1133"/>
                      </a:cubicBezTo>
                      <a:cubicBezTo>
                        <a:pt x="1051" y="830"/>
                        <a:pt x="912" y="294"/>
                        <a:pt x="950" y="0"/>
                      </a:cubicBezTo>
                      <a:close/>
                    </a:path>
                  </a:pathLst>
                </a:custGeom>
                <a:solidFill>
                  <a:srgbClr val="F6BA9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5" name="Google Shape;2115;p49"/>
                <p:cNvSpPr/>
                <p:nvPr/>
              </p:nvSpPr>
              <p:spPr>
                <a:xfrm>
                  <a:off x="5969725" y="1551425"/>
                  <a:ext cx="17550" cy="1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" h="676" extrusionOk="0">
                      <a:moveTo>
                        <a:pt x="701" y="1"/>
                      </a:moveTo>
                      <a:cubicBezTo>
                        <a:pt x="635" y="102"/>
                        <a:pt x="566" y="199"/>
                        <a:pt x="480" y="281"/>
                      </a:cubicBezTo>
                      <a:cubicBezTo>
                        <a:pt x="370" y="392"/>
                        <a:pt x="238" y="483"/>
                        <a:pt x="86" y="512"/>
                      </a:cubicBezTo>
                      <a:cubicBezTo>
                        <a:pt x="64" y="515"/>
                        <a:pt x="39" y="518"/>
                        <a:pt x="17" y="518"/>
                      </a:cubicBezTo>
                      <a:cubicBezTo>
                        <a:pt x="20" y="572"/>
                        <a:pt x="14" y="622"/>
                        <a:pt x="1" y="676"/>
                      </a:cubicBezTo>
                      <a:cubicBezTo>
                        <a:pt x="165" y="657"/>
                        <a:pt x="323" y="581"/>
                        <a:pt x="446" y="471"/>
                      </a:cubicBezTo>
                      <a:cubicBezTo>
                        <a:pt x="578" y="351"/>
                        <a:pt x="676" y="180"/>
                        <a:pt x="701" y="1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6" name="Google Shape;2116;p49"/>
                <p:cNvSpPr/>
                <p:nvPr/>
              </p:nvSpPr>
              <p:spPr>
                <a:xfrm>
                  <a:off x="5956575" y="1509550"/>
                  <a:ext cx="34650" cy="54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6" h="2195" extrusionOk="0">
                      <a:moveTo>
                        <a:pt x="723" y="0"/>
                      </a:moveTo>
                      <a:lnTo>
                        <a:pt x="60" y="95"/>
                      </a:lnTo>
                      <a:cubicBezTo>
                        <a:pt x="29" y="499"/>
                        <a:pt x="0" y="900"/>
                        <a:pt x="13" y="1303"/>
                      </a:cubicBezTo>
                      <a:cubicBezTo>
                        <a:pt x="13" y="1373"/>
                        <a:pt x="19" y="1442"/>
                        <a:pt x="22" y="1512"/>
                      </a:cubicBezTo>
                      <a:cubicBezTo>
                        <a:pt x="22" y="1540"/>
                        <a:pt x="25" y="1568"/>
                        <a:pt x="29" y="1600"/>
                      </a:cubicBezTo>
                      <a:cubicBezTo>
                        <a:pt x="41" y="1767"/>
                        <a:pt x="70" y="1950"/>
                        <a:pt x="193" y="2067"/>
                      </a:cubicBezTo>
                      <a:cubicBezTo>
                        <a:pt x="278" y="2152"/>
                        <a:pt x="397" y="2194"/>
                        <a:pt x="517" y="2194"/>
                      </a:cubicBezTo>
                      <a:cubicBezTo>
                        <a:pt x="552" y="2194"/>
                        <a:pt x="587" y="2191"/>
                        <a:pt x="622" y="2184"/>
                      </a:cubicBezTo>
                      <a:cubicBezTo>
                        <a:pt x="773" y="2152"/>
                        <a:pt x="909" y="2064"/>
                        <a:pt x="1016" y="1953"/>
                      </a:cubicBezTo>
                      <a:cubicBezTo>
                        <a:pt x="1126" y="1843"/>
                        <a:pt x="1208" y="1713"/>
                        <a:pt x="1297" y="1584"/>
                      </a:cubicBezTo>
                      <a:lnTo>
                        <a:pt x="1385" y="1543"/>
                      </a:lnTo>
                      <a:lnTo>
                        <a:pt x="1385" y="988"/>
                      </a:lnTo>
                      <a:lnTo>
                        <a:pt x="1350" y="344"/>
                      </a:lnTo>
                      <a:lnTo>
                        <a:pt x="723" y="0"/>
                      </a:lnTo>
                      <a:close/>
                    </a:path>
                  </a:pathLst>
                </a:custGeom>
                <a:solidFill>
                  <a:srgbClr val="F6BA9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7" name="Google Shape;2117;p49"/>
                <p:cNvSpPr/>
                <p:nvPr/>
              </p:nvSpPr>
              <p:spPr>
                <a:xfrm>
                  <a:off x="5985975" y="1534625"/>
                  <a:ext cx="14475" cy="14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9" h="575" extrusionOk="0">
                      <a:moveTo>
                        <a:pt x="288" y="1"/>
                      </a:moveTo>
                      <a:cubicBezTo>
                        <a:pt x="130" y="1"/>
                        <a:pt x="1" y="127"/>
                        <a:pt x="1" y="288"/>
                      </a:cubicBezTo>
                      <a:cubicBezTo>
                        <a:pt x="1" y="445"/>
                        <a:pt x="130" y="575"/>
                        <a:pt x="288" y="575"/>
                      </a:cubicBezTo>
                      <a:cubicBezTo>
                        <a:pt x="446" y="575"/>
                        <a:pt x="578" y="445"/>
                        <a:pt x="578" y="288"/>
                      </a:cubicBezTo>
                      <a:cubicBezTo>
                        <a:pt x="578" y="130"/>
                        <a:pt x="446" y="1"/>
                        <a:pt x="288" y="1"/>
                      </a:cubicBezTo>
                      <a:close/>
                    </a:path>
                  </a:pathLst>
                </a:custGeom>
                <a:solidFill>
                  <a:srgbClr val="F6BA9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8" name="Google Shape;2118;p49"/>
                <p:cNvSpPr/>
                <p:nvPr/>
              </p:nvSpPr>
              <p:spPr>
                <a:xfrm>
                  <a:off x="5988825" y="1538600"/>
                  <a:ext cx="8775" cy="7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" h="303" extrusionOk="0">
                      <a:moveTo>
                        <a:pt x="307" y="1"/>
                      </a:moveTo>
                      <a:cubicBezTo>
                        <a:pt x="184" y="1"/>
                        <a:pt x="72" y="76"/>
                        <a:pt x="26" y="192"/>
                      </a:cubicBezTo>
                      <a:cubicBezTo>
                        <a:pt x="13" y="223"/>
                        <a:pt x="4" y="255"/>
                        <a:pt x="4" y="290"/>
                      </a:cubicBezTo>
                      <a:cubicBezTo>
                        <a:pt x="0" y="296"/>
                        <a:pt x="7" y="302"/>
                        <a:pt x="16" y="302"/>
                      </a:cubicBezTo>
                      <a:cubicBezTo>
                        <a:pt x="26" y="302"/>
                        <a:pt x="32" y="296"/>
                        <a:pt x="32" y="286"/>
                      </a:cubicBezTo>
                      <a:cubicBezTo>
                        <a:pt x="32" y="255"/>
                        <a:pt x="41" y="227"/>
                        <a:pt x="51" y="198"/>
                      </a:cubicBezTo>
                      <a:cubicBezTo>
                        <a:pt x="91" y="95"/>
                        <a:pt x="193" y="29"/>
                        <a:pt x="301" y="29"/>
                      </a:cubicBezTo>
                      <a:cubicBezTo>
                        <a:pt x="312" y="29"/>
                        <a:pt x="323" y="29"/>
                        <a:pt x="335" y="31"/>
                      </a:cubicBezTo>
                      <a:cubicBezTo>
                        <a:pt x="344" y="31"/>
                        <a:pt x="351" y="28"/>
                        <a:pt x="351" y="18"/>
                      </a:cubicBezTo>
                      <a:cubicBezTo>
                        <a:pt x="351" y="12"/>
                        <a:pt x="347" y="3"/>
                        <a:pt x="341" y="3"/>
                      </a:cubicBezTo>
                      <a:cubicBezTo>
                        <a:pt x="330" y="1"/>
                        <a:pt x="318" y="1"/>
                        <a:pt x="307" y="1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9" name="Google Shape;2119;p49"/>
                <p:cNvSpPr/>
                <p:nvPr/>
              </p:nvSpPr>
              <p:spPr>
                <a:xfrm>
                  <a:off x="5991575" y="1540025"/>
                  <a:ext cx="5075" cy="3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" h="145" extrusionOk="0">
                      <a:moveTo>
                        <a:pt x="17" y="0"/>
                      </a:moveTo>
                      <a:cubicBezTo>
                        <a:pt x="10" y="0"/>
                        <a:pt x="6" y="7"/>
                        <a:pt x="1" y="12"/>
                      </a:cubicBezTo>
                      <a:cubicBezTo>
                        <a:pt x="1" y="21"/>
                        <a:pt x="7" y="28"/>
                        <a:pt x="13" y="34"/>
                      </a:cubicBezTo>
                      <a:cubicBezTo>
                        <a:pt x="26" y="37"/>
                        <a:pt x="42" y="40"/>
                        <a:pt x="54" y="43"/>
                      </a:cubicBezTo>
                      <a:cubicBezTo>
                        <a:pt x="102" y="65"/>
                        <a:pt x="143" y="97"/>
                        <a:pt x="171" y="138"/>
                      </a:cubicBezTo>
                      <a:cubicBezTo>
                        <a:pt x="177" y="144"/>
                        <a:pt x="184" y="144"/>
                        <a:pt x="187" y="144"/>
                      </a:cubicBezTo>
                      <a:cubicBezTo>
                        <a:pt x="190" y="144"/>
                        <a:pt x="196" y="144"/>
                        <a:pt x="196" y="138"/>
                      </a:cubicBezTo>
                      <a:cubicBezTo>
                        <a:pt x="203" y="135"/>
                        <a:pt x="203" y="122"/>
                        <a:pt x="200" y="119"/>
                      </a:cubicBezTo>
                      <a:cubicBezTo>
                        <a:pt x="165" y="72"/>
                        <a:pt x="121" y="37"/>
                        <a:pt x="64" y="18"/>
                      </a:cubicBezTo>
                      <a:cubicBezTo>
                        <a:pt x="48" y="12"/>
                        <a:pt x="32" y="5"/>
                        <a:pt x="23" y="2"/>
                      </a:cubicBezTo>
                      <a:cubicBezTo>
                        <a:pt x="21" y="1"/>
                        <a:pt x="19" y="0"/>
                        <a:pt x="17" y="0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0" name="Google Shape;2120;p49"/>
                <p:cNvSpPr/>
                <p:nvPr/>
              </p:nvSpPr>
              <p:spPr>
                <a:xfrm>
                  <a:off x="5965725" y="1533975"/>
                  <a:ext cx="4750" cy="1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" h="554" extrusionOk="0">
                      <a:moveTo>
                        <a:pt x="170" y="0"/>
                      </a:moveTo>
                      <a:cubicBezTo>
                        <a:pt x="164" y="0"/>
                        <a:pt x="160" y="4"/>
                        <a:pt x="158" y="11"/>
                      </a:cubicBezTo>
                      <a:lnTo>
                        <a:pt x="32" y="317"/>
                      </a:lnTo>
                      <a:cubicBezTo>
                        <a:pt x="19" y="348"/>
                        <a:pt x="0" y="396"/>
                        <a:pt x="10" y="440"/>
                      </a:cubicBezTo>
                      <a:cubicBezTo>
                        <a:pt x="19" y="468"/>
                        <a:pt x="38" y="497"/>
                        <a:pt x="69" y="516"/>
                      </a:cubicBezTo>
                      <a:cubicBezTo>
                        <a:pt x="98" y="531"/>
                        <a:pt x="126" y="544"/>
                        <a:pt x="151" y="550"/>
                      </a:cubicBezTo>
                      <a:cubicBezTo>
                        <a:pt x="151" y="554"/>
                        <a:pt x="151" y="554"/>
                        <a:pt x="158" y="554"/>
                      </a:cubicBezTo>
                      <a:cubicBezTo>
                        <a:pt x="164" y="554"/>
                        <a:pt x="167" y="550"/>
                        <a:pt x="174" y="544"/>
                      </a:cubicBezTo>
                      <a:cubicBezTo>
                        <a:pt x="177" y="535"/>
                        <a:pt x="167" y="528"/>
                        <a:pt x="161" y="522"/>
                      </a:cubicBezTo>
                      <a:cubicBezTo>
                        <a:pt x="136" y="516"/>
                        <a:pt x="107" y="506"/>
                        <a:pt x="85" y="490"/>
                      </a:cubicBezTo>
                      <a:cubicBezTo>
                        <a:pt x="63" y="475"/>
                        <a:pt x="47" y="456"/>
                        <a:pt x="38" y="434"/>
                      </a:cubicBezTo>
                      <a:cubicBezTo>
                        <a:pt x="32" y="402"/>
                        <a:pt x="41" y="364"/>
                        <a:pt x="57" y="330"/>
                      </a:cubicBezTo>
                      <a:lnTo>
                        <a:pt x="183" y="24"/>
                      </a:lnTo>
                      <a:cubicBezTo>
                        <a:pt x="189" y="14"/>
                        <a:pt x="183" y="8"/>
                        <a:pt x="177" y="1"/>
                      </a:cubicBezTo>
                      <a:cubicBezTo>
                        <a:pt x="174" y="1"/>
                        <a:pt x="172" y="0"/>
                        <a:pt x="170" y="0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1" name="Google Shape;2121;p49"/>
                <p:cNvSpPr/>
                <p:nvPr/>
              </p:nvSpPr>
              <p:spPr>
                <a:xfrm>
                  <a:off x="5969350" y="1551725"/>
                  <a:ext cx="9400" cy="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" h="204" extrusionOk="0">
                      <a:moveTo>
                        <a:pt x="215" y="1"/>
                      </a:moveTo>
                      <a:cubicBezTo>
                        <a:pt x="188" y="1"/>
                        <a:pt x="163" y="5"/>
                        <a:pt x="139" y="14"/>
                      </a:cubicBezTo>
                      <a:cubicBezTo>
                        <a:pt x="54" y="42"/>
                        <a:pt x="0" y="115"/>
                        <a:pt x="3" y="191"/>
                      </a:cubicBezTo>
                      <a:cubicBezTo>
                        <a:pt x="6" y="200"/>
                        <a:pt x="16" y="203"/>
                        <a:pt x="22" y="203"/>
                      </a:cubicBezTo>
                      <a:cubicBezTo>
                        <a:pt x="32" y="203"/>
                        <a:pt x="38" y="197"/>
                        <a:pt x="38" y="187"/>
                      </a:cubicBezTo>
                      <a:cubicBezTo>
                        <a:pt x="35" y="124"/>
                        <a:pt x="82" y="61"/>
                        <a:pt x="148" y="42"/>
                      </a:cubicBezTo>
                      <a:cubicBezTo>
                        <a:pt x="170" y="34"/>
                        <a:pt x="193" y="30"/>
                        <a:pt x="217" y="30"/>
                      </a:cubicBezTo>
                      <a:cubicBezTo>
                        <a:pt x="259" y="30"/>
                        <a:pt x="304" y="42"/>
                        <a:pt x="350" y="64"/>
                      </a:cubicBezTo>
                      <a:cubicBezTo>
                        <a:pt x="352" y="65"/>
                        <a:pt x="354" y="66"/>
                        <a:pt x="356" y="66"/>
                      </a:cubicBezTo>
                      <a:cubicBezTo>
                        <a:pt x="361" y="66"/>
                        <a:pt x="367" y="63"/>
                        <a:pt x="369" y="58"/>
                      </a:cubicBezTo>
                      <a:cubicBezTo>
                        <a:pt x="376" y="49"/>
                        <a:pt x="369" y="42"/>
                        <a:pt x="363" y="36"/>
                      </a:cubicBezTo>
                      <a:cubicBezTo>
                        <a:pt x="313" y="14"/>
                        <a:pt x="262" y="1"/>
                        <a:pt x="215" y="1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2" name="Google Shape;2122;p49"/>
                <p:cNvSpPr/>
                <p:nvPr/>
              </p:nvSpPr>
              <p:spPr>
                <a:xfrm>
                  <a:off x="5976275" y="1527125"/>
                  <a:ext cx="3900" cy="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" h="229" extrusionOk="0">
                      <a:moveTo>
                        <a:pt x="80" y="0"/>
                      </a:moveTo>
                      <a:cubicBezTo>
                        <a:pt x="78" y="0"/>
                        <a:pt x="76" y="1"/>
                        <a:pt x="73" y="1"/>
                      </a:cubicBezTo>
                      <a:cubicBezTo>
                        <a:pt x="35" y="1"/>
                        <a:pt x="1" y="55"/>
                        <a:pt x="7" y="118"/>
                      </a:cubicBezTo>
                      <a:cubicBezTo>
                        <a:pt x="10" y="177"/>
                        <a:pt x="41" y="229"/>
                        <a:pt x="79" y="229"/>
                      </a:cubicBezTo>
                      <a:cubicBezTo>
                        <a:pt x="82" y="229"/>
                        <a:pt x="84" y="228"/>
                        <a:pt x="86" y="228"/>
                      </a:cubicBezTo>
                      <a:cubicBezTo>
                        <a:pt x="124" y="225"/>
                        <a:pt x="155" y="174"/>
                        <a:pt x="152" y="111"/>
                      </a:cubicBezTo>
                      <a:cubicBezTo>
                        <a:pt x="149" y="52"/>
                        <a:pt x="118" y="0"/>
                        <a:pt x="80" y="0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3" name="Google Shape;2123;p49"/>
                <p:cNvSpPr/>
                <p:nvPr/>
              </p:nvSpPr>
              <p:spPr>
                <a:xfrm>
                  <a:off x="5959250" y="1527450"/>
                  <a:ext cx="3875" cy="5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" h="228" extrusionOk="0">
                      <a:moveTo>
                        <a:pt x="79" y="0"/>
                      </a:moveTo>
                      <a:cubicBezTo>
                        <a:pt x="77" y="0"/>
                        <a:pt x="75" y="0"/>
                        <a:pt x="73" y="1"/>
                      </a:cubicBezTo>
                      <a:cubicBezTo>
                        <a:pt x="32" y="4"/>
                        <a:pt x="0" y="51"/>
                        <a:pt x="7" y="117"/>
                      </a:cubicBezTo>
                      <a:cubicBezTo>
                        <a:pt x="10" y="179"/>
                        <a:pt x="43" y="228"/>
                        <a:pt x="82" y="228"/>
                      </a:cubicBezTo>
                      <a:cubicBezTo>
                        <a:pt x="83" y="228"/>
                        <a:pt x="84" y="228"/>
                        <a:pt x="86" y="228"/>
                      </a:cubicBezTo>
                      <a:cubicBezTo>
                        <a:pt x="123" y="225"/>
                        <a:pt x="155" y="171"/>
                        <a:pt x="152" y="108"/>
                      </a:cubicBezTo>
                      <a:cubicBezTo>
                        <a:pt x="146" y="51"/>
                        <a:pt x="114" y="0"/>
                        <a:pt x="79" y="0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4" name="Google Shape;2124;p49"/>
                <p:cNvSpPr/>
                <p:nvPr/>
              </p:nvSpPr>
              <p:spPr>
                <a:xfrm>
                  <a:off x="5975650" y="1519925"/>
                  <a:ext cx="11925" cy="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7" h="180" extrusionOk="0">
                      <a:moveTo>
                        <a:pt x="213" y="0"/>
                      </a:moveTo>
                      <a:cubicBezTo>
                        <a:pt x="118" y="0"/>
                        <a:pt x="48" y="37"/>
                        <a:pt x="48" y="37"/>
                      </a:cubicBezTo>
                      <a:cubicBezTo>
                        <a:pt x="4" y="51"/>
                        <a:pt x="1" y="149"/>
                        <a:pt x="78" y="149"/>
                      </a:cubicBezTo>
                      <a:cubicBezTo>
                        <a:pt x="83" y="149"/>
                        <a:pt x="89" y="148"/>
                        <a:pt x="95" y="147"/>
                      </a:cubicBezTo>
                      <a:cubicBezTo>
                        <a:pt x="125" y="142"/>
                        <a:pt x="150" y="140"/>
                        <a:pt x="172" y="140"/>
                      </a:cubicBezTo>
                      <a:cubicBezTo>
                        <a:pt x="224" y="140"/>
                        <a:pt x="263" y="151"/>
                        <a:pt x="322" y="169"/>
                      </a:cubicBezTo>
                      <a:cubicBezTo>
                        <a:pt x="343" y="177"/>
                        <a:pt x="362" y="180"/>
                        <a:pt x="378" y="180"/>
                      </a:cubicBezTo>
                      <a:cubicBezTo>
                        <a:pt x="457" y="180"/>
                        <a:pt x="477" y="102"/>
                        <a:pt x="398" y="52"/>
                      </a:cubicBezTo>
                      <a:cubicBezTo>
                        <a:pt x="334" y="13"/>
                        <a:pt x="269" y="0"/>
                        <a:pt x="213" y="0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5" name="Google Shape;2125;p49"/>
                <p:cNvSpPr/>
                <p:nvPr/>
              </p:nvSpPr>
              <p:spPr>
                <a:xfrm>
                  <a:off x="5957200" y="1519275"/>
                  <a:ext cx="11625" cy="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236" extrusionOk="0">
                      <a:moveTo>
                        <a:pt x="328" y="1"/>
                      </a:moveTo>
                      <a:cubicBezTo>
                        <a:pt x="258" y="1"/>
                        <a:pt x="143" y="18"/>
                        <a:pt x="54" y="113"/>
                      </a:cubicBezTo>
                      <a:cubicBezTo>
                        <a:pt x="1" y="173"/>
                        <a:pt x="24" y="235"/>
                        <a:pt x="82" y="235"/>
                      </a:cubicBezTo>
                      <a:cubicBezTo>
                        <a:pt x="104" y="235"/>
                        <a:pt x="130" y="227"/>
                        <a:pt x="158" y="208"/>
                      </a:cubicBezTo>
                      <a:cubicBezTo>
                        <a:pt x="234" y="157"/>
                        <a:pt x="278" y="138"/>
                        <a:pt x="369" y="126"/>
                      </a:cubicBezTo>
                      <a:cubicBezTo>
                        <a:pt x="464" y="113"/>
                        <a:pt x="439" y="12"/>
                        <a:pt x="392" y="6"/>
                      </a:cubicBezTo>
                      <a:cubicBezTo>
                        <a:pt x="392" y="6"/>
                        <a:pt x="366" y="1"/>
                        <a:pt x="328" y="1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6" name="Google Shape;2126;p49"/>
                <p:cNvSpPr/>
                <p:nvPr/>
              </p:nvSpPr>
              <p:spPr>
                <a:xfrm>
                  <a:off x="5956025" y="1507500"/>
                  <a:ext cx="38175" cy="2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7" h="1156" extrusionOk="0">
                      <a:moveTo>
                        <a:pt x="779" y="0"/>
                      </a:moveTo>
                      <a:cubicBezTo>
                        <a:pt x="530" y="32"/>
                        <a:pt x="281" y="70"/>
                        <a:pt x="28" y="123"/>
                      </a:cubicBezTo>
                      <a:cubicBezTo>
                        <a:pt x="0" y="275"/>
                        <a:pt x="9" y="429"/>
                        <a:pt x="35" y="581"/>
                      </a:cubicBezTo>
                      <a:cubicBezTo>
                        <a:pt x="88" y="470"/>
                        <a:pt x="170" y="379"/>
                        <a:pt x="278" y="316"/>
                      </a:cubicBezTo>
                      <a:cubicBezTo>
                        <a:pt x="367" y="263"/>
                        <a:pt x="473" y="232"/>
                        <a:pt x="577" y="232"/>
                      </a:cubicBezTo>
                      <a:cubicBezTo>
                        <a:pt x="591" y="232"/>
                        <a:pt x="605" y="233"/>
                        <a:pt x="618" y="234"/>
                      </a:cubicBezTo>
                      <a:cubicBezTo>
                        <a:pt x="675" y="404"/>
                        <a:pt x="808" y="553"/>
                        <a:pt x="978" y="616"/>
                      </a:cubicBezTo>
                      <a:cubicBezTo>
                        <a:pt x="1054" y="647"/>
                        <a:pt x="1145" y="663"/>
                        <a:pt x="1196" y="726"/>
                      </a:cubicBezTo>
                      <a:cubicBezTo>
                        <a:pt x="1234" y="773"/>
                        <a:pt x="1246" y="836"/>
                        <a:pt x="1249" y="896"/>
                      </a:cubicBezTo>
                      <a:cubicBezTo>
                        <a:pt x="1256" y="956"/>
                        <a:pt x="1249" y="1019"/>
                        <a:pt x="1262" y="1076"/>
                      </a:cubicBezTo>
                      <a:cubicBezTo>
                        <a:pt x="1271" y="1105"/>
                        <a:pt x="1278" y="1133"/>
                        <a:pt x="1297" y="1155"/>
                      </a:cubicBezTo>
                      <a:cubicBezTo>
                        <a:pt x="1350" y="1108"/>
                        <a:pt x="1417" y="1079"/>
                        <a:pt x="1495" y="1079"/>
                      </a:cubicBezTo>
                      <a:lnTo>
                        <a:pt x="1521" y="1079"/>
                      </a:lnTo>
                      <a:cubicBezTo>
                        <a:pt x="1527" y="852"/>
                        <a:pt x="1495" y="619"/>
                        <a:pt x="1454" y="395"/>
                      </a:cubicBezTo>
                      <a:cubicBezTo>
                        <a:pt x="1243" y="250"/>
                        <a:pt x="1013" y="114"/>
                        <a:pt x="779" y="0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7" name="Google Shape;2127;p49"/>
                <p:cNvSpPr/>
                <p:nvPr/>
              </p:nvSpPr>
              <p:spPr>
                <a:xfrm>
                  <a:off x="5985025" y="1622800"/>
                  <a:ext cx="64000" cy="56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0" h="2250" extrusionOk="0">
                      <a:moveTo>
                        <a:pt x="1977" y="1"/>
                      </a:moveTo>
                      <a:cubicBezTo>
                        <a:pt x="1581" y="1"/>
                        <a:pt x="982" y="165"/>
                        <a:pt x="982" y="165"/>
                      </a:cubicBezTo>
                      <a:lnTo>
                        <a:pt x="1238" y="748"/>
                      </a:lnTo>
                      <a:cubicBezTo>
                        <a:pt x="1238" y="748"/>
                        <a:pt x="1238" y="748"/>
                        <a:pt x="1237" y="748"/>
                      </a:cubicBezTo>
                      <a:cubicBezTo>
                        <a:pt x="1220" y="748"/>
                        <a:pt x="391" y="606"/>
                        <a:pt x="1" y="606"/>
                      </a:cubicBezTo>
                      <a:cubicBezTo>
                        <a:pt x="1" y="606"/>
                        <a:pt x="143" y="840"/>
                        <a:pt x="39" y="1080"/>
                      </a:cubicBezTo>
                      <a:cubicBezTo>
                        <a:pt x="39" y="1080"/>
                        <a:pt x="1225" y="2212"/>
                        <a:pt x="1840" y="2247"/>
                      </a:cubicBezTo>
                      <a:cubicBezTo>
                        <a:pt x="1864" y="2248"/>
                        <a:pt x="1887" y="2249"/>
                        <a:pt x="1910" y="2249"/>
                      </a:cubicBezTo>
                      <a:cubicBezTo>
                        <a:pt x="2460" y="2249"/>
                        <a:pt x="2559" y="1815"/>
                        <a:pt x="2559" y="1502"/>
                      </a:cubicBezTo>
                      <a:cubicBezTo>
                        <a:pt x="2559" y="1174"/>
                        <a:pt x="2446" y="370"/>
                        <a:pt x="2307" y="105"/>
                      </a:cubicBezTo>
                      <a:cubicBezTo>
                        <a:pt x="2267" y="28"/>
                        <a:pt x="2139" y="1"/>
                        <a:pt x="1977" y="1"/>
                      </a:cubicBezTo>
                      <a:close/>
                    </a:path>
                  </a:pathLst>
                </a:custGeom>
                <a:solidFill>
                  <a:srgbClr val="FF9F1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8" name="Google Shape;2128;p49"/>
                <p:cNvSpPr/>
                <p:nvPr/>
              </p:nvSpPr>
              <p:spPr>
                <a:xfrm>
                  <a:off x="6009025" y="1609625"/>
                  <a:ext cx="5450" cy="2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" h="1109" extrusionOk="0">
                      <a:moveTo>
                        <a:pt x="0" y="1"/>
                      </a:moveTo>
                      <a:cubicBezTo>
                        <a:pt x="6" y="140"/>
                        <a:pt x="69" y="925"/>
                        <a:pt x="183" y="1108"/>
                      </a:cubicBezTo>
                      <a:lnTo>
                        <a:pt x="218" y="1089"/>
                      </a:lnTo>
                      <a:cubicBezTo>
                        <a:pt x="107" y="913"/>
                        <a:pt x="44" y="114"/>
                        <a:pt x="41" y="1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9" name="Google Shape;2129;p49"/>
                <p:cNvSpPr/>
                <p:nvPr/>
              </p:nvSpPr>
              <p:spPr>
                <a:xfrm>
                  <a:off x="6016200" y="1641750"/>
                  <a:ext cx="12700" cy="1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" h="451" extrusionOk="0">
                      <a:moveTo>
                        <a:pt x="16" y="0"/>
                      </a:moveTo>
                      <a:cubicBezTo>
                        <a:pt x="11" y="0"/>
                        <a:pt x="5" y="5"/>
                        <a:pt x="3" y="9"/>
                      </a:cubicBezTo>
                      <a:cubicBezTo>
                        <a:pt x="0" y="19"/>
                        <a:pt x="3" y="25"/>
                        <a:pt x="10" y="28"/>
                      </a:cubicBezTo>
                      <a:cubicBezTo>
                        <a:pt x="199" y="120"/>
                        <a:pt x="369" y="271"/>
                        <a:pt x="480" y="448"/>
                      </a:cubicBezTo>
                      <a:cubicBezTo>
                        <a:pt x="480" y="448"/>
                        <a:pt x="483" y="448"/>
                        <a:pt x="489" y="451"/>
                      </a:cubicBezTo>
                      <a:lnTo>
                        <a:pt x="499" y="451"/>
                      </a:lnTo>
                      <a:cubicBezTo>
                        <a:pt x="508" y="448"/>
                        <a:pt x="508" y="435"/>
                        <a:pt x="505" y="432"/>
                      </a:cubicBezTo>
                      <a:cubicBezTo>
                        <a:pt x="388" y="246"/>
                        <a:pt x="221" y="91"/>
                        <a:pt x="22" y="3"/>
                      </a:cubicBezTo>
                      <a:cubicBezTo>
                        <a:pt x="20" y="1"/>
                        <a:pt x="18" y="0"/>
                        <a:pt x="16" y="0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130" name="Google Shape;2130;p49"/>
              <p:cNvGrpSpPr/>
              <p:nvPr/>
            </p:nvGrpSpPr>
            <p:grpSpPr>
              <a:xfrm flipH="1">
                <a:off x="6550107" y="3713010"/>
                <a:ext cx="596883" cy="323510"/>
                <a:chOff x="2697425" y="2166750"/>
                <a:chExt cx="179925" cy="97525"/>
              </a:xfrm>
            </p:grpSpPr>
            <p:sp>
              <p:nvSpPr>
                <p:cNvPr id="2131" name="Google Shape;2131;p49"/>
                <p:cNvSpPr/>
                <p:nvPr/>
              </p:nvSpPr>
              <p:spPr>
                <a:xfrm>
                  <a:off x="2723300" y="2166750"/>
                  <a:ext cx="154050" cy="97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62" h="3901" extrusionOk="0">
                      <a:moveTo>
                        <a:pt x="0" y="1"/>
                      </a:moveTo>
                      <a:lnTo>
                        <a:pt x="0" y="3900"/>
                      </a:lnTo>
                      <a:lnTo>
                        <a:pt x="6161" y="3900"/>
                      </a:lnTo>
                      <a:lnTo>
                        <a:pt x="6161" y="99"/>
                      </a:lnTo>
                      <a:cubicBezTo>
                        <a:pt x="6161" y="42"/>
                        <a:pt x="6117" y="1"/>
                        <a:pt x="6064" y="1"/>
                      </a:cubicBezTo>
                      <a:close/>
                    </a:path>
                  </a:pathLst>
                </a:custGeom>
                <a:solidFill>
                  <a:srgbClr val="FF9F1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2" name="Google Shape;2132;p49"/>
                <p:cNvSpPr/>
                <p:nvPr/>
              </p:nvSpPr>
              <p:spPr>
                <a:xfrm>
                  <a:off x="2697425" y="2166750"/>
                  <a:ext cx="25900" cy="97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6" h="3901" extrusionOk="0">
                      <a:moveTo>
                        <a:pt x="89" y="1"/>
                      </a:moveTo>
                      <a:cubicBezTo>
                        <a:pt x="38" y="1"/>
                        <a:pt x="0" y="39"/>
                        <a:pt x="0" y="89"/>
                      </a:cubicBezTo>
                      <a:lnTo>
                        <a:pt x="0" y="3588"/>
                      </a:lnTo>
                      <a:lnTo>
                        <a:pt x="4" y="3588"/>
                      </a:lnTo>
                      <a:lnTo>
                        <a:pt x="1035" y="3900"/>
                      </a:lnTo>
                      <a:lnTo>
                        <a:pt x="1035" y="1"/>
                      </a:lnTo>
                      <a:close/>
                    </a:path>
                  </a:pathLst>
                </a:custGeom>
                <a:solidFill>
                  <a:srgbClr val="AD650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133" name="Google Shape;2133;p49"/>
            <p:cNvGrpSpPr/>
            <p:nvPr/>
          </p:nvGrpSpPr>
          <p:grpSpPr>
            <a:xfrm>
              <a:off x="589175" y="1144466"/>
              <a:ext cx="2280305" cy="2854568"/>
              <a:chOff x="518520" y="1323207"/>
              <a:chExt cx="2280305" cy="2854568"/>
            </a:xfrm>
          </p:grpSpPr>
          <p:sp>
            <p:nvSpPr>
              <p:cNvPr id="2134" name="Google Shape;2134;p49"/>
              <p:cNvSpPr/>
              <p:nvPr/>
            </p:nvSpPr>
            <p:spPr>
              <a:xfrm>
                <a:off x="713225" y="3941375"/>
                <a:ext cx="2085600" cy="236400"/>
              </a:xfrm>
              <a:prstGeom prst="ellipse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Google Shape;2135;p49"/>
              <p:cNvSpPr/>
              <p:nvPr/>
            </p:nvSpPr>
            <p:spPr>
              <a:xfrm>
                <a:off x="1165475" y="3995075"/>
                <a:ext cx="1181100" cy="129000"/>
              </a:xfrm>
              <a:prstGeom prst="ellipse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136" name="Google Shape;2136;p49"/>
              <p:cNvGrpSpPr/>
              <p:nvPr/>
            </p:nvGrpSpPr>
            <p:grpSpPr>
              <a:xfrm>
                <a:off x="902150" y="2160430"/>
                <a:ext cx="1452900" cy="1657221"/>
                <a:chOff x="902150" y="1323200"/>
                <a:chExt cx="1452900" cy="2494312"/>
              </a:xfrm>
            </p:grpSpPr>
            <p:sp>
              <p:nvSpPr>
                <p:cNvPr id="2137" name="Google Shape;2137;p49"/>
                <p:cNvSpPr/>
                <p:nvPr/>
              </p:nvSpPr>
              <p:spPr>
                <a:xfrm>
                  <a:off x="902150" y="1577712"/>
                  <a:ext cx="509100" cy="2239800"/>
                </a:xfrm>
                <a:prstGeom prst="rect">
                  <a:avLst/>
                </a:prstGeom>
                <a:solidFill>
                  <a:srgbClr val="011627">
                    <a:alpha val="246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8" name="Google Shape;2138;p49"/>
                <p:cNvSpPr/>
                <p:nvPr/>
              </p:nvSpPr>
              <p:spPr>
                <a:xfrm>
                  <a:off x="1411250" y="1323200"/>
                  <a:ext cx="362700" cy="2494200"/>
                </a:xfrm>
                <a:prstGeom prst="rect">
                  <a:avLst/>
                </a:prstGeom>
                <a:solidFill>
                  <a:srgbClr val="011627">
                    <a:alpha val="246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9" name="Google Shape;2139;p49"/>
                <p:cNvSpPr/>
                <p:nvPr/>
              </p:nvSpPr>
              <p:spPr>
                <a:xfrm>
                  <a:off x="1773950" y="2243200"/>
                  <a:ext cx="581100" cy="1574100"/>
                </a:xfrm>
                <a:prstGeom prst="rect">
                  <a:avLst/>
                </a:prstGeom>
                <a:solidFill>
                  <a:srgbClr val="011627">
                    <a:alpha val="246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140" name="Google Shape;2140;p49"/>
              <p:cNvGrpSpPr/>
              <p:nvPr/>
            </p:nvGrpSpPr>
            <p:grpSpPr>
              <a:xfrm flipH="1">
                <a:off x="518520" y="2401945"/>
                <a:ext cx="1181119" cy="1415547"/>
                <a:chOff x="3464250" y="652575"/>
                <a:chExt cx="264475" cy="316975"/>
              </a:xfrm>
            </p:grpSpPr>
            <p:sp>
              <p:nvSpPr>
                <p:cNvPr id="2141" name="Google Shape;2141;p49"/>
                <p:cNvSpPr/>
                <p:nvPr/>
              </p:nvSpPr>
              <p:spPr>
                <a:xfrm>
                  <a:off x="3464250" y="652575"/>
                  <a:ext cx="264475" cy="185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79" h="7405" extrusionOk="0">
                      <a:moveTo>
                        <a:pt x="3376" y="0"/>
                      </a:moveTo>
                      <a:cubicBezTo>
                        <a:pt x="1995" y="0"/>
                        <a:pt x="868" y="988"/>
                        <a:pt x="868" y="2205"/>
                      </a:cubicBezTo>
                      <a:cubicBezTo>
                        <a:pt x="868" y="2505"/>
                        <a:pt x="938" y="2789"/>
                        <a:pt x="1058" y="3044"/>
                      </a:cubicBezTo>
                      <a:cubicBezTo>
                        <a:pt x="436" y="3294"/>
                        <a:pt x="1" y="3839"/>
                        <a:pt x="1" y="4480"/>
                      </a:cubicBezTo>
                      <a:cubicBezTo>
                        <a:pt x="1" y="5351"/>
                        <a:pt x="802" y="6057"/>
                        <a:pt x="1793" y="6057"/>
                      </a:cubicBezTo>
                      <a:cubicBezTo>
                        <a:pt x="2111" y="6057"/>
                        <a:pt x="2414" y="5981"/>
                        <a:pt x="2676" y="5852"/>
                      </a:cubicBezTo>
                      <a:cubicBezTo>
                        <a:pt x="3014" y="6751"/>
                        <a:pt x="4070" y="7404"/>
                        <a:pt x="5323" y="7404"/>
                      </a:cubicBezTo>
                      <a:cubicBezTo>
                        <a:pt x="6547" y="7404"/>
                        <a:pt x="7585" y="6780"/>
                        <a:pt x="7948" y="5906"/>
                      </a:cubicBezTo>
                      <a:cubicBezTo>
                        <a:pt x="8213" y="6029"/>
                        <a:pt x="8525" y="6095"/>
                        <a:pt x="8856" y="6095"/>
                      </a:cubicBezTo>
                      <a:cubicBezTo>
                        <a:pt x="9803" y="6095"/>
                        <a:pt x="10569" y="5537"/>
                        <a:pt x="10569" y="4843"/>
                      </a:cubicBezTo>
                      <a:cubicBezTo>
                        <a:pt x="10579" y="4259"/>
                        <a:pt x="10014" y="3761"/>
                        <a:pt x="9254" y="3631"/>
                      </a:cubicBezTo>
                      <a:cubicBezTo>
                        <a:pt x="9367" y="3442"/>
                        <a:pt x="9430" y="3231"/>
                        <a:pt x="9430" y="3013"/>
                      </a:cubicBezTo>
                      <a:cubicBezTo>
                        <a:pt x="9430" y="2130"/>
                        <a:pt x="8405" y="1413"/>
                        <a:pt x="7143" y="1413"/>
                      </a:cubicBezTo>
                      <a:cubicBezTo>
                        <a:pt x="6651" y="1413"/>
                        <a:pt x="6194" y="1524"/>
                        <a:pt x="5818" y="1707"/>
                      </a:cubicBezTo>
                      <a:cubicBezTo>
                        <a:pt x="5563" y="729"/>
                        <a:pt x="4566" y="0"/>
                        <a:pt x="3376" y="0"/>
                      </a:cubicBezTo>
                      <a:close/>
                    </a:path>
                  </a:pathLst>
                </a:custGeom>
                <a:solidFill>
                  <a:srgbClr val="94EAD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2" name="Google Shape;2142;p49"/>
                <p:cNvSpPr/>
                <p:nvPr/>
              </p:nvSpPr>
              <p:spPr>
                <a:xfrm>
                  <a:off x="3464425" y="750025"/>
                  <a:ext cx="263900" cy="87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56" h="3516" extrusionOk="0">
                      <a:moveTo>
                        <a:pt x="959" y="0"/>
                      </a:moveTo>
                      <a:cubicBezTo>
                        <a:pt x="539" y="0"/>
                        <a:pt x="238" y="142"/>
                        <a:pt x="22" y="342"/>
                      </a:cubicBezTo>
                      <a:cubicBezTo>
                        <a:pt x="6" y="424"/>
                        <a:pt x="0" y="503"/>
                        <a:pt x="0" y="588"/>
                      </a:cubicBezTo>
                      <a:cubicBezTo>
                        <a:pt x="0" y="1500"/>
                        <a:pt x="839" y="2147"/>
                        <a:pt x="1757" y="2166"/>
                      </a:cubicBezTo>
                      <a:cubicBezTo>
                        <a:pt x="2290" y="2178"/>
                        <a:pt x="2808" y="2355"/>
                        <a:pt x="3193" y="2724"/>
                      </a:cubicBezTo>
                      <a:cubicBezTo>
                        <a:pt x="3697" y="3207"/>
                        <a:pt x="4467" y="3516"/>
                        <a:pt x="5322" y="3516"/>
                      </a:cubicBezTo>
                      <a:cubicBezTo>
                        <a:pt x="6127" y="3516"/>
                        <a:pt x="6849" y="3244"/>
                        <a:pt x="7354" y="2815"/>
                      </a:cubicBezTo>
                      <a:cubicBezTo>
                        <a:pt x="7780" y="2446"/>
                        <a:pt x="8313" y="2216"/>
                        <a:pt x="8874" y="2210"/>
                      </a:cubicBezTo>
                      <a:cubicBezTo>
                        <a:pt x="9679" y="2203"/>
                        <a:pt x="10430" y="1774"/>
                        <a:pt x="10556" y="1134"/>
                      </a:cubicBezTo>
                      <a:cubicBezTo>
                        <a:pt x="10282" y="849"/>
                        <a:pt x="9835" y="747"/>
                        <a:pt x="9304" y="747"/>
                      </a:cubicBezTo>
                      <a:cubicBezTo>
                        <a:pt x="8529" y="747"/>
                        <a:pt x="7576" y="963"/>
                        <a:pt x="6720" y="1147"/>
                      </a:cubicBezTo>
                      <a:cubicBezTo>
                        <a:pt x="6212" y="1252"/>
                        <a:pt x="5819" y="1310"/>
                        <a:pt x="5449" y="1310"/>
                      </a:cubicBezTo>
                      <a:cubicBezTo>
                        <a:pt x="4586" y="1310"/>
                        <a:pt x="3854" y="998"/>
                        <a:pt x="2098" y="266"/>
                      </a:cubicBezTo>
                      <a:cubicBezTo>
                        <a:pt x="1644" y="78"/>
                        <a:pt x="1269" y="0"/>
                        <a:pt x="959" y="0"/>
                      </a:cubicBezTo>
                      <a:close/>
                    </a:path>
                  </a:pathLst>
                </a:custGeom>
                <a:solidFill>
                  <a:srgbClr val="1A756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3" name="Google Shape;2143;p49"/>
                <p:cNvSpPr/>
                <p:nvPr/>
              </p:nvSpPr>
              <p:spPr>
                <a:xfrm>
                  <a:off x="3505218" y="762200"/>
                  <a:ext cx="131025" cy="20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1" h="8294" extrusionOk="0">
                      <a:moveTo>
                        <a:pt x="1" y="0"/>
                      </a:moveTo>
                      <a:lnTo>
                        <a:pt x="1" y="0"/>
                      </a:lnTo>
                      <a:cubicBezTo>
                        <a:pt x="54" y="95"/>
                        <a:pt x="108" y="189"/>
                        <a:pt x="162" y="284"/>
                      </a:cubicBezTo>
                      <a:cubicBezTo>
                        <a:pt x="512" y="874"/>
                        <a:pt x="1058" y="1672"/>
                        <a:pt x="1638" y="2212"/>
                      </a:cubicBezTo>
                      <a:cubicBezTo>
                        <a:pt x="1976" y="2527"/>
                        <a:pt x="2168" y="2972"/>
                        <a:pt x="2168" y="3436"/>
                      </a:cubicBezTo>
                      <a:lnTo>
                        <a:pt x="2168" y="8281"/>
                      </a:lnTo>
                      <a:cubicBezTo>
                        <a:pt x="2225" y="8291"/>
                        <a:pt x="2282" y="8294"/>
                        <a:pt x="2340" y="8294"/>
                      </a:cubicBezTo>
                      <a:cubicBezTo>
                        <a:pt x="2457" y="8294"/>
                        <a:pt x="2576" y="8281"/>
                        <a:pt x="2698" y="8281"/>
                      </a:cubicBezTo>
                      <a:cubicBezTo>
                        <a:pt x="2793" y="8281"/>
                        <a:pt x="2887" y="8291"/>
                        <a:pt x="2979" y="8291"/>
                      </a:cubicBezTo>
                      <a:lnTo>
                        <a:pt x="2979" y="4048"/>
                      </a:lnTo>
                      <a:cubicBezTo>
                        <a:pt x="2979" y="3417"/>
                        <a:pt x="3250" y="2811"/>
                        <a:pt x="3739" y="2414"/>
                      </a:cubicBezTo>
                      <a:cubicBezTo>
                        <a:pt x="4370" y="1906"/>
                        <a:pt x="4925" y="1025"/>
                        <a:pt x="5241" y="423"/>
                      </a:cubicBezTo>
                      <a:lnTo>
                        <a:pt x="5241" y="423"/>
                      </a:lnTo>
                      <a:cubicBezTo>
                        <a:pt x="5143" y="442"/>
                        <a:pt x="5045" y="461"/>
                        <a:pt x="4941" y="480"/>
                      </a:cubicBezTo>
                      <a:cubicBezTo>
                        <a:pt x="4672" y="830"/>
                        <a:pt x="3626" y="2193"/>
                        <a:pt x="3183" y="2193"/>
                      </a:cubicBezTo>
                      <a:cubicBezTo>
                        <a:pt x="3059" y="2193"/>
                        <a:pt x="2983" y="2088"/>
                        <a:pt x="2982" y="1827"/>
                      </a:cubicBezTo>
                      <a:lnTo>
                        <a:pt x="2982" y="820"/>
                      </a:lnTo>
                      <a:cubicBezTo>
                        <a:pt x="2931" y="823"/>
                        <a:pt x="2880" y="824"/>
                        <a:pt x="2830" y="824"/>
                      </a:cubicBezTo>
                      <a:cubicBezTo>
                        <a:pt x="2608" y="824"/>
                        <a:pt x="2395" y="802"/>
                        <a:pt x="2174" y="760"/>
                      </a:cubicBezTo>
                      <a:lnTo>
                        <a:pt x="2174" y="1940"/>
                      </a:lnTo>
                      <a:cubicBezTo>
                        <a:pt x="1575" y="1505"/>
                        <a:pt x="808" y="723"/>
                        <a:pt x="338" y="139"/>
                      </a:cubicBezTo>
                      <a:cubicBezTo>
                        <a:pt x="234" y="95"/>
                        <a:pt x="117" y="48"/>
                        <a:pt x="1" y="0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144" name="Google Shape;2144;p49"/>
              <p:cNvSpPr/>
              <p:nvPr/>
            </p:nvSpPr>
            <p:spPr>
              <a:xfrm>
                <a:off x="1229690" y="3663801"/>
                <a:ext cx="509258" cy="295746"/>
              </a:xfrm>
              <a:custGeom>
                <a:avLst/>
                <a:gdLst/>
                <a:ahLst/>
                <a:cxnLst/>
                <a:rect l="l" t="t" r="r" b="b"/>
                <a:pathLst>
                  <a:path w="8740" h="5075" extrusionOk="0">
                    <a:moveTo>
                      <a:pt x="3537" y="0"/>
                    </a:moveTo>
                    <a:cubicBezTo>
                      <a:pt x="3524" y="0"/>
                      <a:pt x="3512" y="2"/>
                      <a:pt x="3499" y="5"/>
                    </a:cubicBezTo>
                    <a:cubicBezTo>
                      <a:pt x="3253" y="75"/>
                      <a:pt x="3216" y="860"/>
                      <a:pt x="3389" y="2352"/>
                    </a:cubicBezTo>
                    <a:cubicBezTo>
                      <a:pt x="3226" y="2109"/>
                      <a:pt x="2535" y="1093"/>
                      <a:pt x="2140" y="1093"/>
                    </a:cubicBezTo>
                    <a:cubicBezTo>
                      <a:pt x="2114" y="1093"/>
                      <a:pt x="2090" y="1097"/>
                      <a:pt x="2067" y="1106"/>
                    </a:cubicBezTo>
                    <a:cubicBezTo>
                      <a:pt x="1597" y="1289"/>
                      <a:pt x="2039" y="3356"/>
                      <a:pt x="2067" y="3491"/>
                    </a:cubicBezTo>
                    <a:cubicBezTo>
                      <a:pt x="1687" y="3290"/>
                      <a:pt x="1317" y="3208"/>
                      <a:pt x="1004" y="3208"/>
                    </a:cubicBezTo>
                    <a:cubicBezTo>
                      <a:pt x="578" y="3208"/>
                      <a:pt x="257" y="3360"/>
                      <a:pt x="159" y="3567"/>
                    </a:cubicBezTo>
                    <a:cubicBezTo>
                      <a:pt x="1" y="3892"/>
                      <a:pt x="320" y="4630"/>
                      <a:pt x="1039" y="5069"/>
                    </a:cubicBezTo>
                    <a:cubicBezTo>
                      <a:pt x="1489" y="5073"/>
                      <a:pt x="1938" y="5075"/>
                      <a:pt x="2388" y="5075"/>
                    </a:cubicBezTo>
                    <a:cubicBezTo>
                      <a:pt x="3896" y="5075"/>
                      <a:pt x="5404" y="5056"/>
                      <a:pt x="6915" y="5056"/>
                    </a:cubicBezTo>
                    <a:cubicBezTo>
                      <a:pt x="7256" y="5056"/>
                      <a:pt x="7597" y="5057"/>
                      <a:pt x="7938" y="5059"/>
                    </a:cubicBezTo>
                    <a:cubicBezTo>
                      <a:pt x="8531" y="3759"/>
                      <a:pt x="8739" y="3050"/>
                      <a:pt x="8563" y="2936"/>
                    </a:cubicBezTo>
                    <a:cubicBezTo>
                      <a:pt x="8546" y="2925"/>
                      <a:pt x="8525" y="2919"/>
                      <a:pt x="8501" y="2919"/>
                    </a:cubicBezTo>
                    <a:cubicBezTo>
                      <a:pt x="8328" y="2919"/>
                      <a:pt x="7970" y="3208"/>
                      <a:pt x="7427" y="3778"/>
                    </a:cubicBezTo>
                    <a:cubicBezTo>
                      <a:pt x="7320" y="3176"/>
                      <a:pt x="6951" y="1176"/>
                      <a:pt x="6472" y="1176"/>
                    </a:cubicBezTo>
                    <a:cubicBezTo>
                      <a:pt x="6472" y="1176"/>
                      <a:pt x="6472" y="1176"/>
                      <a:pt x="6471" y="1176"/>
                    </a:cubicBezTo>
                    <a:cubicBezTo>
                      <a:pt x="6090" y="1179"/>
                      <a:pt x="5802" y="2472"/>
                      <a:pt x="5664" y="3195"/>
                    </a:cubicBezTo>
                    <a:cubicBezTo>
                      <a:pt x="5389" y="1217"/>
                      <a:pt x="5105" y="226"/>
                      <a:pt x="4821" y="226"/>
                    </a:cubicBezTo>
                    <a:cubicBezTo>
                      <a:pt x="4673" y="226"/>
                      <a:pt x="4525" y="482"/>
                      <a:pt x="4380" y="996"/>
                    </a:cubicBezTo>
                    <a:cubicBezTo>
                      <a:pt x="4000" y="328"/>
                      <a:pt x="3719" y="0"/>
                      <a:pt x="3537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Google Shape;2145;p49"/>
              <p:cNvSpPr/>
              <p:nvPr/>
            </p:nvSpPr>
            <p:spPr>
              <a:xfrm>
                <a:off x="1711355" y="3466418"/>
                <a:ext cx="643570" cy="490197"/>
              </a:xfrm>
              <a:custGeom>
                <a:avLst/>
                <a:gdLst/>
                <a:ahLst/>
                <a:cxnLst/>
                <a:rect l="l" t="t" r="r" b="b"/>
                <a:pathLst>
                  <a:path w="19642" h="14961" extrusionOk="0">
                    <a:moveTo>
                      <a:pt x="8714" y="0"/>
                    </a:moveTo>
                    <a:cubicBezTo>
                      <a:pt x="7468" y="0"/>
                      <a:pt x="6367" y="1489"/>
                      <a:pt x="5714" y="3748"/>
                    </a:cubicBezTo>
                    <a:lnTo>
                      <a:pt x="6818" y="4007"/>
                    </a:lnTo>
                    <a:lnTo>
                      <a:pt x="5606" y="4139"/>
                    </a:lnTo>
                    <a:cubicBezTo>
                      <a:pt x="5357" y="5117"/>
                      <a:pt x="5190" y="6221"/>
                      <a:pt x="5121" y="7398"/>
                    </a:cubicBezTo>
                    <a:cubicBezTo>
                      <a:pt x="4748" y="6698"/>
                      <a:pt x="4332" y="6105"/>
                      <a:pt x="3906" y="5660"/>
                    </a:cubicBezTo>
                    <a:lnTo>
                      <a:pt x="3259" y="5975"/>
                    </a:lnTo>
                    <a:lnTo>
                      <a:pt x="3748" y="5502"/>
                    </a:lnTo>
                    <a:cubicBezTo>
                      <a:pt x="3229" y="5007"/>
                      <a:pt x="2691" y="4730"/>
                      <a:pt x="2178" y="4730"/>
                    </a:cubicBezTo>
                    <a:cubicBezTo>
                      <a:pt x="2080" y="4730"/>
                      <a:pt x="1983" y="4740"/>
                      <a:pt x="1887" y="4761"/>
                    </a:cubicBezTo>
                    <a:cubicBezTo>
                      <a:pt x="937" y="4969"/>
                      <a:pt x="316" y="6165"/>
                      <a:pt x="101" y="7878"/>
                    </a:cubicBezTo>
                    <a:lnTo>
                      <a:pt x="1672" y="8294"/>
                    </a:lnTo>
                    <a:lnTo>
                      <a:pt x="32" y="8875"/>
                    </a:lnTo>
                    <a:cubicBezTo>
                      <a:pt x="0" y="9976"/>
                      <a:pt x="114" y="11222"/>
                      <a:pt x="395" y="12515"/>
                    </a:cubicBezTo>
                    <a:cubicBezTo>
                      <a:pt x="584" y="13392"/>
                      <a:pt x="925" y="14219"/>
                      <a:pt x="1360" y="14960"/>
                    </a:cubicBezTo>
                    <a:lnTo>
                      <a:pt x="19361" y="14960"/>
                    </a:lnTo>
                    <a:cubicBezTo>
                      <a:pt x="19402" y="14865"/>
                      <a:pt x="19434" y="14774"/>
                      <a:pt x="19449" y="14682"/>
                    </a:cubicBezTo>
                    <a:lnTo>
                      <a:pt x="18667" y="14171"/>
                    </a:lnTo>
                    <a:lnTo>
                      <a:pt x="18667" y="14171"/>
                    </a:lnTo>
                    <a:lnTo>
                      <a:pt x="19531" y="14253"/>
                    </a:lnTo>
                    <a:cubicBezTo>
                      <a:pt x="19610" y="13569"/>
                      <a:pt x="19642" y="12894"/>
                      <a:pt x="19550" y="12266"/>
                    </a:cubicBezTo>
                    <a:lnTo>
                      <a:pt x="18667" y="12266"/>
                    </a:lnTo>
                    <a:lnTo>
                      <a:pt x="19506" y="12010"/>
                    </a:lnTo>
                    <a:cubicBezTo>
                      <a:pt x="19311" y="11023"/>
                      <a:pt x="19077" y="10225"/>
                      <a:pt x="18509" y="10099"/>
                    </a:cubicBezTo>
                    <a:cubicBezTo>
                      <a:pt x="18431" y="10081"/>
                      <a:pt x="18352" y="10073"/>
                      <a:pt x="18272" y="10073"/>
                    </a:cubicBezTo>
                    <a:cubicBezTo>
                      <a:pt x="17704" y="10073"/>
                      <a:pt x="17088" y="10505"/>
                      <a:pt x="16515" y="11244"/>
                    </a:cubicBezTo>
                    <a:cubicBezTo>
                      <a:pt x="16774" y="10225"/>
                      <a:pt x="16913" y="9253"/>
                      <a:pt x="16929" y="8395"/>
                    </a:cubicBezTo>
                    <a:lnTo>
                      <a:pt x="15733" y="8054"/>
                    </a:lnTo>
                    <a:lnTo>
                      <a:pt x="16916" y="7789"/>
                    </a:lnTo>
                    <a:cubicBezTo>
                      <a:pt x="16847" y="6370"/>
                      <a:pt x="16399" y="5344"/>
                      <a:pt x="15601" y="5045"/>
                    </a:cubicBezTo>
                    <a:cubicBezTo>
                      <a:pt x="15444" y="4988"/>
                      <a:pt x="15280" y="4960"/>
                      <a:pt x="15111" y="4960"/>
                    </a:cubicBezTo>
                    <a:cubicBezTo>
                      <a:pt x="14742" y="4960"/>
                      <a:pt x="14346" y="5090"/>
                      <a:pt x="13938" y="5332"/>
                    </a:cubicBezTo>
                    <a:lnTo>
                      <a:pt x="14345" y="5975"/>
                    </a:lnTo>
                    <a:lnTo>
                      <a:pt x="13638" y="5531"/>
                    </a:lnTo>
                    <a:cubicBezTo>
                      <a:pt x="13187" y="5859"/>
                      <a:pt x="12723" y="6316"/>
                      <a:pt x="12276" y="6878"/>
                    </a:cubicBezTo>
                    <a:cubicBezTo>
                      <a:pt x="12219" y="6240"/>
                      <a:pt x="12137" y="5625"/>
                      <a:pt x="12026" y="5045"/>
                    </a:cubicBezTo>
                    <a:lnTo>
                      <a:pt x="9913" y="5045"/>
                    </a:lnTo>
                    <a:lnTo>
                      <a:pt x="11809" y="4086"/>
                    </a:lnTo>
                    <a:cubicBezTo>
                      <a:pt x="11566" y="3139"/>
                      <a:pt x="11241" y="2316"/>
                      <a:pt x="10862" y="1657"/>
                    </a:cubicBezTo>
                    <a:lnTo>
                      <a:pt x="9439" y="1657"/>
                    </a:lnTo>
                    <a:lnTo>
                      <a:pt x="10540" y="1158"/>
                    </a:lnTo>
                    <a:cubicBezTo>
                      <a:pt x="10004" y="423"/>
                      <a:pt x="9379" y="0"/>
                      <a:pt x="8714" y="0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146" name="Google Shape;2146;p49"/>
              <p:cNvGrpSpPr/>
              <p:nvPr/>
            </p:nvGrpSpPr>
            <p:grpSpPr>
              <a:xfrm>
                <a:off x="1129935" y="1323207"/>
                <a:ext cx="988906" cy="2748823"/>
                <a:chOff x="5287125" y="2069475"/>
                <a:chExt cx="221425" cy="615500"/>
              </a:xfrm>
            </p:grpSpPr>
            <p:sp>
              <p:nvSpPr>
                <p:cNvPr id="2147" name="Google Shape;2147;p49"/>
                <p:cNvSpPr/>
                <p:nvPr/>
              </p:nvSpPr>
              <p:spPr>
                <a:xfrm>
                  <a:off x="5370825" y="2136325"/>
                  <a:ext cx="23125" cy="25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5" h="1007" extrusionOk="0">
                      <a:moveTo>
                        <a:pt x="529" y="1"/>
                      </a:moveTo>
                      <a:cubicBezTo>
                        <a:pt x="421" y="1"/>
                        <a:pt x="328" y="35"/>
                        <a:pt x="328" y="35"/>
                      </a:cubicBezTo>
                      <a:cubicBezTo>
                        <a:pt x="328" y="35"/>
                        <a:pt x="0" y="571"/>
                        <a:pt x="382" y="622"/>
                      </a:cubicBezTo>
                      <a:cubicBezTo>
                        <a:pt x="382" y="622"/>
                        <a:pt x="362" y="1007"/>
                        <a:pt x="615" y="1007"/>
                      </a:cubicBezTo>
                      <a:cubicBezTo>
                        <a:pt x="647" y="1007"/>
                        <a:pt x="682" y="1001"/>
                        <a:pt x="722" y="988"/>
                      </a:cubicBezTo>
                      <a:cubicBezTo>
                        <a:pt x="722" y="988"/>
                        <a:pt x="924" y="577"/>
                        <a:pt x="836" y="230"/>
                      </a:cubicBezTo>
                      <a:cubicBezTo>
                        <a:pt x="791" y="44"/>
                        <a:pt x="650" y="1"/>
                        <a:pt x="529" y="1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8" name="Google Shape;2148;p49"/>
                <p:cNvSpPr/>
                <p:nvPr/>
              </p:nvSpPr>
              <p:spPr>
                <a:xfrm>
                  <a:off x="5380825" y="2141925"/>
                  <a:ext cx="45625" cy="58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5" h="2357" extrusionOk="0">
                      <a:moveTo>
                        <a:pt x="297" y="0"/>
                      </a:moveTo>
                      <a:cubicBezTo>
                        <a:pt x="297" y="0"/>
                        <a:pt x="281" y="275"/>
                        <a:pt x="244" y="590"/>
                      </a:cubicBezTo>
                      <a:cubicBezTo>
                        <a:pt x="199" y="947"/>
                        <a:pt x="121" y="1347"/>
                        <a:pt x="1" y="1467"/>
                      </a:cubicBezTo>
                      <a:cubicBezTo>
                        <a:pt x="1" y="1467"/>
                        <a:pt x="577" y="2356"/>
                        <a:pt x="1141" y="2356"/>
                      </a:cubicBezTo>
                      <a:cubicBezTo>
                        <a:pt x="1173" y="2356"/>
                        <a:pt x="1205" y="2353"/>
                        <a:pt x="1237" y="2347"/>
                      </a:cubicBezTo>
                      <a:cubicBezTo>
                        <a:pt x="1824" y="2231"/>
                        <a:pt x="1417" y="1483"/>
                        <a:pt x="1332" y="1344"/>
                      </a:cubicBezTo>
                      <a:cubicBezTo>
                        <a:pt x="1332" y="1344"/>
                        <a:pt x="1329" y="1344"/>
                        <a:pt x="1329" y="1341"/>
                      </a:cubicBezTo>
                      <a:cubicBezTo>
                        <a:pt x="1250" y="1199"/>
                        <a:pt x="1231" y="833"/>
                        <a:pt x="1285" y="423"/>
                      </a:cubicBezTo>
                      <a:cubicBezTo>
                        <a:pt x="1338" y="3"/>
                        <a:pt x="297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CC7B6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9" name="Google Shape;2149;p49"/>
                <p:cNvSpPr/>
                <p:nvPr/>
              </p:nvSpPr>
              <p:spPr>
                <a:xfrm>
                  <a:off x="5386900" y="2141925"/>
                  <a:ext cx="27400" cy="3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6" h="1341" extrusionOk="0">
                      <a:moveTo>
                        <a:pt x="54" y="0"/>
                      </a:moveTo>
                      <a:cubicBezTo>
                        <a:pt x="54" y="0"/>
                        <a:pt x="38" y="275"/>
                        <a:pt x="1" y="590"/>
                      </a:cubicBezTo>
                      <a:cubicBezTo>
                        <a:pt x="266" y="887"/>
                        <a:pt x="650" y="1243"/>
                        <a:pt x="1089" y="1341"/>
                      </a:cubicBezTo>
                      <a:cubicBezTo>
                        <a:pt x="1007" y="1199"/>
                        <a:pt x="994" y="833"/>
                        <a:pt x="1042" y="423"/>
                      </a:cubicBezTo>
                      <a:cubicBezTo>
                        <a:pt x="1095" y="3"/>
                        <a:pt x="54" y="0"/>
                        <a:pt x="54" y="0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0" name="Google Shape;2150;p49"/>
                <p:cNvSpPr/>
                <p:nvPr/>
              </p:nvSpPr>
              <p:spPr>
                <a:xfrm>
                  <a:off x="5374350" y="2093125"/>
                  <a:ext cx="58225" cy="7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9" h="2902" extrusionOk="0">
                      <a:moveTo>
                        <a:pt x="1169" y="0"/>
                      </a:moveTo>
                      <a:cubicBezTo>
                        <a:pt x="1017" y="0"/>
                        <a:pt x="861" y="27"/>
                        <a:pt x="711" y="94"/>
                      </a:cubicBezTo>
                      <a:cubicBezTo>
                        <a:pt x="1" y="413"/>
                        <a:pt x="168" y="1154"/>
                        <a:pt x="168" y="1154"/>
                      </a:cubicBezTo>
                      <a:cubicBezTo>
                        <a:pt x="168" y="1154"/>
                        <a:pt x="660" y="2886"/>
                        <a:pt x="1493" y="2902"/>
                      </a:cubicBezTo>
                      <a:cubicBezTo>
                        <a:pt x="1496" y="2902"/>
                        <a:pt x="1499" y="2902"/>
                        <a:pt x="1501" y="2902"/>
                      </a:cubicBezTo>
                      <a:cubicBezTo>
                        <a:pt x="2329" y="2902"/>
                        <a:pt x="2288" y="504"/>
                        <a:pt x="2288" y="504"/>
                      </a:cubicBezTo>
                      <a:cubicBezTo>
                        <a:pt x="2258" y="380"/>
                        <a:pt x="1738" y="0"/>
                        <a:pt x="1169" y="0"/>
                      </a:cubicBezTo>
                      <a:close/>
                    </a:path>
                  </a:pathLst>
                </a:custGeom>
                <a:solidFill>
                  <a:srgbClr val="CC7B6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1" name="Google Shape;2151;p49"/>
                <p:cNvSpPr/>
                <p:nvPr/>
              </p:nvSpPr>
              <p:spPr>
                <a:xfrm>
                  <a:off x="5355200" y="2069475"/>
                  <a:ext cx="90550" cy="6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2" h="2694" extrusionOk="0">
                      <a:moveTo>
                        <a:pt x="1994" y="1"/>
                      </a:moveTo>
                      <a:cubicBezTo>
                        <a:pt x="1598" y="1"/>
                        <a:pt x="1026" y="674"/>
                        <a:pt x="1026" y="674"/>
                      </a:cubicBezTo>
                      <a:cubicBezTo>
                        <a:pt x="1026" y="674"/>
                        <a:pt x="0" y="1002"/>
                        <a:pt x="862" y="2693"/>
                      </a:cubicBezTo>
                      <a:lnTo>
                        <a:pt x="1376" y="2554"/>
                      </a:lnTo>
                      <a:cubicBezTo>
                        <a:pt x="1376" y="2554"/>
                        <a:pt x="1335" y="1759"/>
                        <a:pt x="1433" y="1706"/>
                      </a:cubicBezTo>
                      <a:cubicBezTo>
                        <a:pt x="1449" y="1697"/>
                        <a:pt x="1468" y="1694"/>
                        <a:pt x="1489" y="1694"/>
                      </a:cubicBezTo>
                      <a:cubicBezTo>
                        <a:pt x="1553" y="1694"/>
                        <a:pt x="1631" y="1724"/>
                        <a:pt x="1694" y="1724"/>
                      </a:cubicBezTo>
                      <a:cubicBezTo>
                        <a:pt x="1735" y="1724"/>
                        <a:pt x="1770" y="1711"/>
                        <a:pt x="1789" y="1668"/>
                      </a:cubicBezTo>
                      <a:cubicBezTo>
                        <a:pt x="1843" y="1538"/>
                        <a:pt x="1805" y="1324"/>
                        <a:pt x="1805" y="1324"/>
                      </a:cubicBezTo>
                      <a:lnTo>
                        <a:pt x="1805" y="1324"/>
                      </a:lnTo>
                      <a:cubicBezTo>
                        <a:pt x="1805" y="1324"/>
                        <a:pt x="2285" y="1952"/>
                        <a:pt x="2585" y="1952"/>
                      </a:cubicBezTo>
                      <a:cubicBezTo>
                        <a:pt x="2586" y="1952"/>
                        <a:pt x="2586" y="1952"/>
                        <a:pt x="2587" y="1952"/>
                      </a:cubicBezTo>
                      <a:cubicBezTo>
                        <a:pt x="2887" y="1949"/>
                        <a:pt x="2947" y="1687"/>
                        <a:pt x="2947" y="1687"/>
                      </a:cubicBezTo>
                      <a:cubicBezTo>
                        <a:pt x="2947" y="1687"/>
                        <a:pt x="2985" y="1975"/>
                        <a:pt x="3226" y="1975"/>
                      </a:cubicBezTo>
                      <a:cubicBezTo>
                        <a:pt x="3236" y="1975"/>
                        <a:pt x="3246" y="1975"/>
                        <a:pt x="3256" y="1974"/>
                      </a:cubicBezTo>
                      <a:cubicBezTo>
                        <a:pt x="3524" y="1952"/>
                        <a:pt x="3433" y="1318"/>
                        <a:pt x="3281" y="1195"/>
                      </a:cubicBezTo>
                      <a:cubicBezTo>
                        <a:pt x="3281" y="1195"/>
                        <a:pt x="3622" y="1163"/>
                        <a:pt x="3426" y="753"/>
                      </a:cubicBezTo>
                      <a:cubicBezTo>
                        <a:pt x="3250" y="383"/>
                        <a:pt x="2497" y="365"/>
                        <a:pt x="2353" y="365"/>
                      </a:cubicBezTo>
                      <a:cubicBezTo>
                        <a:pt x="2337" y="365"/>
                        <a:pt x="2329" y="365"/>
                        <a:pt x="2329" y="365"/>
                      </a:cubicBezTo>
                      <a:cubicBezTo>
                        <a:pt x="2329" y="365"/>
                        <a:pt x="2458" y="97"/>
                        <a:pt x="2064" y="8"/>
                      </a:cubicBezTo>
                      <a:cubicBezTo>
                        <a:pt x="2041" y="3"/>
                        <a:pt x="2018" y="1"/>
                        <a:pt x="1994" y="1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2" name="Google Shape;2152;p49"/>
                <p:cNvSpPr/>
                <p:nvPr/>
              </p:nvSpPr>
              <p:spPr>
                <a:xfrm>
                  <a:off x="5372325" y="2127075"/>
                  <a:ext cx="20275" cy="1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1" h="742" extrusionOk="0">
                      <a:moveTo>
                        <a:pt x="305" y="1"/>
                      </a:moveTo>
                      <a:cubicBezTo>
                        <a:pt x="302" y="1"/>
                        <a:pt x="299" y="1"/>
                        <a:pt x="296" y="1"/>
                      </a:cubicBezTo>
                      <a:cubicBezTo>
                        <a:pt x="1" y="10"/>
                        <a:pt x="179" y="742"/>
                        <a:pt x="567" y="742"/>
                      </a:cubicBezTo>
                      <a:cubicBezTo>
                        <a:pt x="609" y="742"/>
                        <a:pt x="654" y="733"/>
                        <a:pt x="700" y="714"/>
                      </a:cubicBezTo>
                      <a:lnTo>
                        <a:pt x="811" y="358"/>
                      </a:lnTo>
                      <a:cubicBezTo>
                        <a:pt x="811" y="358"/>
                        <a:pt x="625" y="1"/>
                        <a:pt x="305" y="1"/>
                      </a:cubicBezTo>
                      <a:close/>
                    </a:path>
                  </a:pathLst>
                </a:custGeom>
                <a:solidFill>
                  <a:srgbClr val="CC7B6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3" name="Google Shape;2153;p49"/>
                <p:cNvSpPr/>
                <p:nvPr/>
              </p:nvSpPr>
              <p:spPr>
                <a:xfrm>
                  <a:off x="5410100" y="2132375"/>
                  <a:ext cx="6550" cy="14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2" h="569" extrusionOk="0">
                      <a:moveTo>
                        <a:pt x="189" y="0"/>
                      </a:moveTo>
                      <a:cubicBezTo>
                        <a:pt x="174" y="0"/>
                        <a:pt x="164" y="16"/>
                        <a:pt x="164" y="32"/>
                      </a:cubicBezTo>
                      <a:cubicBezTo>
                        <a:pt x="183" y="231"/>
                        <a:pt x="196" y="464"/>
                        <a:pt x="174" y="496"/>
                      </a:cubicBezTo>
                      <a:cubicBezTo>
                        <a:pt x="165" y="504"/>
                        <a:pt x="151" y="507"/>
                        <a:pt x="134" y="507"/>
                      </a:cubicBezTo>
                      <a:cubicBezTo>
                        <a:pt x="102" y="507"/>
                        <a:pt x="62" y="496"/>
                        <a:pt x="41" y="489"/>
                      </a:cubicBezTo>
                      <a:cubicBezTo>
                        <a:pt x="37" y="487"/>
                        <a:pt x="32" y="486"/>
                        <a:pt x="28" y="486"/>
                      </a:cubicBezTo>
                      <a:cubicBezTo>
                        <a:pt x="17" y="486"/>
                        <a:pt x="8" y="494"/>
                        <a:pt x="3" y="505"/>
                      </a:cubicBezTo>
                      <a:cubicBezTo>
                        <a:pt x="0" y="521"/>
                        <a:pt x="3" y="537"/>
                        <a:pt x="19" y="543"/>
                      </a:cubicBezTo>
                      <a:cubicBezTo>
                        <a:pt x="25" y="546"/>
                        <a:pt x="79" y="568"/>
                        <a:pt x="129" y="568"/>
                      </a:cubicBezTo>
                      <a:cubicBezTo>
                        <a:pt x="161" y="568"/>
                        <a:pt x="192" y="559"/>
                        <a:pt x="211" y="530"/>
                      </a:cubicBezTo>
                      <a:cubicBezTo>
                        <a:pt x="262" y="480"/>
                        <a:pt x="237" y="161"/>
                        <a:pt x="221" y="22"/>
                      </a:cubicBezTo>
                      <a:cubicBezTo>
                        <a:pt x="221" y="7"/>
                        <a:pt x="205" y="0"/>
                        <a:pt x="189" y="0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4" name="Google Shape;2154;p49"/>
                <p:cNvSpPr/>
                <p:nvPr/>
              </p:nvSpPr>
              <p:spPr>
                <a:xfrm>
                  <a:off x="5398725" y="2122125"/>
                  <a:ext cx="10375" cy="4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" h="184" extrusionOk="0">
                      <a:moveTo>
                        <a:pt x="340" y="0"/>
                      </a:moveTo>
                      <a:cubicBezTo>
                        <a:pt x="151" y="0"/>
                        <a:pt x="6" y="118"/>
                        <a:pt x="1" y="126"/>
                      </a:cubicBezTo>
                      <a:lnTo>
                        <a:pt x="48" y="183"/>
                      </a:lnTo>
                      <a:cubicBezTo>
                        <a:pt x="48" y="183"/>
                        <a:pt x="177" y="77"/>
                        <a:pt x="341" y="77"/>
                      </a:cubicBezTo>
                      <a:cubicBezTo>
                        <a:pt x="361" y="77"/>
                        <a:pt x="381" y="79"/>
                        <a:pt x="401" y="82"/>
                      </a:cubicBezTo>
                      <a:lnTo>
                        <a:pt x="414" y="7"/>
                      </a:lnTo>
                      <a:cubicBezTo>
                        <a:pt x="389" y="2"/>
                        <a:pt x="364" y="0"/>
                        <a:pt x="340" y="0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5" name="Google Shape;2155;p49"/>
                <p:cNvSpPr/>
                <p:nvPr/>
              </p:nvSpPr>
              <p:spPr>
                <a:xfrm>
                  <a:off x="5419950" y="2122175"/>
                  <a:ext cx="10425" cy="4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7" h="198" extrusionOk="0">
                      <a:moveTo>
                        <a:pt x="72" y="0"/>
                      </a:moveTo>
                      <a:cubicBezTo>
                        <a:pt x="50" y="0"/>
                        <a:pt x="26" y="2"/>
                        <a:pt x="0" y="5"/>
                      </a:cubicBezTo>
                      <a:lnTo>
                        <a:pt x="7" y="80"/>
                      </a:lnTo>
                      <a:cubicBezTo>
                        <a:pt x="31" y="77"/>
                        <a:pt x="53" y="76"/>
                        <a:pt x="74" y="76"/>
                      </a:cubicBezTo>
                      <a:cubicBezTo>
                        <a:pt x="266" y="76"/>
                        <a:pt x="351" y="191"/>
                        <a:pt x="354" y="197"/>
                      </a:cubicBezTo>
                      <a:lnTo>
                        <a:pt x="417" y="159"/>
                      </a:lnTo>
                      <a:cubicBezTo>
                        <a:pt x="414" y="151"/>
                        <a:pt x="309" y="0"/>
                        <a:pt x="72" y="0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6" name="Google Shape;2156;p49"/>
                <p:cNvSpPr/>
                <p:nvPr/>
              </p:nvSpPr>
              <p:spPr>
                <a:xfrm>
                  <a:off x="5404175" y="2129700"/>
                  <a:ext cx="3175" cy="4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" h="190" extrusionOk="0">
                      <a:moveTo>
                        <a:pt x="64" y="0"/>
                      </a:moveTo>
                      <a:cubicBezTo>
                        <a:pt x="26" y="0"/>
                        <a:pt x="0" y="41"/>
                        <a:pt x="0" y="95"/>
                      </a:cubicBezTo>
                      <a:cubicBezTo>
                        <a:pt x="0" y="145"/>
                        <a:pt x="26" y="189"/>
                        <a:pt x="64" y="189"/>
                      </a:cubicBezTo>
                      <a:cubicBezTo>
                        <a:pt x="98" y="189"/>
                        <a:pt x="127" y="145"/>
                        <a:pt x="127" y="95"/>
                      </a:cubicBezTo>
                      <a:cubicBezTo>
                        <a:pt x="127" y="41"/>
                        <a:pt x="98" y="0"/>
                        <a:pt x="64" y="0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7" name="Google Shape;2157;p49"/>
                <p:cNvSpPr/>
                <p:nvPr/>
              </p:nvSpPr>
              <p:spPr>
                <a:xfrm>
                  <a:off x="5422550" y="2129450"/>
                  <a:ext cx="3175" cy="4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" h="190" extrusionOk="0">
                      <a:moveTo>
                        <a:pt x="64" y="1"/>
                      </a:moveTo>
                      <a:cubicBezTo>
                        <a:pt x="29" y="1"/>
                        <a:pt x="1" y="45"/>
                        <a:pt x="1" y="95"/>
                      </a:cubicBezTo>
                      <a:cubicBezTo>
                        <a:pt x="1" y="149"/>
                        <a:pt x="29" y="190"/>
                        <a:pt x="64" y="190"/>
                      </a:cubicBezTo>
                      <a:cubicBezTo>
                        <a:pt x="101" y="190"/>
                        <a:pt x="127" y="149"/>
                        <a:pt x="127" y="95"/>
                      </a:cubicBezTo>
                      <a:cubicBezTo>
                        <a:pt x="127" y="42"/>
                        <a:pt x="101" y="1"/>
                        <a:pt x="64" y="1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8" name="Google Shape;2158;p49"/>
                <p:cNvSpPr/>
                <p:nvPr/>
              </p:nvSpPr>
              <p:spPr>
                <a:xfrm>
                  <a:off x="5406000" y="2151150"/>
                  <a:ext cx="9550" cy="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2" h="102" extrusionOk="0">
                      <a:moveTo>
                        <a:pt x="35" y="0"/>
                      </a:moveTo>
                      <a:cubicBezTo>
                        <a:pt x="19" y="0"/>
                        <a:pt x="0" y="10"/>
                        <a:pt x="0" y="25"/>
                      </a:cubicBezTo>
                      <a:cubicBezTo>
                        <a:pt x="0" y="41"/>
                        <a:pt x="9" y="57"/>
                        <a:pt x="25" y="60"/>
                      </a:cubicBezTo>
                      <a:cubicBezTo>
                        <a:pt x="28" y="60"/>
                        <a:pt x="158" y="89"/>
                        <a:pt x="353" y="101"/>
                      </a:cubicBezTo>
                      <a:cubicBezTo>
                        <a:pt x="369" y="101"/>
                        <a:pt x="379" y="89"/>
                        <a:pt x="382" y="73"/>
                      </a:cubicBezTo>
                      <a:cubicBezTo>
                        <a:pt x="382" y="57"/>
                        <a:pt x="372" y="41"/>
                        <a:pt x="356" y="41"/>
                      </a:cubicBezTo>
                      <a:cubicBezTo>
                        <a:pt x="170" y="29"/>
                        <a:pt x="35" y="0"/>
                        <a:pt x="35" y="0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9" name="Google Shape;2159;p49"/>
                <p:cNvSpPr/>
                <p:nvPr/>
              </p:nvSpPr>
              <p:spPr>
                <a:xfrm>
                  <a:off x="5358500" y="2385150"/>
                  <a:ext cx="148300" cy="14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32" h="5822" extrusionOk="0">
                      <a:moveTo>
                        <a:pt x="4054" y="0"/>
                      </a:moveTo>
                      <a:cubicBezTo>
                        <a:pt x="2521" y="0"/>
                        <a:pt x="1" y="3915"/>
                        <a:pt x="1111" y="5026"/>
                      </a:cubicBezTo>
                      <a:cubicBezTo>
                        <a:pt x="1672" y="5587"/>
                        <a:pt x="2401" y="5821"/>
                        <a:pt x="3106" y="5821"/>
                      </a:cubicBezTo>
                      <a:cubicBezTo>
                        <a:pt x="3860" y="5821"/>
                        <a:pt x="4585" y="5552"/>
                        <a:pt x="5045" y="5127"/>
                      </a:cubicBezTo>
                      <a:cubicBezTo>
                        <a:pt x="5932" y="4300"/>
                        <a:pt x="4850" y="1707"/>
                        <a:pt x="4610" y="1319"/>
                      </a:cubicBezTo>
                      <a:cubicBezTo>
                        <a:pt x="4370" y="934"/>
                        <a:pt x="4231" y="19"/>
                        <a:pt x="4231" y="19"/>
                      </a:cubicBezTo>
                      <a:cubicBezTo>
                        <a:pt x="4174" y="6"/>
                        <a:pt x="4115" y="0"/>
                        <a:pt x="4054" y="0"/>
                      </a:cubicBezTo>
                      <a:close/>
                    </a:path>
                  </a:pathLst>
                </a:custGeom>
                <a:solidFill>
                  <a:srgbClr val="AD650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0" name="Google Shape;2160;p49"/>
                <p:cNvSpPr/>
                <p:nvPr/>
              </p:nvSpPr>
              <p:spPr>
                <a:xfrm>
                  <a:off x="5446775" y="2272375"/>
                  <a:ext cx="32900" cy="12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6" h="4997" extrusionOk="0">
                      <a:moveTo>
                        <a:pt x="609" y="0"/>
                      </a:moveTo>
                      <a:lnTo>
                        <a:pt x="0" y="170"/>
                      </a:lnTo>
                      <a:cubicBezTo>
                        <a:pt x="0" y="170"/>
                        <a:pt x="104" y="4798"/>
                        <a:pt x="271" y="4918"/>
                      </a:cubicBezTo>
                      <a:cubicBezTo>
                        <a:pt x="333" y="4963"/>
                        <a:pt x="412" y="4997"/>
                        <a:pt x="502" y="4997"/>
                      </a:cubicBezTo>
                      <a:cubicBezTo>
                        <a:pt x="653" y="4997"/>
                        <a:pt x="835" y="4903"/>
                        <a:pt x="1019" y="4615"/>
                      </a:cubicBezTo>
                      <a:cubicBezTo>
                        <a:pt x="1316" y="4155"/>
                        <a:pt x="855" y="3407"/>
                        <a:pt x="830" y="3331"/>
                      </a:cubicBezTo>
                      <a:cubicBezTo>
                        <a:pt x="808" y="3256"/>
                        <a:pt x="609" y="0"/>
                        <a:pt x="609" y="0"/>
                      </a:cubicBezTo>
                      <a:close/>
                    </a:path>
                  </a:pathLst>
                </a:custGeom>
                <a:solidFill>
                  <a:srgbClr val="CC7B6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1" name="Google Shape;2161;p49"/>
                <p:cNvSpPr/>
                <p:nvPr/>
              </p:nvSpPr>
              <p:spPr>
                <a:xfrm>
                  <a:off x="5457175" y="2365200"/>
                  <a:ext cx="8300" cy="2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" h="890" extrusionOk="0">
                      <a:moveTo>
                        <a:pt x="278" y="0"/>
                      </a:moveTo>
                      <a:cubicBezTo>
                        <a:pt x="259" y="0"/>
                        <a:pt x="253" y="16"/>
                        <a:pt x="253" y="32"/>
                      </a:cubicBezTo>
                      <a:cubicBezTo>
                        <a:pt x="253" y="32"/>
                        <a:pt x="272" y="218"/>
                        <a:pt x="174" y="303"/>
                      </a:cubicBezTo>
                      <a:cubicBezTo>
                        <a:pt x="92" y="379"/>
                        <a:pt x="0" y="549"/>
                        <a:pt x="10" y="682"/>
                      </a:cubicBezTo>
                      <a:cubicBezTo>
                        <a:pt x="13" y="748"/>
                        <a:pt x="41" y="805"/>
                        <a:pt x="89" y="839"/>
                      </a:cubicBezTo>
                      <a:cubicBezTo>
                        <a:pt x="139" y="874"/>
                        <a:pt x="183" y="890"/>
                        <a:pt x="218" y="890"/>
                      </a:cubicBezTo>
                      <a:cubicBezTo>
                        <a:pt x="231" y="890"/>
                        <a:pt x="240" y="890"/>
                        <a:pt x="250" y="887"/>
                      </a:cubicBezTo>
                      <a:cubicBezTo>
                        <a:pt x="294" y="871"/>
                        <a:pt x="310" y="827"/>
                        <a:pt x="310" y="824"/>
                      </a:cubicBezTo>
                      <a:cubicBezTo>
                        <a:pt x="313" y="808"/>
                        <a:pt x="303" y="792"/>
                        <a:pt x="288" y="789"/>
                      </a:cubicBezTo>
                      <a:cubicBezTo>
                        <a:pt x="285" y="788"/>
                        <a:pt x="282" y="788"/>
                        <a:pt x="280" y="788"/>
                      </a:cubicBezTo>
                      <a:cubicBezTo>
                        <a:pt x="267" y="788"/>
                        <a:pt x="255" y="795"/>
                        <a:pt x="253" y="808"/>
                      </a:cubicBezTo>
                      <a:cubicBezTo>
                        <a:pt x="253" y="808"/>
                        <a:pt x="246" y="824"/>
                        <a:pt x="231" y="833"/>
                      </a:cubicBezTo>
                      <a:cubicBezTo>
                        <a:pt x="228" y="834"/>
                        <a:pt x="223" y="835"/>
                        <a:pt x="217" y="835"/>
                      </a:cubicBezTo>
                      <a:cubicBezTo>
                        <a:pt x="199" y="835"/>
                        <a:pt x="168" y="827"/>
                        <a:pt x="120" y="792"/>
                      </a:cubicBezTo>
                      <a:cubicBezTo>
                        <a:pt x="82" y="770"/>
                        <a:pt x="67" y="729"/>
                        <a:pt x="64" y="678"/>
                      </a:cubicBezTo>
                      <a:cubicBezTo>
                        <a:pt x="57" y="565"/>
                        <a:pt x="136" y="410"/>
                        <a:pt x="209" y="347"/>
                      </a:cubicBezTo>
                      <a:cubicBezTo>
                        <a:pt x="332" y="240"/>
                        <a:pt x="310" y="32"/>
                        <a:pt x="310" y="22"/>
                      </a:cubicBezTo>
                      <a:cubicBezTo>
                        <a:pt x="310" y="6"/>
                        <a:pt x="294" y="0"/>
                        <a:pt x="278" y="0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2" name="Google Shape;2162;p49"/>
                <p:cNvSpPr/>
                <p:nvPr/>
              </p:nvSpPr>
              <p:spPr>
                <a:xfrm>
                  <a:off x="5450775" y="2383150"/>
                  <a:ext cx="14550" cy="13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2" h="545" extrusionOk="0">
                      <a:moveTo>
                        <a:pt x="108" y="1"/>
                      </a:moveTo>
                      <a:cubicBezTo>
                        <a:pt x="59" y="1"/>
                        <a:pt x="19" y="27"/>
                        <a:pt x="17" y="27"/>
                      </a:cubicBezTo>
                      <a:cubicBezTo>
                        <a:pt x="1" y="36"/>
                        <a:pt x="1" y="55"/>
                        <a:pt x="7" y="68"/>
                      </a:cubicBezTo>
                      <a:cubicBezTo>
                        <a:pt x="13" y="77"/>
                        <a:pt x="21" y="80"/>
                        <a:pt x="29" y="80"/>
                      </a:cubicBezTo>
                      <a:cubicBezTo>
                        <a:pt x="36" y="80"/>
                        <a:pt x="43" y="78"/>
                        <a:pt x="48" y="74"/>
                      </a:cubicBezTo>
                      <a:cubicBezTo>
                        <a:pt x="48" y="74"/>
                        <a:pt x="69" y="61"/>
                        <a:pt x="98" y="61"/>
                      </a:cubicBezTo>
                      <a:cubicBezTo>
                        <a:pt x="106" y="61"/>
                        <a:pt x="115" y="62"/>
                        <a:pt x="124" y="65"/>
                      </a:cubicBezTo>
                      <a:cubicBezTo>
                        <a:pt x="159" y="74"/>
                        <a:pt x="190" y="112"/>
                        <a:pt x="212" y="169"/>
                      </a:cubicBezTo>
                      <a:cubicBezTo>
                        <a:pt x="297" y="371"/>
                        <a:pt x="521" y="531"/>
                        <a:pt x="528" y="541"/>
                      </a:cubicBezTo>
                      <a:cubicBezTo>
                        <a:pt x="534" y="544"/>
                        <a:pt x="540" y="544"/>
                        <a:pt x="544" y="544"/>
                      </a:cubicBezTo>
                      <a:cubicBezTo>
                        <a:pt x="553" y="544"/>
                        <a:pt x="559" y="541"/>
                        <a:pt x="572" y="528"/>
                      </a:cubicBezTo>
                      <a:cubicBezTo>
                        <a:pt x="581" y="516"/>
                        <a:pt x="575" y="497"/>
                        <a:pt x="566" y="490"/>
                      </a:cubicBezTo>
                      <a:cubicBezTo>
                        <a:pt x="566" y="490"/>
                        <a:pt x="348" y="333"/>
                        <a:pt x="269" y="143"/>
                      </a:cubicBezTo>
                      <a:cubicBezTo>
                        <a:pt x="237" y="68"/>
                        <a:pt x="193" y="20"/>
                        <a:pt x="140" y="5"/>
                      </a:cubicBezTo>
                      <a:cubicBezTo>
                        <a:pt x="129" y="2"/>
                        <a:pt x="118" y="1"/>
                        <a:pt x="108" y="1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3" name="Google Shape;2163;p49"/>
                <p:cNvSpPr/>
                <p:nvPr/>
              </p:nvSpPr>
              <p:spPr>
                <a:xfrm>
                  <a:off x="5464275" y="2376850"/>
                  <a:ext cx="29625" cy="2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5" h="1145" extrusionOk="0">
                      <a:moveTo>
                        <a:pt x="465" y="1"/>
                      </a:moveTo>
                      <a:cubicBezTo>
                        <a:pt x="456" y="1"/>
                        <a:pt x="448" y="1"/>
                        <a:pt x="439" y="1"/>
                      </a:cubicBezTo>
                      <a:cubicBezTo>
                        <a:pt x="26" y="17"/>
                        <a:pt x="0" y="351"/>
                        <a:pt x="0" y="351"/>
                      </a:cubicBezTo>
                      <a:cubicBezTo>
                        <a:pt x="262" y="503"/>
                        <a:pt x="360" y="1124"/>
                        <a:pt x="483" y="1143"/>
                      </a:cubicBezTo>
                      <a:cubicBezTo>
                        <a:pt x="491" y="1144"/>
                        <a:pt x="498" y="1145"/>
                        <a:pt x="505" y="1145"/>
                      </a:cubicBezTo>
                      <a:cubicBezTo>
                        <a:pt x="610" y="1145"/>
                        <a:pt x="625" y="1040"/>
                        <a:pt x="817" y="1014"/>
                      </a:cubicBezTo>
                      <a:cubicBezTo>
                        <a:pt x="1022" y="985"/>
                        <a:pt x="893" y="806"/>
                        <a:pt x="896" y="667"/>
                      </a:cubicBezTo>
                      <a:cubicBezTo>
                        <a:pt x="903" y="528"/>
                        <a:pt x="1038" y="449"/>
                        <a:pt x="1114" y="399"/>
                      </a:cubicBezTo>
                      <a:cubicBezTo>
                        <a:pt x="1185" y="349"/>
                        <a:pt x="866" y="1"/>
                        <a:pt x="465" y="1"/>
                      </a:cubicBezTo>
                      <a:close/>
                    </a:path>
                  </a:pathLst>
                </a:custGeom>
                <a:solidFill>
                  <a:srgbClr val="AD650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4" name="Google Shape;2164;p49"/>
                <p:cNvSpPr/>
                <p:nvPr/>
              </p:nvSpPr>
              <p:spPr>
                <a:xfrm>
                  <a:off x="5326250" y="2628150"/>
                  <a:ext cx="55225" cy="5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9" h="2273" extrusionOk="0">
                      <a:moveTo>
                        <a:pt x="584" y="0"/>
                      </a:moveTo>
                      <a:cubicBezTo>
                        <a:pt x="584" y="0"/>
                        <a:pt x="206" y="1306"/>
                        <a:pt x="105" y="1546"/>
                      </a:cubicBezTo>
                      <a:cubicBezTo>
                        <a:pt x="1" y="1782"/>
                        <a:pt x="10" y="2114"/>
                        <a:pt x="171" y="2208"/>
                      </a:cubicBezTo>
                      <a:cubicBezTo>
                        <a:pt x="255" y="2257"/>
                        <a:pt x="631" y="2272"/>
                        <a:pt x="1003" y="2272"/>
                      </a:cubicBezTo>
                      <a:cubicBezTo>
                        <a:pt x="1355" y="2272"/>
                        <a:pt x="1704" y="2258"/>
                        <a:pt x="1796" y="2246"/>
                      </a:cubicBezTo>
                      <a:cubicBezTo>
                        <a:pt x="1985" y="2224"/>
                        <a:pt x="2209" y="2208"/>
                        <a:pt x="2155" y="1846"/>
                      </a:cubicBezTo>
                      <a:cubicBezTo>
                        <a:pt x="2098" y="1483"/>
                        <a:pt x="2051" y="158"/>
                        <a:pt x="2039" y="92"/>
                      </a:cubicBezTo>
                      <a:cubicBezTo>
                        <a:pt x="2029" y="22"/>
                        <a:pt x="584" y="0"/>
                        <a:pt x="584" y="0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5" name="Google Shape;2165;p49"/>
                <p:cNvSpPr/>
                <p:nvPr/>
              </p:nvSpPr>
              <p:spPr>
                <a:xfrm>
                  <a:off x="5413400" y="2626475"/>
                  <a:ext cx="33850" cy="2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4" h="1087" extrusionOk="0">
                      <a:moveTo>
                        <a:pt x="1" y="1"/>
                      </a:moveTo>
                      <a:lnTo>
                        <a:pt x="1" y="1086"/>
                      </a:lnTo>
                      <a:lnTo>
                        <a:pt x="1354" y="1086"/>
                      </a:lnTo>
                      <a:lnTo>
                        <a:pt x="1278" y="1"/>
                      </a:lnTo>
                      <a:close/>
                    </a:path>
                  </a:pathLst>
                </a:custGeom>
                <a:solidFill>
                  <a:srgbClr val="CC7B6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6" name="Google Shape;2166;p49"/>
                <p:cNvSpPr/>
                <p:nvPr/>
              </p:nvSpPr>
              <p:spPr>
                <a:xfrm>
                  <a:off x="5409450" y="2633650"/>
                  <a:ext cx="99100" cy="43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4" h="1738" extrusionOk="0">
                      <a:moveTo>
                        <a:pt x="1489" y="1"/>
                      </a:moveTo>
                      <a:cubicBezTo>
                        <a:pt x="1425" y="1"/>
                        <a:pt x="1339" y="10"/>
                        <a:pt x="1228" y="39"/>
                      </a:cubicBezTo>
                      <a:cubicBezTo>
                        <a:pt x="897" y="127"/>
                        <a:pt x="897" y="449"/>
                        <a:pt x="707" y="528"/>
                      </a:cubicBezTo>
                      <a:cubicBezTo>
                        <a:pt x="672" y="543"/>
                        <a:pt x="626" y="549"/>
                        <a:pt x="576" y="549"/>
                      </a:cubicBezTo>
                      <a:cubicBezTo>
                        <a:pt x="362" y="549"/>
                        <a:pt x="61" y="439"/>
                        <a:pt x="61" y="439"/>
                      </a:cubicBezTo>
                      <a:cubicBezTo>
                        <a:pt x="61" y="439"/>
                        <a:pt x="20" y="903"/>
                        <a:pt x="7" y="1174"/>
                      </a:cubicBezTo>
                      <a:cubicBezTo>
                        <a:pt x="1" y="1449"/>
                        <a:pt x="184" y="1559"/>
                        <a:pt x="351" y="1632"/>
                      </a:cubicBezTo>
                      <a:cubicBezTo>
                        <a:pt x="521" y="1708"/>
                        <a:pt x="3462" y="1733"/>
                        <a:pt x="3581" y="1736"/>
                      </a:cubicBezTo>
                      <a:cubicBezTo>
                        <a:pt x="3596" y="1737"/>
                        <a:pt x="3612" y="1737"/>
                        <a:pt x="3629" y="1737"/>
                      </a:cubicBezTo>
                      <a:cubicBezTo>
                        <a:pt x="3753" y="1737"/>
                        <a:pt x="3919" y="1702"/>
                        <a:pt x="3941" y="1408"/>
                      </a:cubicBezTo>
                      <a:cubicBezTo>
                        <a:pt x="3963" y="1073"/>
                        <a:pt x="3373" y="875"/>
                        <a:pt x="2827" y="648"/>
                      </a:cubicBezTo>
                      <a:cubicBezTo>
                        <a:pt x="2285" y="417"/>
                        <a:pt x="1663" y="39"/>
                        <a:pt x="1663" y="39"/>
                      </a:cubicBezTo>
                      <a:cubicBezTo>
                        <a:pt x="1663" y="39"/>
                        <a:pt x="1618" y="1"/>
                        <a:pt x="1489" y="1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7" name="Google Shape;2167;p49"/>
                <p:cNvSpPr/>
                <p:nvPr/>
              </p:nvSpPr>
              <p:spPr>
                <a:xfrm>
                  <a:off x="5332175" y="2319775"/>
                  <a:ext cx="84875" cy="31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5" h="12656" extrusionOk="0">
                      <a:moveTo>
                        <a:pt x="1013" y="0"/>
                      </a:moveTo>
                      <a:cubicBezTo>
                        <a:pt x="1013" y="0"/>
                        <a:pt x="663" y="5697"/>
                        <a:pt x="593" y="7379"/>
                      </a:cubicBezTo>
                      <a:cubicBezTo>
                        <a:pt x="521" y="9057"/>
                        <a:pt x="0" y="12303"/>
                        <a:pt x="297" y="12486"/>
                      </a:cubicBezTo>
                      <a:cubicBezTo>
                        <a:pt x="457" y="12587"/>
                        <a:pt x="869" y="12656"/>
                        <a:pt x="1228" y="12656"/>
                      </a:cubicBezTo>
                      <a:cubicBezTo>
                        <a:pt x="1532" y="12656"/>
                        <a:pt x="1797" y="12607"/>
                        <a:pt x="1839" y="12486"/>
                      </a:cubicBezTo>
                      <a:cubicBezTo>
                        <a:pt x="1928" y="12228"/>
                        <a:pt x="2666" y="6650"/>
                        <a:pt x="2701" y="6278"/>
                      </a:cubicBezTo>
                      <a:cubicBezTo>
                        <a:pt x="2735" y="5903"/>
                        <a:pt x="3395" y="205"/>
                        <a:pt x="3395" y="205"/>
                      </a:cubicBezTo>
                      <a:lnTo>
                        <a:pt x="101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8" name="Google Shape;2168;p49"/>
                <p:cNvSpPr/>
                <p:nvPr/>
              </p:nvSpPr>
              <p:spPr>
                <a:xfrm>
                  <a:off x="5400550" y="2317550"/>
                  <a:ext cx="57750" cy="31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0" h="12712" extrusionOk="0">
                      <a:moveTo>
                        <a:pt x="2079" y="1"/>
                      </a:moveTo>
                      <a:lnTo>
                        <a:pt x="0" y="452"/>
                      </a:lnTo>
                      <a:cubicBezTo>
                        <a:pt x="0" y="452"/>
                        <a:pt x="183" y="12068"/>
                        <a:pt x="158" y="12339"/>
                      </a:cubicBezTo>
                      <a:cubicBezTo>
                        <a:pt x="136" y="12613"/>
                        <a:pt x="275" y="12711"/>
                        <a:pt x="666" y="12711"/>
                      </a:cubicBezTo>
                      <a:cubicBezTo>
                        <a:pt x="1054" y="12711"/>
                        <a:pt x="1937" y="12664"/>
                        <a:pt x="1963" y="12430"/>
                      </a:cubicBezTo>
                      <a:cubicBezTo>
                        <a:pt x="1985" y="12200"/>
                        <a:pt x="2013" y="7774"/>
                        <a:pt x="2013" y="7455"/>
                      </a:cubicBezTo>
                      <a:cubicBezTo>
                        <a:pt x="2013" y="7137"/>
                        <a:pt x="2152" y="3178"/>
                        <a:pt x="2231" y="2266"/>
                      </a:cubicBezTo>
                      <a:cubicBezTo>
                        <a:pt x="2310" y="1357"/>
                        <a:pt x="2079" y="1"/>
                        <a:pt x="2079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9" name="Google Shape;2169;p49"/>
                <p:cNvSpPr/>
                <p:nvPr/>
              </p:nvSpPr>
              <p:spPr>
                <a:xfrm>
                  <a:off x="5437850" y="2199400"/>
                  <a:ext cx="27775" cy="8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" h="3397" extrusionOk="0">
                      <a:moveTo>
                        <a:pt x="250" y="1"/>
                      </a:moveTo>
                      <a:lnTo>
                        <a:pt x="250" y="1"/>
                      </a:lnTo>
                      <a:cubicBezTo>
                        <a:pt x="1" y="1667"/>
                        <a:pt x="335" y="3395"/>
                        <a:pt x="332" y="3395"/>
                      </a:cubicBezTo>
                      <a:cubicBezTo>
                        <a:pt x="352" y="3396"/>
                        <a:pt x="371" y="3396"/>
                        <a:pt x="390" y="3396"/>
                      </a:cubicBezTo>
                      <a:cubicBezTo>
                        <a:pt x="1037" y="3396"/>
                        <a:pt x="1111" y="3093"/>
                        <a:pt x="1111" y="3093"/>
                      </a:cubicBezTo>
                      <a:cubicBezTo>
                        <a:pt x="1111" y="3093"/>
                        <a:pt x="859" y="1619"/>
                        <a:pt x="679" y="903"/>
                      </a:cubicBezTo>
                      <a:cubicBezTo>
                        <a:pt x="499" y="184"/>
                        <a:pt x="250" y="1"/>
                        <a:pt x="250" y="1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0" name="Google Shape;2170;p49"/>
                <p:cNvSpPr/>
                <p:nvPr/>
              </p:nvSpPr>
              <p:spPr>
                <a:xfrm>
                  <a:off x="5344875" y="2177875"/>
                  <a:ext cx="113925" cy="158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57" h="6335" extrusionOk="0">
                      <a:moveTo>
                        <a:pt x="1407" y="1"/>
                      </a:moveTo>
                      <a:cubicBezTo>
                        <a:pt x="1259" y="1"/>
                        <a:pt x="262" y="272"/>
                        <a:pt x="211" y="345"/>
                      </a:cubicBezTo>
                      <a:cubicBezTo>
                        <a:pt x="155" y="414"/>
                        <a:pt x="211" y="2824"/>
                        <a:pt x="177" y="3089"/>
                      </a:cubicBezTo>
                      <a:cubicBezTo>
                        <a:pt x="148" y="3351"/>
                        <a:pt x="0" y="5676"/>
                        <a:pt x="6" y="5995"/>
                      </a:cubicBezTo>
                      <a:cubicBezTo>
                        <a:pt x="9" y="6259"/>
                        <a:pt x="257" y="6334"/>
                        <a:pt x="698" y="6334"/>
                      </a:cubicBezTo>
                      <a:cubicBezTo>
                        <a:pt x="789" y="6334"/>
                        <a:pt x="887" y="6331"/>
                        <a:pt x="994" y="6326"/>
                      </a:cubicBezTo>
                      <a:cubicBezTo>
                        <a:pt x="1364" y="6307"/>
                        <a:pt x="1836" y="6289"/>
                        <a:pt x="2351" y="6289"/>
                      </a:cubicBezTo>
                      <a:cubicBezTo>
                        <a:pt x="2713" y="6289"/>
                        <a:pt x="3096" y="6298"/>
                        <a:pt x="3480" y="6323"/>
                      </a:cubicBezTo>
                      <a:cubicBezTo>
                        <a:pt x="3530" y="6326"/>
                        <a:pt x="3577" y="6328"/>
                        <a:pt x="3623" y="6328"/>
                      </a:cubicBezTo>
                      <a:cubicBezTo>
                        <a:pt x="4426" y="6328"/>
                        <a:pt x="4557" y="5817"/>
                        <a:pt x="4410" y="5411"/>
                      </a:cubicBezTo>
                      <a:cubicBezTo>
                        <a:pt x="4256" y="4982"/>
                        <a:pt x="4063" y="3556"/>
                        <a:pt x="4051" y="3247"/>
                      </a:cubicBezTo>
                      <a:cubicBezTo>
                        <a:pt x="4038" y="2935"/>
                        <a:pt x="4133" y="1212"/>
                        <a:pt x="4003" y="912"/>
                      </a:cubicBezTo>
                      <a:cubicBezTo>
                        <a:pt x="3874" y="613"/>
                        <a:pt x="3025" y="121"/>
                        <a:pt x="3025" y="121"/>
                      </a:cubicBezTo>
                      <a:cubicBezTo>
                        <a:pt x="3025" y="121"/>
                        <a:pt x="2760" y="657"/>
                        <a:pt x="2631" y="710"/>
                      </a:cubicBezTo>
                      <a:cubicBezTo>
                        <a:pt x="2630" y="711"/>
                        <a:pt x="2628" y="711"/>
                        <a:pt x="2625" y="711"/>
                      </a:cubicBezTo>
                      <a:cubicBezTo>
                        <a:pt x="2514" y="711"/>
                        <a:pt x="1555" y="1"/>
                        <a:pt x="1407" y="1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1" name="Google Shape;2171;p49"/>
                <p:cNvSpPr/>
                <p:nvPr/>
              </p:nvSpPr>
              <p:spPr>
                <a:xfrm>
                  <a:off x="5444875" y="2227025"/>
                  <a:ext cx="8700" cy="77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8" h="3117" extrusionOk="0">
                      <a:moveTo>
                        <a:pt x="70" y="0"/>
                      </a:moveTo>
                      <a:cubicBezTo>
                        <a:pt x="51" y="0"/>
                        <a:pt x="38" y="10"/>
                        <a:pt x="38" y="25"/>
                      </a:cubicBezTo>
                      <a:cubicBezTo>
                        <a:pt x="38" y="69"/>
                        <a:pt x="0" y="1082"/>
                        <a:pt x="22" y="1325"/>
                      </a:cubicBezTo>
                      <a:cubicBezTo>
                        <a:pt x="48" y="1555"/>
                        <a:pt x="240" y="2893"/>
                        <a:pt x="287" y="3095"/>
                      </a:cubicBezTo>
                      <a:cubicBezTo>
                        <a:pt x="291" y="3111"/>
                        <a:pt x="303" y="3117"/>
                        <a:pt x="316" y="3117"/>
                      </a:cubicBezTo>
                      <a:lnTo>
                        <a:pt x="322" y="3117"/>
                      </a:lnTo>
                      <a:cubicBezTo>
                        <a:pt x="335" y="3114"/>
                        <a:pt x="347" y="3098"/>
                        <a:pt x="344" y="3082"/>
                      </a:cubicBezTo>
                      <a:cubicBezTo>
                        <a:pt x="297" y="2880"/>
                        <a:pt x="108" y="1552"/>
                        <a:pt x="82" y="1319"/>
                      </a:cubicBezTo>
                      <a:cubicBezTo>
                        <a:pt x="60" y="1082"/>
                        <a:pt x="98" y="41"/>
                        <a:pt x="98" y="28"/>
                      </a:cubicBezTo>
                      <a:cubicBezTo>
                        <a:pt x="98" y="16"/>
                        <a:pt x="85" y="0"/>
                        <a:pt x="70" y="0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2" name="Google Shape;2172;p49"/>
                <p:cNvSpPr/>
                <p:nvPr/>
              </p:nvSpPr>
              <p:spPr>
                <a:xfrm>
                  <a:off x="5287125" y="2281550"/>
                  <a:ext cx="121975" cy="10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" h="4363" extrusionOk="0">
                      <a:moveTo>
                        <a:pt x="1272" y="1"/>
                      </a:moveTo>
                      <a:cubicBezTo>
                        <a:pt x="848" y="1"/>
                        <a:pt x="417" y="109"/>
                        <a:pt x="417" y="109"/>
                      </a:cubicBezTo>
                      <a:cubicBezTo>
                        <a:pt x="102" y="816"/>
                        <a:pt x="1" y="3040"/>
                        <a:pt x="269" y="3476"/>
                      </a:cubicBezTo>
                      <a:cubicBezTo>
                        <a:pt x="543" y="3917"/>
                        <a:pt x="2550" y="4192"/>
                        <a:pt x="2815" y="4239"/>
                      </a:cubicBezTo>
                      <a:cubicBezTo>
                        <a:pt x="2954" y="4264"/>
                        <a:pt x="3319" y="4362"/>
                        <a:pt x="3686" y="4362"/>
                      </a:cubicBezTo>
                      <a:cubicBezTo>
                        <a:pt x="4019" y="4362"/>
                        <a:pt x="4353" y="4281"/>
                        <a:pt x="4522" y="3990"/>
                      </a:cubicBezTo>
                      <a:cubicBezTo>
                        <a:pt x="4878" y="3378"/>
                        <a:pt x="4528" y="766"/>
                        <a:pt x="4370" y="643"/>
                      </a:cubicBezTo>
                      <a:cubicBezTo>
                        <a:pt x="4212" y="520"/>
                        <a:pt x="2029" y="84"/>
                        <a:pt x="1540" y="18"/>
                      </a:cubicBezTo>
                      <a:cubicBezTo>
                        <a:pt x="1454" y="6"/>
                        <a:pt x="1363" y="1"/>
                        <a:pt x="1272" y="1"/>
                      </a:cubicBezTo>
                      <a:close/>
                    </a:path>
                  </a:pathLst>
                </a:custGeom>
                <a:solidFill>
                  <a:srgbClr val="AD650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3" name="Google Shape;2173;p49"/>
                <p:cNvSpPr/>
                <p:nvPr/>
              </p:nvSpPr>
              <p:spPr>
                <a:xfrm>
                  <a:off x="5377050" y="2297475"/>
                  <a:ext cx="19500" cy="1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0" h="451" extrusionOk="0">
                      <a:moveTo>
                        <a:pt x="750" y="0"/>
                      </a:moveTo>
                      <a:cubicBezTo>
                        <a:pt x="744" y="0"/>
                        <a:pt x="738" y="2"/>
                        <a:pt x="732" y="6"/>
                      </a:cubicBezTo>
                      <a:lnTo>
                        <a:pt x="19" y="394"/>
                      </a:lnTo>
                      <a:cubicBezTo>
                        <a:pt x="3" y="403"/>
                        <a:pt x="0" y="419"/>
                        <a:pt x="7" y="435"/>
                      </a:cubicBezTo>
                      <a:cubicBezTo>
                        <a:pt x="13" y="447"/>
                        <a:pt x="19" y="450"/>
                        <a:pt x="32" y="450"/>
                      </a:cubicBezTo>
                      <a:cubicBezTo>
                        <a:pt x="35" y="450"/>
                        <a:pt x="38" y="450"/>
                        <a:pt x="48" y="447"/>
                      </a:cubicBezTo>
                      <a:lnTo>
                        <a:pt x="761" y="56"/>
                      </a:lnTo>
                      <a:cubicBezTo>
                        <a:pt x="776" y="47"/>
                        <a:pt x="779" y="31"/>
                        <a:pt x="773" y="15"/>
                      </a:cubicBezTo>
                      <a:cubicBezTo>
                        <a:pt x="767" y="5"/>
                        <a:pt x="759" y="0"/>
                        <a:pt x="750" y="0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4" name="Google Shape;2174;p49"/>
                <p:cNvSpPr/>
                <p:nvPr/>
              </p:nvSpPr>
              <p:spPr>
                <a:xfrm>
                  <a:off x="5296750" y="2283550"/>
                  <a:ext cx="83550" cy="10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42" h="4090" extrusionOk="0">
                      <a:moveTo>
                        <a:pt x="34" y="0"/>
                      </a:moveTo>
                      <a:cubicBezTo>
                        <a:pt x="21" y="0"/>
                        <a:pt x="10" y="7"/>
                        <a:pt x="7" y="20"/>
                      </a:cubicBezTo>
                      <a:cubicBezTo>
                        <a:pt x="1" y="36"/>
                        <a:pt x="10" y="51"/>
                        <a:pt x="26" y="55"/>
                      </a:cubicBezTo>
                      <a:cubicBezTo>
                        <a:pt x="1509" y="446"/>
                        <a:pt x="3102" y="935"/>
                        <a:pt x="3127" y="1077"/>
                      </a:cubicBezTo>
                      <a:cubicBezTo>
                        <a:pt x="3184" y="1342"/>
                        <a:pt x="3323" y="3916"/>
                        <a:pt x="3203" y="4039"/>
                      </a:cubicBezTo>
                      <a:cubicBezTo>
                        <a:pt x="3190" y="4045"/>
                        <a:pt x="3187" y="4067"/>
                        <a:pt x="3196" y="4077"/>
                      </a:cubicBezTo>
                      <a:cubicBezTo>
                        <a:pt x="3200" y="4086"/>
                        <a:pt x="3212" y="4090"/>
                        <a:pt x="3219" y="4090"/>
                      </a:cubicBezTo>
                      <a:cubicBezTo>
                        <a:pt x="3225" y="4090"/>
                        <a:pt x="3231" y="4090"/>
                        <a:pt x="3241" y="4086"/>
                      </a:cubicBezTo>
                      <a:cubicBezTo>
                        <a:pt x="3263" y="4071"/>
                        <a:pt x="3342" y="4017"/>
                        <a:pt x="3291" y="2619"/>
                      </a:cubicBezTo>
                      <a:cubicBezTo>
                        <a:pt x="3263" y="1900"/>
                        <a:pt x="3212" y="1184"/>
                        <a:pt x="3187" y="1064"/>
                      </a:cubicBezTo>
                      <a:cubicBezTo>
                        <a:pt x="3174" y="1023"/>
                        <a:pt x="3152" y="903"/>
                        <a:pt x="1588" y="433"/>
                      </a:cubicBezTo>
                      <a:cubicBezTo>
                        <a:pt x="818" y="206"/>
                        <a:pt x="48" y="4"/>
                        <a:pt x="42" y="1"/>
                      </a:cubicBezTo>
                      <a:cubicBezTo>
                        <a:pt x="39" y="0"/>
                        <a:pt x="36" y="0"/>
                        <a:pt x="34" y="0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5" name="Google Shape;2175;p49"/>
                <p:cNvSpPr/>
                <p:nvPr/>
              </p:nvSpPr>
              <p:spPr>
                <a:xfrm>
                  <a:off x="5356925" y="2175900"/>
                  <a:ext cx="32675" cy="141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7" h="5667" extrusionOk="0">
                      <a:moveTo>
                        <a:pt x="532" y="1"/>
                      </a:moveTo>
                      <a:cubicBezTo>
                        <a:pt x="530" y="1"/>
                        <a:pt x="529" y="1"/>
                        <a:pt x="528" y="1"/>
                      </a:cubicBezTo>
                      <a:cubicBezTo>
                        <a:pt x="1" y="20"/>
                        <a:pt x="23" y="310"/>
                        <a:pt x="23" y="310"/>
                      </a:cubicBezTo>
                      <a:cubicBezTo>
                        <a:pt x="23" y="310"/>
                        <a:pt x="606" y="537"/>
                        <a:pt x="717" y="2133"/>
                      </a:cubicBezTo>
                      <a:cubicBezTo>
                        <a:pt x="834" y="3730"/>
                        <a:pt x="758" y="5474"/>
                        <a:pt x="900" y="5594"/>
                      </a:cubicBezTo>
                      <a:cubicBezTo>
                        <a:pt x="963" y="5646"/>
                        <a:pt x="1048" y="5666"/>
                        <a:pt x="1124" y="5666"/>
                      </a:cubicBezTo>
                      <a:cubicBezTo>
                        <a:pt x="1219" y="5666"/>
                        <a:pt x="1299" y="5634"/>
                        <a:pt x="1301" y="5594"/>
                      </a:cubicBezTo>
                      <a:cubicBezTo>
                        <a:pt x="1307" y="5518"/>
                        <a:pt x="1174" y="3484"/>
                        <a:pt x="1174" y="3250"/>
                      </a:cubicBezTo>
                      <a:cubicBezTo>
                        <a:pt x="1174" y="3017"/>
                        <a:pt x="1033" y="1"/>
                        <a:pt x="532" y="1"/>
                      </a:cubicBezTo>
                      <a:close/>
                    </a:path>
                  </a:pathLst>
                </a:custGeom>
                <a:solidFill>
                  <a:srgbClr val="AD650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6" name="Google Shape;2176;p49"/>
                <p:cNvSpPr/>
                <p:nvPr/>
              </p:nvSpPr>
              <p:spPr>
                <a:xfrm>
                  <a:off x="5375625" y="2171400"/>
                  <a:ext cx="34950" cy="3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8" h="1415" extrusionOk="0">
                      <a:moveTo>
                        <a:pt x="341" y="1"/>
                      </a:moveTo>
                      <a:cubicBezTo>
                        <a:pt x="341" y="1"/>
                        <a:pt x="111" y="48"/>
                        <a:pt x="0" y="304"/>
                      </a:cubicBezTo>
                      <a:cubicBezTo>
                        <a:pt x="0" y="304"/>
                        <a:pt x="404" y="1029"/>
                        <a:pt x="474" y="1414"/>
                      </a:cubicBezTo>
                      <a:cubicBezTo>
                        <a:pt x="474" y="1414"/>
                        <a:pt x="690" y="952"/>
                        <a:pt x="1185" y="952"/>
                      </a:cubicBezTo>
                      <a:cubicBezTo>
                        <a:pt x="1251" y="952"/>
                        <a:pt x="1322" y="960"/>
                        <a:pt x="1398" y="979"/>
                      </a:cubicBezTo>
                      <a:cubicBezTo>
                        <a:pt x="1398" y="979"/>
                        <a:pt x="407" y="462"/>
                        <a:pt x="341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7" name="Google Shape;2177;p49"/>
                <p:cNvSpPr/>
                <p:nvPr/>
              </p:nvSpPr>
              <p:spPr>
                <a:xfrm>
                  <a:off x="5410550" y="2171400"/>
                  <a:ext cx="14625" cy="2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" h="1175" extrusionOk="0">
                      <a:moveTo>
                        <a:pt x="92" y="1"/>
                      </a:moveTo>
                      <a:cubicBezTo>
                        <a:pt x="92" y="1"/>
                        <a:pt x="174" y="698"/>
                        <a:pt x="1" y="979"/>
                      </a:cubicBezTo>
                      <a:cubicBezTo>
                        <a:pt x="1" y="979"/>
                        <a:pt x="59" y="942"/>
                        <a:pt x="149" y="942"/>
                      </a:cubicBezTo>
                      <a:cubicBezTo>
                        <a:pt x="247" y="942"/>
                        <a:pt x="383" y="986"/>
                        <a:pt x="522" y="1175"/>
                      </a:cubicBezTo>
                      <a:cubicBezTo>
                        <a:pt x="522" y="1175"/>
                        <a:pt x="585" y="111"/>
                        <a:pt x="9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8" name="Google Shape;2178;p49"/>
                <p:cNvSpPr/>
                <p:nvPr/>
              </p:nvSpPr>
              <p:spPr>
                <a:xfrm>
                  <a:off x="5310875" y="2252325"/>
                  <a:ext cx="35200" cy="45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8" h="1813" extrusionOk="0">
                      <a:moveTo>
                        <a:pt x="1354" y="1"/>
                      </a:moveTo>
                      <a:lnTo>
                        <a:pt x="139" y="127"/>
                      </a:lnTo>
                      <a:cubicBezTo>
                        <a:pt x="139" y="127"/>
                        <a:pt x="0" y="1370"/>
                        <a:pt x="51" y="1648"/>
                      </a:cubicBezTo>
                      <a:cubicBezTo>
                        <a:pt x="72" y="1756"/>
                        <a:pt x="199" y="1812"/>
                        <a:pt x="363" y="1812"/>
                      </a:cubicBezTo>
                      <a:cubicBezTo>
                        <a:pt x="624" y="1812"/>
                        <a:pt x="977" y="1670"/>
                        <a:pt x="1139" y="1370"/>
                      </a:cubicBezTo>
                      <a:cubicBezTo>
                        <a:pt x="1407" y="881"/>
                        <a:pt x="1354" y="1"/>
                        <a:pt x="1354" y="1"/>
                      </a:cubicBezTo>
                      <a:close/>
                    </a:path>
                  </a:pathLst>
                </a:custGeom>
                <a:solidFill>
                  <a:srgbClr val="CC7B6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9" name="Google Shape;2179;p49"/>
                <p:cNvSpPr/>
                <p:nvPr/>
              </p:nvSpPr>
              <p:spPr>
                <a:xfrm>
                  <a:off x="5312375" y="2186150"/>
                  <a:ext cx="55475" cy="8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9" h="3448" extrusionOk="0">
                      <a:moveTo>
                        <a:pt x="1530" y="1"/>
                      </a:moveTo>
                      <a:cubicBezTo>
                        <a:pt x="1530" y="1"/>
                        <a:pt x="1168" y="231"/>
                        <a:pt x="906" y="723"/>
                      </a:cubicBezTo>
                      <a:cubicBezTo>
                        <a:pt x="650" y="1215"/>
                        <a:pt x="0" y="2840"/>
                        <a:pt x="0" y="2840"/>
                      </a:cubicBezTo>
                      <a:cubicBezTo>
                        <a:pt x="0" y="2840"/>
                        <a:pt x="268" y="3447"/>
                        <a:pt x="1175" y="3447"/>
                      </a:cubicBezTo>
                      <a:cubicBezTo>
                        <a:pt x="1253" y="3447"/>
                        <a:pt x="1336" y="3443"/>
                        <a:pt x="1423" y="3433"/>
                      </a:cubicBezTo>
                      <a:cubicBezTo>
                        <a:pt x="1423" y="3433"/>
                        <a:pt x="1871" y="1878"/>
                        <a:pt x="2180" y="1660"/>
                      </a:cubicBezTo>
                      <a:cubicBezTo>
                        <a:pt x="2180" y="1660"/>
                        <a:pt x="2180" y="1660"/>
                        <a:pt x="2180" y="1660"/>
                      </a:cubicBezTo>
                      <a:cubicBezTo>
                        <a:pt x="2181" y="1660"/>
                        <a:pt x="2219" y="765"/>
                        <a:pt x="1530" y="1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0" name="Google Shape;2180;p49"/>
                <p:cNvSpPr/>
                <p:nvPr/>
              </p:nvSpPr>
              <p:spPr>
                <a:xfrm>
                  <a:off x="5347150" y="2227125"/>
                  <a:ext cx="20525" cy="4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1" h="1826" extrusionOk="0">
                      <a:moveTo>
                        <a:pt x="789" y="0"/>
                      </a:moveTo>
                      <a:cubicBezTo>
                        <a:pt x="781" y="0"/>
                        <a:pt x="773" y="4"/>
                        <a:pt x="767" y="12"/>
                      </a:cubicBezTo>
                      <a:cubicBezTo>
                        <a:pt x="420" y="438"/>
                        <a:pt x="20" y="1734"/>
                        <a:pt x="4" y="1788"/>
                      </a:cubicBezTo>
                      <a:cubicBezTo>
                        <a:pt x="1" y="1804"/>
                        <a:pt x="10" y="1820"/>
                        <a:pt x="26" y="1826"/>
                      </a:cubicBezTo>
                      <a:lnTo>
                        <a:pt x="32" y="1826"/>
                      </a:lnTo>
                      <a:cubicBezTo>
                        <a:pt x="45" y="1826"/>
                        <a:pt x="57" y="1816"/>
                        <a:pt x="61" y="1804"/>
                      </a:cubicBezTo>
                      <a:cubicBezTo>
                        <a:pt x="64" y="1794"/>
                        <a:pt x="471" y="463"/>
                        <a:pt x="808" y="47"/>
                      </a:cubicBezTo>
                      <a:cubicBezTo>
                        <a:pt x="821" y="34"/>
                        <a:pt x="818" y="18"/>
                        <a:pt x="805" y="6"/>
                      </a:cubicBezTo>
                      <a:cubicBezTo>
                        <a:pt x="800" y="2"/>
                        <a:pt x="795" y="0"/>
                        <a:pt x="789" y="0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1" name="Google Shape;2181;p49"/>
                <p:cNvSpPr/>
                <p:nvPr/>
              </p:nvSpPr>
              <p:spPr>
                <a:xfrm>
                  <a:off x="5311825" y="2247750"/>
                  <a:ext cx="63275" cy="53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1" h="2124" extrusionOk="0">
                      <a:moveTo>
                        <a:pt x="2120" y="1"/>
                      </a:moveTo>
                      <a:cubicBezTo>
                        <a:pt x="2120" y="1"/>
                        <a:pt x="1291" y="442"/>
                        <a:pt x="729" y="818"/>
                      </a:cubicBezTo>
                      <a:cubicBezTo>
                        <a:pt x="287" y="1114"/>
                        <a:pt x="89" y="1578"/>
                        <a:pt x="26" y="1767"/>
                      </a:cubicBezTo>
                      <a:cubicBezTo>
                        <a:pt x="0" y="1837"/>
                        <a:pt x="13" y="1909"/>
                        <a:pt x="54" y="1969"/>
                      </a:cubicBezTo>
                      <a:cubicBezTo>
                        <a:pt x="104" y="2042"/>
                        <a:pt x="200" y="2124"/>
                        <a:pt x="379" y="2124"/>
                      </a:cubicBezTo>
                      <a:cubicBezTo>
                        <a:pt x="470" y="2124"/>
                        <a:pt x="583" y="2103"/>
                        <a:pt x="723" y="2048"/>
                      </a:cubicBezTo>
                      <a:cubicBezTo>
                        <a:pt x="1354" y="1805"/>
                        <a:pt x="2530" y="341"/>
                        <a:pt x="2530" y="341"/>
                      </a:cubicBezTo>
                      <a:lnTo>
                        <a:pt x="2120" y="1"/>
                      </a:lnTo>
                      <a:close/>
                    </a:path>
                  </a:pathLst>
                </a:custGeom>
                <a:solidFill>
                  <a:srgbClr val="CC7B6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2" name="Google Shape;2182;p49"/>
                <p:cNvSpPr/>
                <p:nvPr/>
              </p:nvSpPr>
              <p:spPr>
                <a:xfrm>
                  <a:off x="5364750" y="2228550"/>
                  <a:ext cx="30450" cy="3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8" h="1388" extrusionOk="0">
                      <a:moveTo>
                        <a:pt x="659" y="1"/>
                      </a:moveTo>
                      <a:cubicBezTo>
                        <a:pt x="567" y="1"/>
                        <a:pt x="486" y="14"/>
                        <a:pt x="442" y="27"/>
                      </a:cubicBezTo>
                      <a:cubicBezTo>
                        <a:pt x="309" y="68"/>
                        <a:pt x="0" y="769"/>
                        <a:pt x="0" y="769"/>
                      </a:cubicBezTo>
                      <a:lnTo>
                        <a:pt x="407" y="1109"/>
                      </a:lnTo>
                      <a:cubicBezTo>
                        <a:pt x="448" y="1094"/>
                        <a:pt x="486" y="1087"/>
                        <a:pt x="522" y="1087"/>
                      </a:cubicBezTo>
                      <a:cubicBezTo>
                        <a:pt x="759" y="1087"/>
                        <a:pt x="893" y="1387"/>
                        <a:pt x="893" y="1387"/>
                      </a:cubicBezTo>
                      <a:cubicBezTo>
                        <a:pt x="894" y="1387"/>
                        <a:pt x="896" y="1387"/>
                        <a:pt x="897" y="1387"/>
                      </a:cubicBezTo>
                      <a:cubicBezTo>
                        <a:pt x="1159" y="1387"/>
                        <a:pt x="1217" y="568"/>
                        <a:pt x="1117" y="258"/>
                      </a:cubicBezTo>
                      <a:cubicBezTo>
                        <a:pt x="1052" y="52"/>
                        <a:pt x="836" y="1"/>
                        <a:pt x="659" y="1"/>
                      </a:cubicBezTo>
                      <a:close/>
                    </a:path>
                  </a:pathLst>
                </a:custGeom>
                <a:solidFill>
                  <a:srgbClr val="CC7B6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3" name="Google Shape;2183;p49"/>
                <p:cNvSpPr/>
                <p:nvPr/>
              </p:nvSpPr>
              <p:spPr>
                <a:xfrm>
                  <a:off x="5377900" y="2247125"/>
                  <a:ext cx="14875" cy="11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" h="462" extrusionOk="0">
                      <a:moveTo>
                        <a:pt x="262" y="0"/>
                      </a:moveTo>
                      <a:cubicBezTo>
                        <a:pt x="260" y="0"/>
                        <a:pt x="258" y="0"/>
                        <a:pt x="256" y="1"/>
                      </a:cubicBezTo>
                      <a:cubicBezTo>
                        <a:pt x="105" y="7"/>
                        <a:pt x="26" y="38"/>
                        <a:pt x="20" y="38"/>
                      </a:cubicBezTo>
                      <a:cubicBezTo>
                        <a:pt x="4" y="42"/>
                        <a:pt x="1" y="57"/>
                        <a:pt x="4" y="73"/>
                      </a:cubicBezTo>
                      <a:cubicBezTo>
                        <a:pt x="9" y="85"/>
                        <a:pt x="19" y="91"/>
                        <a:pt x="30" y="91"/>
                      </a:cubicBezTo>
                      <a:cubicBezTo>
                        <a:pt x="34" y="91"/>
                        <a:pt x="38" y="90"/>
                        <a:pt x="42" y="89"/>
                      </a:cubicBezTo>
                      <a:cubicBezTo>
                        <a:pt x="42" y="89"/>
                        <a:pt x="115" y="64"/>
                        <a:pt x="256" y="54"/>
                      </a:cubicBezTo>
                      <a:cubicBezTo>
                        <a:pt x="257" y="54"/>
                        <a:pt x="258" y="54"/>
                        <a:pt x="258" y="54"/>
                      </a:cubicBezTo>
                      <a:cubicBezTo>
                        <a:pt x="353" y="54"/>
                        <a:pt x="478" y="292"/>
                        <a:pt x="534" y="442"/>
                      </a:cubicBezTo>
                      <a:cubicBezTo>
                        <a:pt x="537" y="452"/>
                        <a:pt x="550" y="461"/>
                        <a:pt x="562" y="461"/>
                      </a:cubicBezTo>
                      <a:cubicBezTo>
                        <a:pt x="566" y="461"/>
                        <a:pt x="569" y="461"/>
                        <a:pt x="572" y="458"/>
                      </a:cubicBezTo>
                      <a:cubicBezTo>
                        <a:pt x="588" y="452"/>
                        <a:pt x="594" y="436"/>
                        <a:pt x="588" y="420"/>
                      </a:cubicBezTo>
                      <a:cubicBezTo>
                        <a:pt x="572" y="380"/>
                        <a:pt x="427" y="0"/>
                        <a:pt x="262" y="0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4" name="Google Shape;2184;p49"/>
                <p:cNvSpPr/>
                <p:nvPr/>
              </p:nvSpPr>
              <p:spPr>
                <a:xfrm>
                  <a:off x="5378550" y="2235425"/>
                  <a:ext cx="16100" cy="10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4" h="412" extrusionOk="0">
                      <a:moveTo>
                        <a:pt x="196" y="1"/>
                      </a:moveTo>
                      <a:cubicBezTo>
                        <a:pt x="192" y="1"/>
                        <a:pt x="187" y="1"/>
                        <a:pt x="183" y="2"/>
                      </a:cubicBezTo>
                      <a:cubicBezTo>
                        <a:pt x="70" y="21"/>
                        <a:pt x="19" y="62"/>
                        <a:pt x="13" y="62"/>
                      </a:cubicBezTo>
                      <a:cubicBezTo>
                        <a:pt x="0" y="68"/>
                        <a:pt x="0" y="90"/>
                        <a:pt x="6" y="99"/>
                      </a:cubicBezTo>
                      <a:cubicBezTo>
                        <a:pt x="10" y="109"/>
                        <a:pt x="20" y="113"/>
                        <a:pt x="30" y="113"/>
                      </a:cubicBezTo>
                      <a:cubicBezTo>
                        <a:pt x="36" y="113"/>
                        <a:pt x="43" y="111"/>
                        <a:pt x="47" y="109"/>
                      </a:cubicBezTo>
                      <a:cubicBezTo>
                        <a:pt x="47" y="109"/>
                        <a:pt x="89" y="80"/>
                        <a:pt x="193" y="62"/>
                      </a:cubicBezTo>
                      <a:cubicBezTo>
                        <a:pt x="195" y="61"/>
                        <a:pt x="197" y="61"/>
                        <a:pt x="199" y="61"/>
                      </a:cubicBezTo>
                      <a:cubicBezTo>
                        <a:pt x="271" y="61"/>
                        <a:pt x="465" y="255"/>
                        <a:pt x="587" y="399"/>
                      </a:cubicBezTo>
                      <a:cubicBezTo>
                        <a:pt x="593" y="409"/>
                        <a:pt x="603" y="412"/>
                        <a:pt x="609" y="412"/>
                      </a:cubicBezTo>
                      <a:cubicBezTo>
                        <a:pt x="618" y="412"/>
                        <a:pt x="622" y="412"/>
                        <a:pt x="628" y="399"/>
                      </a:cubicBezTo>
                      <a:cubicBezTo>
                        <a:pt x="641" y="393"/>
                        <a:pt x="644" y="374"/>
                        <a:pt x="634" y="361"/>
                      </a:cubicBezTo>
                      <a:cubicBezTo>
                        <a:pt x="579" y="300"/>
                        <a:pt x="324" y="1"/>
                        <a:pt x="196" y="1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5" name="Google Shape;2185;p49"/>
                <p:cNvSpPr/>
                <p:nvPr/>
              </p:nvSpPr>
              <p:spPr>
                <a:xfrm>
                  <a:off x="5457100" y="2446325"/>
                  <a:ext cx="25250" cy="69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0" h="2797" extrusionOk="0">
                      <a:moveTo>
                        <a:pt x="558" y="1"/>
                      </a:moveTo>
                      <a:cubicBezTo>
                        <a:pt x="556" y="1"/>
                        <a:pt x="554" y="1"/>
                        <a:pt x="552" y="1"/>
                      </a:cubicBezTo>
                      <a:cubicBezTo>
                        <a:pt x="537" y="5"/>
                        <a:pt x="524" y="20"/>
                        <a:pt x="527" y="36"/>
                      </a:cubicBezTo>
                      <a:cubicBezTo>
                        <a:pt x="533" y="61"/>
                        <a:pt x="940" y="2244"/>
                        <a:pt x="19" y="2743"/>
                      </a:cubicBezTo>
                      <a:cubicBezTo>
                        <a:pt x="3" y="2749"/>
                        <a:pt x="0" y="2765"/>
                        <a:pt x="7" y="2781"/>
                      </a:cubicBezTo>
                      <a:cubicBezTo>
                        <a:pt x="13" y="2793"/>
                        <a:pt x="19" y="2796"/>
                        <a:pt x="32" y="2796"/>
                      </a:cubicBezTo>
                      <a:cubicBezTo>
                        <a:pt x="35" y="2796"/>
                        <a:pt x="44" y="2796"/>
                        <a:pt x="48" y="2790"/>
                      </a:cubicBezTo>
                      <a:cubicBezTo>
                        <a:pt x="1010" y="2273"/>
                        <a:pt x="603" y="115"/>
                        <a:pt x="587" y="23"/>
                      </a:cubicBezTo>
                      <a:cubicBezTo>
                        <a:pt x="584" y="10"/>
                        <a:pt x="572" y="1"/>
                        <a:pt x="558" y="1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6" name="Google Shape;2186;p49"/>
                <p:cNvSpPr/>
                <p:nvPr/>
              </p:nvSpPr>
              <p:spPr>
                <a:xfrm>
                  <a:off x="5314975" y="2269150"/>
                  <a:ext cx="13425" cy="1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7" h="631" extrusionOk="0">
                      <a:moveTo>
                        <a:pt x="506" y="1"/>
                      </a:moveTo>
                      <a:cubicBezTo>
                        <a:pt x="500" y="1"/>
                        <a:pt x="494" y="2"/>
                        <a:pt x="489" y="6"/>
                      </a:cubicBezTo>
                      <a:cubicBezTo>
                        <a:pt x="480" y="12"/>
                        <a:pt x="212" y="186"/>
                        <a:pt x="10" y="590"/>
                      </a:cubicBezTo>
                      <a:cubicBezTo>
                        <a:pt x="0" y="605"/>
                        <a:pt x="7" y="621"/>
                        <a:pt x="23" y="627"/>
                      </a:cubicBezTo>
                      <a:cubicBezTo>
                        <a:pt x="26" y="631"/>
                        <a:pt x="29" y="631"/>
                        <a:pt x="32" y="631"/>
                      </a:cubicBezTo>
                      <a:cubicBezTo>
                        <a:pt x="45" y="631"/>
                        <a:pt x="54" y="627"/>
                        <a:pt x="60" y="612"/>
                      </a:cubicBezTo>
                      <a:cubicBezTo>
                        <a:pt x="253" y="227"/>
                        <a:pt x="518" y="53"/>
                        <a:pt x="521" y="53"/>
                      </a:cubicBezTo>
                      <a:cubicBezTo>
                        <a:pt x="534" y="44"/>
                        <a:pt x="537" y="25"/>
                        <a:pt x="530" y="12"/>
                      </a:cubicBezTo>
                      <a:cubicBezTo>
                        <a:pt x="525" y="5"/>
                        <a:pt x="516" y="1"/>
                        <a:pt x="506" y="1"/>
                      </a:cubicBezTo>
                      <a:close/>
                    </a:path>
                  </a:pathLst>
                </a:custGeom>
                <a:solidFill>
                  <a:srgbClr val="01162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187" name="Google Shape;2187;p49"/>
              <p:cNvGrpSpPr/>
              <p:nvPr/>
            </p:nvGrpSpPr>
            <p:grpSpPr>
              <a:xfrm flipH="1">
                <a:off x="1935403" y="3645623"/>
                <a:ext cx="763278" cy="413701"/>
                <a:chOff x="2697425" y="2166750"/>
                <a:chExt cx="179925" cy="97525"/>
              </a:xfrm>
            </p:grpSpPr>
            <p:sp>
              <p:nvSpPr>
                <p:cNvPr id="2188" name="Google Shape;2188;p49"/>
                <p:cNvSpPr/>
                <p:nvPr/>
              </p:nvSpPr>
              <p:spPr>
                <a:xfrm>
                  <a:off x="2723300" y="2166750"/>
                  <a:ext cx="154050" cy="97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62" h="3901" extrusionOk="0">
                      <a:moveTo>
                        <a:pt x="0" y="1"/>
                      </a:moveTo>
                      <a:lnTo>
                        <a:pt x="0" y="3900"/>
                      </a:lnTo>
                      <a:lnTo>
                        <a:pt x="6161" y="3900"/>
                      </a:lnTo>
                      <a:lnTo>
                        <a:pt x="6161" y="99"/>
                      </a:lnTo>
                      <a:cubicBezTo>
                        <a:pt x="6161" y="42"/>
                        <a:pt x="6117" y="1"/>
                        <a:pt x="6064" y="1"/>
                      </a:cubicBezTo>
                      <a:close/>
                    </a:path>
                  </a:pathLst>
                </a:custGeom>
                <a:solidFill>
                  <a:srgbClr val="FF9F1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9" name="Google Shape;2189;p49"/>
                <p:cNvSpPr/>
                <p:nvPr/>
              </p:nvSpPr>
              <p:spPr>
                <a:xfrm>
                  <a:off x="2697425" y="2166750"/>
                  <a:ext cx="25900" cy="97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6" h="3901" extrusionOk="0">
                      <a:moveTo>
                        <a:pt x="89" y="1"/>
                      </a:moveTo>
                      <a:cubicBezTo>
                        <a:pt x="38" y="1"/>
                        <a:pt x="0" y="39"/>
                        <a:pt x="0" y="89"/>
                      </a:cubicBezTo>
                      <a:lnTo>
                        <a:pt x="0" y="3588"/>
                      </a:lnTo>
                      <a:lnTo>
                        <a:pt x="4" y="3588"/>
                      </a:lnTo>
                      <a:lnTo>
                        <a:pt x="1035" y="3900"/>
                      </a:lnTo>
                      <a:lnTo>
                        <a:pt x="1035" y="1"/>
                      </a:lnTo>
                      <a:close/>
                    </a:path>
                  </a:pathLst>
                </a:custGeom>
                <a:solidFill>
                  <a:srgbClr val="AD650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190" name="Google Shape;2190;p49"/>
              <p:cNvGrpSpPr/>
              <p:nvPr/>
            </p:nvGrpSpPr>
            <p:grpSpPr>
              <a:xfrm>
                <a:off x="837120" y="3627826"/>
                <a:ext cx="454817" cy="449292"/>
                <a:chOff x="2123425" y="2404625"/>
                <a:chExt cx="207850" cy="205325"/>
              </a:xfrm>
            </p:grpSpPr>
            <p:sp>
              <p:nvSpPr>
                <p:cNvPr id="2191" name="Google Shape;2191;p49"/>
                <p:cNvSpPr/>
                <p:nvPr/>
              </p:nvSpPr>
              <p:spPr>
                <a:xfrm>
                  <a:off x="2309225" y="2421825"/>
                  <a:ext cx="10200" cy="129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8" h="5171" extrusionOk="0">
                      <a:moveTo>
                        <a:pt x="1" y="0"/>
                      </a:moveTo>
                      <a:lnTo>
                        <a:pt x="1" y="5171"/>
                      </a:lnTo>
                      <a:lnTo>
                        <a:pt x="408" y="5171"/>
                      </a:lnTo>
                      <a:lnTo>
                        <a:pt x="408" y="0"/>
                      </a:lnTo>
                      <a:close/>
                    </a:path>
                  </a:pathLst>
                </a:custGeom>
                <a:solidFill>
                  <a:srgbClr val="FF9F1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2" name="Google Shape;2192;p49"/>
                <p:cNvSpPr/>
                <p:nvPr/>
              </p:nvSpPr>
              <p:spPr>
                <a:xfrm>
                  <a:off x="2276425" y="2421825"/>
                  <a:ext cx="32825" cy="130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3" h="5222" extrusionOk="0">
                      <a:moveTo>
                        <a:pt x="1313" y="0"/>
                      </a:moveTo>
                      <a:lnTo>
                        <a:pt x="1" y="606"/>
                      </a:lnTo>
                      <a:lnTo>
                        <a:pt x="1" y="5221"/>
                      </a:lnTo>
                      <a:lnTo>
                        <a:pt x="1313" y="5168"/>
                      </a:lnTo>
                      <a:lnTo>
                        <a:pt x="1313" y="0"/>
                      </a:lnTo>
                      <a:close/>
                    </a:path>
                  </a:pathLst>
                </a:custGeom>
                <a:solidFill>
                  <a:srgbClr val="AD650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3" name="Google Shape;2193;p49"/>
                <p:cNvSpPr/>
                <p:nvPr/>
              </p:nvSpPr>
              <p:spPr>
                <a:xfrm>
                  <a:off x="2300550" y="2419850"/>
                  <a:ext cx="5250" cy="129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0" h="5171" extrusionOk="0">
                      <a:moveTo>
                        <a:pt x="1" y="0"/>
                      </a:moveTo>
                      <a:lnTo>
                        <a:pt x="1" y="5171"/>
                      </a:lnTo>
                      <a:lnTo>
                        <a:pt x="209" y="5171"/>
                      </a:lnTo>
                      <a:lnTo>
                        <a:pt x="209" y="0"/>
                      </a:lnTo>
                      <a:close/>
                    </a:path>
                  </a:pathLst>
                </a:custGeom>
                <a:solidFill>
                  <a:srgbClr val="8E091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4" name="Google Shape;2194;p49"/>
                <p:cNvSpPr/>
                <p:nvPr/>
              </p:nvSpPr>
              <p:spPr>
                <a:xfrm>
                  <a:off x="2252300" y="2419850"/>
                  <a:ext cx="48200" cy="130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8" h="5222" extrusionOk="0">
                      <a:moveTo>
                        <a:pt x="1928" y="0"/>
                      </a:moveTo>
                      <a:lnTo>
                        <a:pt x="0" y="893"/>
                      </a:lnTo>
                      <a:lnTo>
                        <a:pt x="0" y="5221"/>
                      </a:lnTo>
                      <a:lnTo>
                        <a:pt x="1928" y="5168"/>
                      </a:lnTo>
                      <a:lnTo>
                        <a:pt x="1928" y="0"/>
                      </a:lnTo>
                      <a:close/>
                    </a:path>
                  </a:pathLst>
                </a:custGeom>
                <a:solidFill>
                  <a:srgbClr val="1A756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5" name="Google Shape;2195;p49"/>
                <p:cNvSpPr/>
                <p:nvPr/>
              </p:nvSpPr>
              <p:spPr>
                <a:xfrm>
                  <a:off x="2274600" y="2406525"/>
                  <a:ext cx="11225" cy="129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9" h="5168" extrusionOk="0">
                      <a:moveTo>
                        <a:pt x="1" y="0"/>
                      </a:moveTo>
                      <a:lnTo>
                        <a:pt x="1" y="5168"/>
                      </a:lnTo>
                      <a:lnTo>
                        <a:pt x="449" y="5168"/>
                      </a:lnTo>
                      <a:lnTo>
                        <a:pt x="449" y="0"/>
                      </a:lnTo>
                      <a:close/>
                    </a:path>
                  </a:pathLst>
                </a:custGeom>
                <a:solidFill>
                  <a:srgbClr val="8E091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6" name="Google Shape;2196;p49"/>
                <p:cNvSpPr/>
                <p:nvPr/>
              </p:nvSpPr>
              <p:spPr>
                <a:xfrm>
                  <a:off x="2226425" y="2406525"/>
                  <a:ext cx="48300" cy="13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2" h="5219" extrusionOk="0">
                      <a:moveTo>
                        <a:pt x="1931" y="0"/>
                      </a:moveTo>
                      <a:lnTo>
                        <a:pt x="0" y="893"/>
                      </a:lnTo>
                      <a:lnTo>
                        <a:pt x="0" y="5218"/>
                      </a:lnTo>
                      <a:lnTo>
                        <a:pt x="1931" y="5171"/>
                      </a:lnTo>
                      <a:lnTo>
                        <a:pt x="1931" y="0"/>
                      </a:lnTo>
                      <a:close/>
                    </a:path>
                  </a:pathLst>
                </a:custGeom>
                <a:solidFill>
                  <a:srgbClr val="FF9F1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7" name="Google Shape;2197;p49"/>
                <p:cNvSpPr/>
                <p:nvPr/>
              </p:nvSpPr>
              <p:spPr>
                <a:xfrm>
                  <a:off x="2242750" y="2404625"/>
                  <a:ext cx="11300" cy="129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" h="5168" extrusionOk="0">
                      <a:moveTo>
                        <a:pt x="0" y="1"/>
                      </a:moveTo>
                      <a:lnTo>
                        <a:pt x="0" y="5168"/>
                      </a:lnTo>
                      <a:lnTo>
                        <a:pt x="452" y="5168"/>
                      </a:lnTo>
                      <a:lnTo>
                        <a:pt x="452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8" name="Google Shape;2198;p49"/>
                <p:cNvSpPr/>
                <p:nvPr/>
              </p:nvSpPr>
              <p:spPr>
                <a:xfrm>
                  <a:off x="2194650" y="2404625"/>
                  <a:ext cx="48200" cy="13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8" h="5219" extrusionOk="0">
                      <a:moveTo>
                        <a:pt x="1928" y="1"/>
                      </a:moveTo>
                      <a:lnTo>
                        <a:pt x="0" y="896"/>
                      </a:lnTo>
                      <a:lnTo>
                        <a:pt x="0" y="5218"/>
                      </a:lnTo>
                      <a:lnTo>
                        <a:pt x="1928" y="5171"/>
                      </a:lnTo>
                      <a:lnTo>
                        <a:pt x="1928" y="1"/>
                      </a:lnTo>
                      <a:close/>
                    </a:path>
                  </a:pathLst>
                </a:custGeom>
                <a:solidFill>
                  <a:srgbClr val="AD650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9" name="Google Shape;2199;p49"/>
                <p:cNvSpPr/>
                <p:nvPr/>
              </p:nvSpPr>
              <p:spPr>
                <a:xfrm>
                  <a:off x="2216950" y="2412125"/>
                  <a:ext cx="22500" cy="129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0" h="5171" extrusionOk="0">
                      <a:moveTo>
                        <a:pt x="1" y="0"/>
                      </a:moveTo>
                      <a:lnTo>
                        <a:pt x="1" y="5171"/>
                      </a:lnTo>
                      <a:lnTo>
                        <a:pt x="900" y="5171"/>
                      </a:lnTo>
                      <a:lnTo>
                        <a:pt x="900" y="0"/>
                      </a:lnTo>
                      <a:close/>
                    </a:path>
                  </a:pathLst>
                </a:custGeom>
                <a:solidFill>
                  <a:srgbClr val="1A756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0" name="Google Shape;2200;p49"/>
                <p:cNvSpPr/>
                <p:nvPr/>
              </p:nvSpPr>
              <p:spPr>
                <a:xfrm>
                  <a:off x="2168775" y="2412200"/>
                  <a:ext cx="48200" cy="13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8" h="5219" extrusionOk="0">
                      <a:moveTo>
                        <a:pt x="1928" y="0"/>
                      </a:moveTo>
                      <a:lnTo>
                        <a:pt x="0" y="896"/>
                      </a:lnTo>
                      <a:lnTo>
                        <a:pt x="0" y="5218"/>
                      </a:lnTo>
                      <a:lnTo>
                        <a:pt x="1928" y="5168"/>
                      </a:lnTo>
                      <a:lnTo>
                        <a:pt x="1928" y="0"/>
                      </a:lnTo>
                      <a:close/>
                    </a:path>
                  </a:pathLst>
                </a:custGeom>
                <a:solidFill>
                  <a:srgbClr val="1A756A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1" name="Google Shape;2201;p49"/>
                <p:cNvSpPr/>
                <p:nvPr/>
              </p:nvSpPr>
              <p:spPr>
                <a:xfrm>
                  <a:off x="2149525" y="2469225"/>
                  <a:ext cx="181750" cy="140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70" h="5629" extrusionOk="0">
                      <a:moveTo>
                        <a:pt x="1" y="0"/>
                      </a:moveTo>
                      <a:lnTo>
                        <a:pt x="1" y="5628"/>
                      </a:lnTo>
                      <a:lnTo>
                        <a:pt x="7269" y="5628"/>
                      </a:lnTo>
                      <a:lnTo>
                        <a:pt x="7269" y="98"/>
                      </a:lnTo>
                      <a:cubicBezTo>
                        <a:pt x="7269" y="44"/>
                        <a:pt x="7225" y="0"/>
                        <a:pt x="7171" y="0"/>
                      </a:cubicBezTo>
                      <a:close/>
                    </a:path>
                  </a:pathLst>
                </a:custGeom>
                <a:solidFill>
                  <a:srgbClr val="FF9F1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2" name="Google Shape;2202;p49"/>
                <p:cNvSpPr/>
                <p:nvPr/>
              </p:nvSpPr>
              <p:spPr>
                <a:xfrm>
                  <a:off x="2123425" y="2469050"/>
                  <a:ext cx="26275" cy="140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" h="5633" extrusionOk="0">
                      <a:moveTo>
                        <a:pt x="1051" y="1"/>
                      </a:moveTo>
                      <a:lnTo>
                        <a:pt x="0" y="48"/>
                      </a:lnTo>
                      <a:lnTo>
                        <a:pt x="0" y="370"/>
                      </a:lnTo>
                      <a:lnTo>
                        <a:pt x="0" y="5254"/>
                      </a:lnTo>
                      <a:lnTo>
                        <a:pt x="1051" y="5632"/>
                      </a:lnTo>
                      <a:lnTo>
                        <a:pt x="1051" y="1"/>
                      </a:lnTo>
                      <a:close/>
                    </a:path>
                  </a:pathLst>
                </a:custGeom>
                <a:solidFill>
                  <a:srgbClr val="AD650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2203" name="Google Shape;2203;p49"/>
          <p:cNvSpPr txBox="1">
            <a:spLocks noGrp="1"/>
          </p:cNvSpPr>
          <p:nvPr>
            <p:ph type="title"/>
          </p:nvPr>
        </p:nvSpPr>
        <p:spPr>
          <a:xfrm>
            <a:off x="76200" y="8075"/>
            <a:ext cx="4551600" cy="11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/>
              <a:t>Advanced Features</a:t>
            </a:r>
            <a:endParaRPr sz="37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8" name="Google Shape;2208;p50"/>
          <p:cNvSpPr txBox="1">
            <a:spLocks noGrp="1"/>
          </p:cNvSpPr>
          <p:nvPr>
            <p:ph type="title"/>
          </p:nvPr>
        </p:nvSpPr>
        <p:spPr>
          <a:xfrm>
            <a:off x="4505450" y="2019750"/>
            <a:ext cx="4551600" cy="11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Definition of the Problem We Solved</a:t>
            </a:r>
            <a:endParaRPr sz="4000"/>
          </a:p>
        </p:txBody>
      </p:sp>
      <p:sp>
        <p:nvSpPr>
          <p:cNvPr id="2209" name="Google Shape;2209;p50"/>
          <p:cNvSpPr txBox="1">
            <a:spLocks noGrp="1"/>
          </p:cNvSpPr>
          <p:nvPr>
            <p:ph type="title" idx="2"/>
          </p:nvPr>
        </p:nvSpPr>
        <p:spPr>
          <a:xfrm>
            <a:off x="4579287" y="1024888"/>
            <a:ext cx="13242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08</a:t>
            </a:r>
            <a:endParaRPr/>
          </a:p>
        </p:txBody>
      </p:sp>
      <p:grpSp>
        <p:nvGrpSpPr>
          <p:cNvPr id="2210" name="Google Shape;2210;p50"/>
          <p:cNvGrpSpPr/>
          <p:nvPr/>
        </p:nvGrpSpPr>
        <p:grpSpPr>
          <a:xfrm>
            <a:off x="766638" y="1190625"/>
            <a:ext cx="3981707" cy="2762251"/>
            <a:chOff x="503475" y="1080254"/>
            <a:chExt cx="4299900" cy="2982992"/>
          </a:xfrm>
        </p:grpSpPr>
        <p:sp>
          <p:nvSpPr>
            <p:cNvPr id="2211" name="Google Shape;2211;p50"/>
            <p:cNvSpPr/>
            <p:nvPr/>
          </p:nvSpPr>
          <p:spPr>
            <a:xfrm>
              <a:off x="503475" y="3849046"/>
              <a:ext cx="4299900" cy="214200"/>
            </a:xfrm>
            <a:prstGeom prst="ellipse">
              <a:avLst/>
            </a:prstGeom>
            <a:solidFill>
              <a:srgbClr val="011627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50"/>
            <p:cNvSpPr/>
            <p:nvPr/>
          </p:nvSpPr>
          <p:spPr>
            <a:xfrm>
              <a:off x="1313025" y="3897646"/>
              <a:ext cx="1122600" cy="117000"/>
            </a:xfrm>
            <a:prstGeom prst="ellipse">
              <a:avLst/>
            </a:prstGeom>
            <a:solidFill>
              <a:srgbClr val="011627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50"/>
            <p:cNvSpPr/>
            <p:nvPr/>
          </p:nvSpPr>
          <p:spPr>
            <a:xfrm>
              <a:off x="2496850" y="3897646"/>
              <a:ext cx="1122600" cy="117000"/>
            </a:xfrm>
            <a:prstGeom prst="ellipse">
              <a:avLst/>
            </a:prstGeom>
            <a:solidFill>
              <a:srgbClr val="011627">
                <a:alpha val="246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14" name="Google Shape;2214;p50"/>
            <p:cNvGrpSpPr/>
            <p:nvPr/>
          </p:nvGrpSpPr>
          <p:grpSpPr>
            <a:xfrm>
              <a:off x="849571" y="1253771"/>
              <a:ext cx="3520454" cy="2519075"/>
              <a:chOff x="672671" y="1476375"/>
              <a:chExt cx="3520454" cy="2519075"/>
            </a:xfrm>
          </p:grpSpPr>
          <p:sp>
            <p:nvSpPr>
              <p:cNvPr id="2215" name="Google Shape;2215;p50"/>
              <p:cNvSpPr/>
              <p:nvPr/>
            </p:nvSpPr>
            <p:spPr>
              <a:xfrm>
                <a:off x="672671" y="2204450"/>
                <a:ext cx="626700" cy="17910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Google Shape;2216;p50"/>
              <p:cNvSpPr/>
              <p:nvPr/>
            </p:nvSpPr>
            <p:spPr>
              <a:xfrm>
                <a:off x="1299375" y="1532125"/>
                <a:ext cx="488100" cy="24633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Google Shape;2217;p50"/>
              <p:cNvSpPr/>
              <p:nvPr/>
            </p:nvSpPr>
            <p:spPr>
              <a:xfrm>
                <a:off x="2571347" y="3034400"/>
                <a:ext cx="749700" cy="9609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Google Shape;2218;p50"/>
              <p:cNvSpPr/>
              <p:nvPr/>
            </p:nvSpPr>
            <p:spPr>
              <a:xfrm>
                <a:off x="3321025" y="1476375"/>
                <a:ext cx="384000" cy="25188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Google Shape;2219;p50"/>
              <p:cNvSpPr/>
              <p:nvPr/>
            </p:nvSpPr>
            <p:spPr>
              <a:xfrm>
                <a:off x="3705025" y="2037775"/>
                <a:ext cx="488100" cy="1957500"/>
              </a:xfrm>
              <a:prstGeom prst="rect">
                <a:avLst/>
              </a:prstGeom>
              <a:solidFill>
                <a:srgbClr val="011627">
                  <a:alpha val="246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20" name="Google Shape;2220;p50"/>
            <p:cNvGrpSpPr/>
            <p:nvPr/>
          </p:nvGrpSpPr>
          <p:grpSpPr>
            <a:xfrm>
              <a:off x="2435619" y="1385714"/>
              <a:ext cx="1367492" cy="2608772"/>
              <a:chOff x="3167000" y="1252375"/>
              <a:chExt cx="315025" cy="600975"/>
            </a:xfrm>
          </p:grpSpPr>
          <p:sp>
            <p:nvSpPr>
              <p:cNvPr id="2221" name="Google Shape;2221;p50"/>
              <p:cNvSpPr/>
              <p:nvPr/>
            </p:nvSpPr>
            <p:spPr>
              <a:xfrm>
                <a:off x="3312200" y="1261750"/>
                <a:ext cx="46150" cy="120450"/>
              </a:xfrm>
              <a:custGeom>
                <a:avLst/>
                <a:gdLst/>
                <a:ahLst/>
                <a:cxnLst/>
                <a:rect l="l" t="t" r="r" b="b"/>
                <a:pathLst>
                  <a:path w="1846" h="4818" extrusionOk="0">
                    <a:moveTo>
                      <a:pt x="971" y="0"/>
                    </a:moveTo>
                    <a:cubicBezTo>
                      <a:pt x="968" y="0"/>
                      <a:pt x="966" y="0"/>
                      <a:pt x="966" y="0"/>
                    </a:cubicBezTo>
                    <a:lnTo>
                      <a:pt x="464" y="571"/>
                    </a:lnTo>
                    <a:cubicBezTo>
                      <a:pt x="464" y="571"/>
                      <a:pt x="0" y="4133"/>
                      <a:pt x="256" y="4543"/>
                    </a:cubicBezTo>
                    <a:cubicBezTo>
                      <a:pt x="398" y="4768"/>
                      <a:pt x="848" y="4818"/>
                      <a:pt x="1219" y="4818"/>
                    </a:cubicBezTo>
                    <a:cubicBezTo>
                      <a:pt x="1515" y="4818"/>
                      <a:pt x="1761" y="4786"/>
                      <a:pt x="1761" y="4786"/>
                    </a:cubicBezTo>
                    <a:cubicBezTo>
                      <a:pt x="1761" y="4786"/>
                      <a:pt x="912" y="3622"/>
                      <a:pt x="1379" y="2650"/>
                    </a:cubicBezTo>
                    <a:cubicBezTo>
                      <a:pt x="1846" y="1675"/>
                      <a:pt x="1603" y="568"/>
                      <a:pt x="1508" y="278"/>
                    </a:cubicBezTo>
                    <a:cubicBezTo>
                      <a:pt x="1417" y="9"/>
                      <a:pt x="1020" y="0"/>
                      <a:pt x="971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Google Shape;2222;p50"/>
              <p:cNvSpPr/>
              <p:nvPr/>
            </p:nvSpPr>
            <p:spPr>
              <a:xfrm>
                <a:off x="3326875" y="1386075"/>
                <a:ext cx="136375" cy="159625"/>
              </a:xfrm>
              <a:custGeom>
                <a:avLst/>
                <a:gdLst/>
                <a:ahLst/>
                <a:cxnLst/>
                <a:rect l="l" t="t" r="r" b="b"/>
                <a:pathLst>
                  <a:path w="5455" h="6385" extrusionOk="0">
                    <a:moveTo>
                      <a:pt x="1300" y="1"/>
                    </a:moveTo>
                    <a:cubicBezTo>
                      <a:pt x="1019" y="1"/>
                      <a:pt x="699" y="56"/>
                      <a:pt x="697" y="56"/>
                    </a:cubicBezTo>
                    <a:lnTo>
                      <a:pt x="0" y="1021"/>
                    </a:lnTo>
                    <a:cubicBezTo>
                      <a:pt x="0" y="1021"/>
                      <a:pt x="1155" y="3927"/>
                      <a:pt x="1347" y="4173"/>
                    </a:cubicBezTo>
                    <a:cubicBezTo>
                      <a:pt x="1540" y="4416"/>
                      <a:pt x="5048" y="6384"/>
                      <a:pt x="5048" y="6384"/>
                    </a:cubicBezTo>
                    <a:lnTo>
                      <a:pt x="5455" y="5898"/>
                    </a:lnTo>
                    <a:cubicBezTo>
                      <a:pt x="5455" y="5898"/>
                      <a:pt x="2780" y="3797"/>
                      <a:pt x="2429" y="3315"/>
                    </a:cubicBezTo>
                    <a:cubicBezTo>
                      <a:pt x="2136" y="2107"/>
                      <a:pt x="1827" y="192"/>
                      <a:pt x="1675" y="75"/>
                    </a:cubicBezTo>
                    <a:cubicBezTo>
                      <a:pt x="1607" y="19"/>
                      <a:pt x="1459" y="1"/>
                      <a:pt x="1300" y="1"/>
                    </a:cubicBez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Google Shape;2223;p50"/>
              <p:cNvSpPr/>
              <p:nvPr/>
            </p:nvSpPr>
            <p:spPr>
              <a:xfrm>
                <a:off x="3326950" y="1607275"/>
                <a:ext cx="25" cy="100"/>
              </a:xfrm>
              <a:custGeom>
                <a:avLst/>
                <a:gdLst/>
                <a:ahLst/>
                <a:cxnLst/>
                <a:rect l="l" t="t" r="r" b="b"/>
                <a:pathLst>
                  <a:path w="1" h="4" extrusionOk="0">
                    <a:moveTo>
                      <a:pt x="0" y="0"/>
                    </a:moveTo>
                    <a:lnTo>
                      <a:pt x="0" y="3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Google Shape;2224;p50"/>
              <p:cNvSpPr/>
              <p:nvPr/>
            </p:nvSpPr>
            <p:spPr>
              <a:xfrm>
                <a:off x="3171250" y="1361825"/>
                <a:ext cx="250375" cy="484075"/>
              </a:xfrm>
              <a:custGeom>
                <a:avLst/>
                <a:gdLst/>
                <a:ahLst/>
                <a:cxnLst/>
                <a:rect l="l" t="t" r="r" b="b"/>
                <a:pathLst>
                  <a:path w="10015" h="19363" extrusionOk="0">
                    <a:moveTo>
                      <a:pt x="5623" y="1"/>
                    </a:moveTo>
                    <a:cubicBezTo>
                      <a:pt x="4112" y="310"/>
                      <a:pt x="2995" y="1587"/>
                      <a:pt x="2995" y="1587"/>
                    </a:cubicBezTo>
                    <a:cubicBezTo>
                      <a:pt x="2995" y="1587"/>
                      <a:pt x="4162" y="4771"/>
                      <a:pt x="4396" y="5398"/>
                    </a:cubicBezTo>
                    <a:cubicBezTo>
                      <a:pt x="4304" y="5903"/>
                      <a:pt x="3626" y="8250"/>
                      <a:pt x="3784" y="8922"/>
                    </a:cubicBezTo>
                    <a:lnTo>
                      <a:pt x="4364" y="12250"/>
                    </a:lnTo>
                    <a:lnTo>
                      <a:pt x="4597" y="13604"/>
                    </a:lnTo>
                    <a:cubicBezTo>
                      <a:pt x="4241" y="13881"/>
                      <a:pt x="3787" y="14238"/>
                      <a:pt x="3329" y="14598"/>
                    </a:cubicBezTo>
                    <a:cubicBezTo>
                      <a:pt x="3231" y="14673"/>
                      <a:pt x="3134" y="14752"/>
                      <a:pt x="3039" y="14828"/>
                    </a:cubicBezTo>
                    <a:cubicBezTo>
                      <a:pt x="2146" y="15528"/>
                      <a:pt x="1317" y="16188"/>
                      <a:pt x="1263" y="16232"/>
                    </a:cubicBezTo>
                    <a:cubicBezTo>
                      <a:pt x="1228" y="16254"/>
                      <a:pt x="1190" y="16282"/>
                      <a:pt x="1143" y="16314"/>
                    </a:cubicBezTo>
                    <a:lnTo>
                      <a:pt x="1130" y="16320"/>
                    </a:lnTo>
                    <a:cubicBezTo>
                      <a:pt x="932" y="16459"/>
                      <a:pt x="654" y="16645"/>
                      <a:pt x="496" y="16711"/>
                    </a:cubicBezTo>
                    <a:cubicBezTo>
                      <a:pt x="291" y="16803"/>
                      <a:pt x="1" y="16964"/>
                      <a:pt x="64" y="17260"/>
                    </a:cubicBezTo>
                    <a:cubicBezTo>
                      <a:pt x="64" y="17260"/>
                      <a:pt x="1402" y="19093"/>
                      <a:pt x="1512" y="19260"/>
                    </a:cubicBezTo>
                    <a:cubicBezTo>
                      <a:pt x="1556" y="19328"/>
                      <a:pt x="1607" y="19352"/>
                      <a:pt x="1656" y="19352"/>
                    </a:cubicBezTo>
                    <a:cubicBezTo>
                      <a:pt x="1768" y="19352"/>
                      <a:pt x="1871" y="19228"/>
                      <a:pt x="1869" y="19213"/>
                    </a:cubicBezTo>
                    <a:cubicBezTo>
                      <a:pt x="1869" y="19213"/>
                      <a:pt x="1796" y="18838"/>
                      <a:pt x="1730" y="18557"/>
                    </a:cubicBezTo>
                    <a:lnTo>
                      <a:pt x="1730" y="18550"/>
                    </a:lnTo>
                    <a:cubicBezTo>
                      <a:pt x="1585" y="17945"/>
                      <a:pt x="1405" y="17311"/>
                      <a:pt x="1433" y="17266"/>
                    </a:cubicBezTo>
                    <a:cubicBezTo>
                      <a:pt x="1436" y="17260"/>
                      <a:pt x="3560" y="15695"/>
                      <a:pt x="4367" y="15150"/>
                    </a:cubicBezTo>
                    <a:cubicBezTo>
                      <a:pt x="5254" y="14550"/>
                      <a:pt x="5894" y="14317"/>
                      <a:pt x="5989" y="13837"/>
                    </a:cubicBezTo>
                    <a:lnTo>
                      <a:pt x="6064" y="12607"/>
                    </a:lnTo>
                    <a:lnTo>
                      <a:pt x="6228" y="9834"/>
                    </a:lnTo>
                    <a:lnTo>
                      <a:pt x="6228" y="9834"/>
                    </a:lnTo>
                    <a:cubicBezTo>
                      <a:pt x="6220" y="9836"/>
                      <a:pt x="6212" y="9838"/>
                      <a:pt x="6212" y="9838"/>
                    </a:cubicBezTo>
                    <a:cubicBezTo>
                      <a:pt x="6211" y="9838"/>
                      <a:pt x="6216" y="9837"/>
                      <a:pt x="6228" y="9831"/>
                    </a:cubicBezTo>
                    <a:cubicBezTo>
                      <a:pt x="6241" y="9828"/>
                      <a:pt x="6244" y="9828"/>
                      <a:pt x="6247" y="9828"/>
                    </a:cubicBezTo>
                    <a:lnTo>
                      <a:pt x="6232" y="9834"/>
                    </a:lnTo>
                    <a:lnTo>
                      <a:pt x="7064" y="11730"/>
                    </a:lnTo>
                    <a:lnTo>
                      <a:pt x="7516" y="12755"/>
                    </a:lnTo>
                    <a:lnTo>
                      <a:pt x="7610" y="12973"/>
                    </a:lnTo>
                    <a:lnTo>
                      <a:pt x="7714" y="13219"/>
                    </a:lnTo>
                    <a:cubicBezTo>
                      <a:pt x="7711" y="13228"/>
                      <a:pt x="7711" y="13238"/>
                      <a:pt x="7711" y="13251"/>
                    </a:cubicBezTo>
                    <a:cubicBezTo>
                      <a:pt x="7705" y="13345"/>
                      <a:pt x="7692" y="13446"/>
                      <a:pt x="7680" y="13560"/>
                    </a:cubicBezTo>
                    <a:cubicBezTo>
                      <a:pt x="7635" y="14008"/>
                      <a:pt x="7582" y="14582"/>
                      <a:pt x="7522" y="15162"/>
                    </a:cubicBezTo>
                    <a:lnTo>
                      <a:pt x="7487" y="15528"/>
                    </a:lnTo>
                    <a:cubicBezTo>
                      <a:pt x="7377" y="16658"/>
                      <a:pt x="7273" y="17714"/>
                      <a:pt x="7269" y="17781"/>
                    </a:cubicBezTo>
                    <a:cubicBezTo>
                      <a:pt x="7266" y="17809"/>
                      <a:pt x="7257" y="17834"/>
                      <a:pt x="7254" y="17872"/>
                    </a:cubicBezTo>
                    <a:lnTo>
                      <a:pt x="7254" y="17879"/>
                    </a:lnTo>
                    <a:cubicBezTo>
                      <a:pt x="7216" y="18115"/>
                      <a:pt x="7146" y="18491"/>
                      <a:pt x="7083" y="18664"/>
                    </a:cubicBezTo>
                    <a:cubicBezTo>
                      <a:pt x="7004" y="18875"/>
                      <a:pt x="6922" y="19191"/>
                      <a:pt x="7181" y="19355"/>
                    </a:cubicBezTo>
                    <a:cubicBezTo>
                      <a:pt x="7181" y="19355"/>
                      <a:pt x="8197" y="19342"/>
                      <a:pt x="8971" y="19342"/>
                    </a:cubicBezTo>
                    <a:cubicBezTo>
                      <a:pt x="9397" y="19342"/>
                      <a:pt x="9749" y="19346"/>
                      <a:pt x="9818" y="19358"/>
                    </a:cubicBezTo>
                    <a:cubicBezTo>
                      <a:pt x="9837" y="19361"/>
                      <a:pt x="9851" y="19363"/>
                      <a:pt x="9863" y="19363"/>
                    </a:cubicBezTo>
                    <a:cubicBezTo>
                      <a:pt x="10014" y="19363"/>
                      <a:pt x="9603" y="19087"/>
                      <a:pt x="9377" y="18964"/>
                    </a:cubicBezTo>
                    <a:cubicBezTo>
                      <a:pt x="9377" y="18964"/>
                      <a:pt x="9423" y="18917"/>
                      <a:pt x="9420" y="18917"/>
                    </a:cubicBezTo>
                    <a:lnTo>
                      <a:pt x="9420" y="18917"/>
                    </a:lnTo>
                    <a:cubicBezTo>
                      <a:pt x="9418" y="18917"/>
                      <a:pt x="9406" y="18928"/>
                      <a:pt x="9371" y="18961"/>
                    </a:cubicBezTo>
                    <a:cubicBezTo>
                      <a:pt x="8841" y="18645"/>
                      <a:pt x="8061" y="18361"/>
                      <a:pt x="8052" y="18308"/>
                    </a:cubicBezTo>
                    <a:cubicBezTo>
                      <a:pt x="8052" y="18289"/>
                      <a:pt x="8121" y="17920"/>
                      <a:pt x="8229" y="17374"/>
                    </a:cubicBezTo>
                    <a:lnTo>
                      <a:pt x="8229" y="17371"/>
                    </a:lnTo>
                    <a:cubicBezTo>
                      <a:pt x="8361" y="16680"/>
                      <a:pt x="8547" y="15714"/>
                      <a:pt x="8699" y="14850"/>
                    </a:cubicBezTo>
                    <a:cubicBezTo>
                      <a:pt x="8875" y="13828"/>
                      <a:pt x="9008" y="13446"/>
                      <a:pt x="9024" y="12986"/>
                    </a:cubicBezTo>
                    <a:cubicBezTo>
                      <a:pt x="9024" y="12733"/>
                      <a:pt x="8973" y="12282"/>
                      <a:pt x="8891" y="11727"/>
                    </a:cubicBezTo>
                    <a:cubicBezTo>
                      <a:pt x="8541" y="9389"/>
                      <a:pt x="7610" y="5099"/>
                      <a:pt x="7610" y="5099"/>
                    </a:cubicBezTo>
                    <a:lnTo>
                      <a:pt x="7878" y="1042"/>
                    </a:lnTo>
                    <a:cubicBezTo>
                      <a:pt x="7878" y="1042"/>
                      <a:pt x="6982" y="130"/>
                      <a:pt x="5623" y="1"/>
                    </a:cubicBez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Google Shape;2225;p50"/>
              <p:cNvSpPr/>
              <p:nvPr/>
            </p:nvSpPr>
            <p:spPr>
              <a:xfrm>
                <a:off x="3238300" y="1503400"/>
                <a:ext cx="167925" cy="261225"/>
              </a:xfrm>
              <a:custGeom>
                <a:avLst/>
                <a:gdLst/>
                <a:ahLst/>
                <a:cxnLst/>
                <a:rect l="l" t="t" r="r" b="b"/>
                <a:pathLst>
                  <a:path w="6717" h="10449" extrusionOk="0">
                    <a:moveTo>
                      <a:pt x="5206" y="0"/>
                    </a:moveTo>
                    <a:lnTo>
                      <a:pt x="5206" y="0"/>
                    </a:lnTo>
                    <a:lnTo>
                      <a:pt x="5206" y="0"/>
                    </a:lnTo>
                    <a:cubicBezTo>
                      <a:pt x="5206" y="0"/>
                      <a:pt x="5206" y="0"/>
                      <a:pt x="5206" y="0"/>
                    </a:cubicBezTo>
                    <a:close/>
                    <a:moveTo>
                      <a:pt x="5206" y="0"/>
                    </a:moveTo>
                    <a:cubicBezTo>
                      <a:pt x="5205" y="4"/>
                      <a:pt x="4493" y="342"/>
                      <a:pt x="3379" y="342"/>
                    </a:cubicBezTo>
                    <a:cubicBezTo>
                      <a:pt x="2875" y="342"/>
                      <a:pt x="2290" y="273"/>
                      <a:pt x="1650" y="73"/>
                    </a:cubicBezTo>
                    <a:cubicBezTo>
                      <a:pt x="1650" y="73"/>
                      <a:pt x="874" y="2366"/>
                      <a:pt x="937" y="3108"/>
                    </a:cubicBezTo>
                    <a:cubicBezTo>
                      <a:pt x="1001" y="3849"/>
                      <a:pt x="1698" y="7777"/>
                      <a:pt x="1698" y="7777"/>
                    </a:cubicBezTo>
                    <a:lnTo>
                      <a:pt x="1" y="8701"/>
                    </a:lnTo>
                    <a:lnTo>
                      <a:pt x="174" y="8906"/>
                    </a:lnTo>
                    <a:lnTo>
                      <a:pt x="1083" y="8906"/>
                    </a:lnTo>
                    <a:lnTo>
                      <a:pt x="505" y="9379"/>
                    </a:lnTo>
                    <a:lnTo>
                      <a:pt x="1351" y="10449"/>
                    </a:lnTo>
                    <a:lnTo>
                      <a:pt x="3408" y="8288"/>
                    </a:lnTo>
                    <a:lnTo>
                      <a:pt x="3546" y="4155"/>
                    </a:lnTo>
                    <a:lnTo>
                      <a:pt x="4953" y="7572"/>
                    </a:lnTo>
                    <a:lnTo>
                      <a:pt x="4297" y="9938"/>
                    </a:lnTo>
                    <a:lnTo>
                      <a:pt x="4837" y="9957"/>
                    </a:lnTo>
                    <a:lnTo>
                      <a:pt x="5259" y="9133"/>
                    </a:lnTo>
                    <a:lnTo>
                      <a:pt x="5408" y="10039"/>
                    </a:lnTo>
                    <a:lnTo>
                      <a:pt x="6717" y="10143"/>
                    </a:lnTo>
                    <a:lnTo>
                      <a:pt x="6575" y="7357"/>
                    </a:lnTo>
                    <a:lnTo>
                      <a:pt x="5206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Google Shape;2226;p50"/>
              <p:cNvSpPr/>
              <p:nvPr/>
            </p:nvSpPr>
            <p:spPr>
              <a:xfrm>
                <a:off x="3282475" y="1323975"/>
                <a:ext cx="49625" cy="64025"/>
              </a:xfrm>
              <a:custGeom>
                <a:avLst/>
                <a:gdLst/>
                <a:ahLst/>
                <a:cxnLst/>
                <a:rect l="l" t="t" r="r" b="b"/>
                <a:pathLst>
                  <a:path w="1985" h="2561" extrusionOk="0">
                    <a:moveTo>
                      <a:pt x="208" y="0"/>
                    </a:moveTo>
                    <a:lnTo>
                      <a:pt x="130" y="852"/>
                    </a:lnTo>
                    <a:lnTo>
                      <a:pt x="70" y="1552"/>
                    </a:lnTo>
                    <a:lnTo>
                      <a:pt x="0" y="1988"/>
                    </a:lnTo>
                    <a:cubicBezTo>
                      <a:pt x="0" y="1988"/>
                      <a:pt x="256" y="2561"/>
                      <a:pt x="990" y="2561"/>
                    </a:cubicBezTo>
                    <a:cubicBezTo>
                      <a:pt x="1030" y="2561"/>
                      <a:pt x="1071" y="2559"/>
                      <a:pt x="1114" y="2556"/>
                    </a:cubicBezTo>
                    <a:cubicBezTo>
                      <a:pt x="1940" y="2483"/>
                      <a:pt x="1984" y="1944"/>
                      <a:pt x="1984" y="1944"/>
                    </a:cubicBezTo>
                    <a:lnTo>
                      <a:pt x="1385" y="578"/>
                    </a:lnTo>
                    <a:lnTo>
                      <a:pt x="1007" y="546"/>
                    </a:lnTo>
                    <a:lnTo>
                      <a:pt x="208" y="0"/>
                    </a:ln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Google Shape;2227;p50"/>
              <p:cNvSpPr/>
              <p:nvPr/>
            </p:nvSpPr>
            <p:spPr>
              <a:xfrm>
                <a:off x="3250675" y="1368050"/>
                <a:ext cx="129700" cy="70375"/>
              </a:xfrm>
              <a:custGeom>
                <a:avLst/>
                <a:gdLst/>
                <a:ahLst/>
                <a:cxnLst/>
                <a:rect l="l" t="t" r="r" b="b"/>
                <a:pathLst>
                  <a:path w="5188" h="2815" extrusionOk="0">
                    <a:moveTo>
                      <a:pt x="3477" y="1"/>
                    </a:moveTo>
                    <a:cubicBezTo>
                      <a:pt x="3477" y="1"/>
                      <a:pt x="3433" y="600"/>
                      <a:pt x="2919" y="796"/>
                    </a:cubicBezTo>
                    <a:cubicBezTo>
                      <a:pt x="2871" y="814"/>
                      <a:pt x="2821" y="822"/>
                      <a:pt x="2769" y="822"/>
                    </a:cubicBezTo>
                    <a:cubicBezTo>
                      <a:pt x="2255" y="822"/>
                      <a:pt x="1569" y="39"/>
                      <a:pt x="1569" y="39"/>
                    </a:cubicBezTo>
                    <a:cubicBezTo>
                      <a:pt x="1569" y="39"/>
                      <a:pt x="916" y="405"/>
                      <a:pt x="420" y="720"/>
                    </a:cubicBezTo>
                    <a:cubicBezTo>
                      <a:pt x="1" y="991"/>
                      <a:pt x="1130" y="2815"/>
                      <a:pt x="1130" y="2815"/>
                    </a:cubicBezTo>
                    <a:lnTo>
                      <a:pt x="4670" y="2326"/>
                    </a:lnTo>
                    <a:lnTo>
                      <a:pt x="5187" y="1998"/>
                    </a:lnTo>
                    <a:cubicBezTo>
                      <a:pt x="5187" y="1998"/>
                      <a:pt x="4862" y="973"/>
                      <a:pt x="4771" y="796"/>
                    </a:cubicBezTo>
                    <a:cubicBezTo>
                      <a:pt x="4771" y="796"/>
                      <a:pt x="4212" y="291"/>
                      <a:pt x="3477" y="1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Google Shape;2228;p50"/>
              <p:cNvSpPr/>
              <p:nvPr/>
            </p:nvSpPr>
            <p:spPr>
              <a:xfrm>
                <a:off x="3285850" y="1323825"/>
                <a:ext cx="45075" cy="35025"/>
              </a:xfrm>
              <a:custGeom>
                <a:avLst/>
                <a:gdLst/>
                <a:ahLst/>
                <a:cxnLst/>
                <a:rect l="l" t="t" r="r" b="b"/>
                <a:pathLst>
                  <a:path w="1803" h="1401" extrusionOk="0">
                    <a:moveTo>
                      <a:pt x="80" y="0"/>
                    </a:moveTo>
                    <a:lnTo>
                      <a:pt x="1" y="852"/>
                    </a:lnTo>
                    <a:cubicBezTo>
                      <a:pt x="726" y="1290"/>
                      <a:pt x="1073" y="1341"/>
                      <a:pt x="1594" y="1401"/>
                    </a:cubicBezTo>
                    <a:lnTo>
                      <a:pt x="1802" y="877"/>
                    </a:lnTo>
                    <a:lnTo>
                      <a:pt x="1730" y="659"/>
                    </a:lnTo>
                    <a:lnTo>
                      <a:pt x="903" y="864"/>
                    </a:lnTo>
                    <a:lnTo>
                      <a:pt x="80" y="0"/>
                    </a:ln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Google Shape;2229;p50"/>
              <p:cNvSpPr/>
              <p:nvPr/>
            </p:nvSpPr>
            <p:spPr>
              <a:xfrm>
                <a:off x="3269300" y="1258650"/>
                <a:ext cx="80350" cy="98025"/>
              </a:xfrm>
              <a:custGeom>
                <a:avLst/>
                <a:gdLst/>
                <a:ahLst/>
                <a:cxnLst/>
                <a:rect l="l" t="t" r="r" b="b"/>
                <a:pathLst>
                  <a:path w="3214" h="3921" extrusionOk="0">
                    <a:moveTo>
                      <a:pt x="1639" y="0"/>
                    </a:moveTo>
                    <a:cubicBezTo>
                      <a:pt x="1624" y="0"/>
                      <a:pt x="1609" y="0"/>
                      <a:pt x="1593" y="1"/>
                    </a:cubicBezTo>
                    <a:cubicBezTo>
                      <a:pt x="1593" y="1"/>
                      <a:pt x="1582" y="0"/>
                      <a:pt x="1562" y="0"/>
                    </a:cubicBezTo>
                    <a:cubicBezTo>
                      <a:pt x="1382" y="0"/>
                      <a:pt x="475" y="62"/>
                      <a:pt x="180" y="1276"/>
                    </a:cubicBezTo>
                    <a:cubicBezTo>
                      <a:pt x="180" y="1276"/>
                      <a:pt x="0" y="2143"/>
                      <a:pt x="477" y="2869"/>
                    </a:cubicBezTo>
                    <a:cubicBezTo>
                      <a:pt x="477" y="2869"/>
                      <a:pt x="1392" y="3781"/>
                      <a:pt x="2294" y="3916"/>
                    </a:cubicBezTo>
                    <a:cubicBezTo>
                      <a:pt x="2314" y="3919"/>
                      <a:pt x="2334" y="3920"/>
                      <a:pt x="2354" y="3920"/>
                    </a:cubicBezTo>
                    <a:cubicBezTo>
                      <a:pt x="2943" y="3920"/>
                      <a:pt x="3213" y="2799"/>
                      <a:pt x="3158" y="1736"/>
                    </a:cubicBezTo>
                    <a:cubicBezTo>
                      <a:pt x="3066" y="758"/>
                      <a:pt x="2324" y="0"/>
                      <a:pt x="1639" y="0"/>
                    </a:cubicBez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Google Shape;2230;p50"/>
              <p:cNvSpPr/>
              <p:nvPr/>
            </p:nvSpPr>
            <p:spPr>
              <a:xfrm>
                <a:off x="3322225" y="1308400"/>
                <a:ext cx="9875" cy="2102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841" extrusionOk="0">
                    <a:moveTo>
                      <a:pt x="198" y="1"/>
                    </a:moveTo>
                    <a:cubicBezTo>
                      <a:pt x="195" y="1"/>
                      <a:pt x="192" y="1"/>
                      <a:pt x="189" y="2"/>
                    </a:cubicBezTo>
                    <a:cubicBezTo>
                      <a:pt x="177" y="11"/>
                      <a:pt x="174" y="24"/>
                      <a:pt x="177" y="33"/>
                    </a:cubicBezTo>
                    <a:cubicBezTo>
                      <a:pt x="177" y="33"/>
                      <a:pt x="271" y="220"/>
                      <a:pt x="319" y="570"/>
                    </a:cubicBezTo>
                    <a:cubicBezTo>
                      <a:pt x="338" y="718"/>
                      <a:pt x="306" y="778"/>
                      <a:pt x="268" y="791"/>
                    </a:cubicBezTo>
                    <a:cubicBezTo>
                      <a:pt x="264" y="792"/>
                      <a:pt x="258" y="793"/>
                      <a:pt x="253" y="793"/>
                    </a:cubicBezTo>
                    <a:cubicBezTo>
                      <a:pt x="195" y="793"/>
                      <a:pt x="108" y="714"/>
                      <a:pt x="51" y="573"/>
                    </a:cubicBezTo>
                    <a:cubicBezTo>
                      <a:pt x="48" y="566"/>
                      <a:pt x="40" y="560"/>
                      <a:pt x="31" y="560"/>
                    </a:cubicBezTo>
                    <a:cubicBezTo>
                      <a:pt x="27" y="560"/>
                      <a:pt x="23" y="561"/>
                      <a:pt x="19" y="563"/>
                    </a:cubicBezTo>
                    <a:cubicBezTo>
                      <a:pt x="6" y="567"/>
                      <a:pt x="0" y="582"/>
                      <a:pt x="6" y="595"/>
                    </a:cubicBezTo>
                    <a:cubicBezTo>
                      <a:pt x="67" y="741"/>
                      <a:pt x="164" y="841"/>
                      <a:pt x="247" y="841"/>
                    </a:cubicBezTo>
                    <a:cubicBezTo>
                      <a:pt x="255" y="841"/>
                      <a:pt x="264" y="840"/>
                      <a:pt x="271" y="838"/>
                    </a:cubicBezTo>
                    <a:lnTo>
                      <a:pt x="281" y="838"/>
                    </a:lnTo>
                    <a:cubicBezTo>
                      <a:pt x="316" y="832"/>
                      <a:pt x="394" y="784"/>
                      <a:pt x="366" y="567"/>
                    </a:cubicBezTo>
                    <a:cubicBezTo>
                      <a:pt x="319" y="213"/>
                      <a:pt x="224" y="24"/>
                      <a:pt x="221" y="15"/>
                    </a:cubicBezTo>
                    <a:cubicBezTo>
                      <a:pt x="216" y="5"/>
                      <a:pt x="208" y="1"/>
                      <a:pt x="198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Google Shape;2231;p50"/>
              <p:cNvSpPr/>
              <p:nvPr/>
            </p:nvSpPr>
            <p:spPr>
              <a:xfrm>
                <a:off x="3332150" y="1304050"/>
                <a:ext cx="14700" cy="6775"/>
              </a:xfrm>
              <a:custGeom>
                <a:avLst/>
                <a:gdLst/>
                <a:ahLst/>
                <a:cxnLst/>
                <a:rect l="l" t="t" r="r" b="b"/>
                <a:pathLst>
                  <a:path w="588" h="271" extrusionOk="0">
                    <a:moveTo>
                      <a:pt x="256" y="0"/>
                    </a:moveTo>
                    <a:cubicBezTo>
                      <a:pt x="238" y="0"/>
                      <a:pt x="221" y="2"/>
                      <a:pt x="203" y="6"/>
                    </a:cubicBezTo>
                    <a:cubicBezTo>
                      <a:pt x="143" y="28"/>
                      <a:pt x="98" y="65"/>
                      <a:pt x="64" y="113"/>
                    </a:cubicBezTo>
                    <a:cubicBezTo>
                      <a:pt x="32" y="160"/>
                      <a:pt x="10" y="217"/>
                      <a:pt x="1" y="271"/>
                    </a:cubicBezTo>
                    <a:cubicBezTo>
                      <a:pt x="42" y="233"/>
                      <a:pt x="76" y="195"/>
                      <a:pt x="111" y="163"/>
                    </a:cubicBezTo>
                    <a:cubicBezTo>
                      <a:pt x="149" y="132"/>
                      <a:pt x="187" y="110"/>
                      <a:pt x="228" y="97"/>
                    </a:cubicBezTo>
                    <a:cubicBezTo>
                      <a:pt x="243" y="91"/>
                      <a:pt x="260" y="88"/>
                      <a:pt x="276" y="88"/>
                    </a:cubicBezTo>
                    <a:cubicBezTo>
                      <a:pt x="337" y="88"/>
                      <a:pt x="404" y="126"/>
                      <a:pt x="471" y="185"/>
                    </a:cubicBezTo>
                    <a:lnTo>
                      <a:pt x="587" y="47"/>
                    </a:lnTo>
                    <a:lnTo>
                      <a:pt x="449" y="122"/>
                    </a:lnTo>
                    <a:cubicBezTo>
                      <a:pt x="430" y="91"/>
                      <a:pt x="408" y="59"/>
                      <a:pt x="376" y="40"/>
                    </a:cubicBezTo>
                    <a:cubicBezTo>
                      <a:pt x="351" y="18"/>
                      <a:pt x="326" y="9"/>
                      <a:pt x="294" y="2"/>
                    </a:cubicBezTo>
                    <a:cubicBezTo>
                      <a:pt x="281" y="1"/>
                      <a:pt x="268" y="0"/>
                      <a:pt x="256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Google Shape;2232;p50"/>
              <p:cNvSpPr/>
              <p:nvPr/>
            </p:nvSpPr>
            <p:spPr>
              <a:xfrm>
                <a:off x="3301800" y="1307250"/>
                <a:ext cx="16650" cy="5950"/>
              </a:xfrm>
              <a:custGeom>
                <a:avLst/>
                <a:gdLst/>
                <a:ahLst/>
                <a:cxnLst/>
                <a:rect l="l" t="t" r="r" b="b"/>
                <a:pathLst>
                  <a:path w="666" h="238" extrusionOk="0">
                    <a:moveTo>
                      <a:pt x="401" y="1"/>
                    </a:moveTo>
                    <a:cubicBezTo>
                      <a:pt x="366" y="1"/>
                      <a:pt x="338" y="4"/>
                      <a:pt x="303" y="16"/>
                    </a:cubicBezTo>
                    <a:cubicBezTo>
                      <a:pt x="271" y="32"/>
                      <a:pt x="249" y="48"/>
                      <a:pt x="224" y="73"/>
                    </a:cubicBezTo>
                    <a:cubicBezTo>
                      <a:pt x="199" y="102"/>
                      <a:pt x="183" y="136"/>
                      <a:pt x="170" y="171"/>
                    </a:cubicBezTo>
                    <a:lnTo>
                      <a:pt x="0" y="133"/>
                    </a:lnTo>
                    <a:lnTo>
                      <a:pt x="158" y="237"/>
                    </a:lnTo>
                    <a:cubicBezTo>
                      <a:pt x="225" y="155"/>
                      <a:pt x="298" y="100"/>
                      <a:pt x="373" y="100"/>
                    </a:cubicBezTo>
                    <a:cubicBezTo>
                      <a:pt x="379" y="100"/>
                      <a:pt x="385" y="101"/>
                      <a:pt x="391" y="102"/>
                    </a:cubicBezTo>
                    <a:cubicBezTo>
                      <a:pt x="435" y="102"/>
                      <a:pt x="476" y="117"/>
                      <a:pt x="524" y="136"/>
                    </a:cubicBezTo>
                    <a:cubicBezTo>
                      <a:pt x="571" y="155"/>
                      <a:pt x="615" y="184"/>
                      <a:pt x="666" y="212"/>
                    </a:cubicBezTo>
                    <a:cubicBezTo>
                      <a:pt x="653" y="155"/>
                      <a:pt x="612" y="108"/>
                      <a:pt x="568" y="73"/>
                    </a:cubicBezTo>
                    <a:cubicBezTo>
                      <a:pt x="527" y="32"/>
                      <a:pt x="467" y="4"/>
                      <a:pt x="401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Google Shape;2233;p50"/>
              <p:cNvSpPr/>
              <p:nvPr/>
            </p:nvSpPr>
            <p:spPr>
              <a:xfrm>
                <a:off x="3257850" y="1408975"/>
                <a:ext cx="115975" cy="136400"/>
              </a:xfrm>
              <a:custGeom>
                <a:avLst/>
                <a:gdLst/>
                <a:ahLst/>
                <a:cxnLst/>
                <a:rect l="l" t="t" r="r" b="b"/>
                <a:pathLst>
                  <a:path w="4639" h="5456" extrusionOk="0">
                    <a:moveTo>
                      <a:pt x="2857" y="0"/>
                    </a:moveTo>
                    <a:cubicBezTo>
                      <a:pt x="2815" y="0"/>
                      <a:pt x="2776" y="3"/>
                      <a:pt x="2739" y="7"/>
                    </a:cubicBezTo>
                    <a:cubicBezTo>
                      <a:pt x="2212" y="74"/>
                      <a:pt x="559" y="695"/>
                      <a:pt x="559" y="695"/>
                    </a:cubicBezTo>
                    <a:lnTo>
                      <a:pt x="402" y="780"/>
                    </a:lnTo>
                    <a:lnTo>
                      <a:pt x="1" y="989"/>
                    </a:lnTo>
                    <a:cubicBezTo>
                      <a:pt x="1" y="989"/>
                      <a:pt x="635" y="2863"/>
                      <a:pt x="591" y="3500"/>
                    </a:cubicBezTo>
                    <a:cubicBezTo>
                      <a:pt x="562" y="3935"/>
                      <a:pt x="247" y="5263"/>
                      <a:pt x="247" y="5263"/>
                    </a:cubicBezTo>
                    <a:cubicBezTo>
                      <a:pt x="247" y="5263"/>
                      <a:pt x="1015" y="5456"/>
                      <a:pt x="1861" y="5456"/>
                    </a:cubicBezTo>
                    <a:cubicBezTo>
                      <a:pt x="2098" y="5456"/>
                      <a:pt x="2341" y="5441"/>
                      <a:pt x="2575" y="5402"/>
                    </a:cubicBezTo>
                    <a:cubicBezTo>
                      <a:pt x="3897" y="5330"/>
                      <a:pt x="4638" y="4872"/>
                      <a:pt x="4638" y="4872"/>
                    </a:cubicBezTo>
                    <a:lnTo>
                      <a:pt x="4219" y="3582"/>
                    </a:lnTo>
                    <a:lnTo>
                      <a:pt x="4137" y="3197"/>
                    </a:lnTo>
                    <a:lnTo>
                      <a:pt x="4405" y="408"/>
                    </a:lnTo>
                    <a:cubicBezTo>
                      <a:pt x="4405" y="408"/>
                      <a:pt x="3420" y="0"/>
                      <a:pt x="2857" y="0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Google Shape;2234;p50"/>
              <p:cNvSpPr/>
              <p:nvPr/>
            </p:nvSpPr>
            <p:spPr>
              <a:xfrm>
                <a:off x="3354475" y="1401825"/>
                <a:ext cx="13825" cy="40075"/>
              </a:xfrm>
              <a:custGeom>
                <a:avLst/>
                <a:gdLst/>
                <a:ahLst/>
                <a:cxnLst/>
                <a:rect l="l" t="t" r="r" b="b"/>
                <a:pathLst>
                  <a:path w="553" h="1603" extrusionOk="0">
                    <a:moveTo>
                      <a:pt x="0" y="0"/>
                    </a:moveTo>
                    <a:cubicBezTo>
                      <a:pt x="0" y="0"/>
                      <a:pt x="303" y="644"/>
                      <a:pt x="376" y="801"/>
                    </a:cubicBezTo>
                    <a:cubicBezTo>
                      <a:pt x="445" y="959"/>
                      <a:pt x="458" y="1603"/>
                      <a:pt x="458" y="1603"/>
                    </a:cubicBezTo>
                    <a:cubicBezTo>
                      <a:pt x="458" y="1603"/>
                      <a:pt x="480" y="1312"/>
                      <a:pt x="518" y="975"/>
                    </a:cubicBezTo>
                    <a:cubicBezTo>
                      <a:pt x="552" y="634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Google Shape;2235;p50"/>
              <p:cNvSpPr/>
              <p:nvPr/>
            </p:nvSpPr>
            <p:spPr>
              <a:xfrm>
                <a:off x="3276075" y="1275925"/>
                <a:ext cx="75175" cy="28800"/>
              </a:xfrm>
              <a:custGeom>
                <a:avLst/>
                <a:gdLst/>
                <a:ahLst/>
                <a:cxnLst/>
                <a:rect l="l" t="t" r="r" b="b"/>
                <a:pathLst>
                  <a:path w="3007" h="1152" extrusionOk="0">
                    <a:moveTo>
                      <a:pt x="1999" y="0"/>
                    </a:moveTo>
                    <a:cubicBezTo>
                      <a:pt x="1598" y="0"/>
                      <a:pt x="1194" y="153"/>
                      <a:pt x="975" y="414"/>
                    </a:cubicBezTo>
                    <a:cubicBezTo>
                      <a:pt x="598" y="860"/>
                      <a:pt x="32" y="866"/>
                      <a:pt x="2" y="866"/>
                    </a:cubicBezTo>
                    <a:cubicBezTo>
                      <a:pt x="1" y="866"/>
                      <a:pt x="1" y="866"/>
                      <a:pt x="1" y="866"/>
                    </a:cubicBezTo>
                    <a:lnTo>
                      <a:pt x="1" y="866"/>
                    </a:lnTo>
                    <a:cubicBezTo>
                      <a:pt x="306" y="1077"/>
                      <a:pt x="605" y="1152"/>
                      <a:pt x="876" y="1152"/>
                    </a:cubicBezTo>
                    <a:cubicBezTo>
                      <a:pt x="1539" y="1152"/>
                      <a:pt x="2032" y="702"/>
                      <a:pt x="2032" y="701"/>
                    </a:cubicBezTo>
                    <a:lnTo>
                      <a:pt x="2032" y="701"/>
                    </a:lnTo>
                    <a:lnTo>
                      <a:pt x="1818" y="1071"/>
                    </a:lnTo>
                    <a:cubicBezTo>
                      <a:pt x="1834" y="1071"/>
                      <a:pt x="1850" y="1072"/>
                      <a:pt x="1865" y="1072"/>
                    </a:cubicBezTo>
                    <a:cubicBezTo>
                      <a:pt x="2529" y="1072"/>
                      <a:pt x="3006" y="436"/>
                      <a:pt x="2830" y="285"/>
                    </a:cubicBezTo>
                    <a:cubicBezTo>
                      <a:pt x="2610" y="89"/>
                      <a:pt x="2305" y="0"/>
                      <a:pt x="1999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Google Shape;2236;p50"/>
              <p:cNvSpPr/>
              <p:nvPr/>
            </p:nvSpPr>
            <p:spPr>
              <a:xfrm>
                <a:off x="3315500" y="1330925"/>
                <a:ext cx="22825" cy="6475"/>
              </a:xfrm>
              <a:custGeom>
                <a:avLst/>
                <a:gdLst/>
                <a:ahLst/>
                <a:cxnLst/>
                <a:rect l="l" t="t" r="r" b="b"/>
                <a:pathLst>
                  <a:path w="913" h="259" extrusionOk="0">
                    <a:moveTo>
                      <a:pt x="890" y="1"/>
                    </a:moveTo>
                    <a:cubicBezTo>
                      <a:pt x="884" y="1"/>
                      <a:pt x="877" y="4"/>
                      <a:pt x="872" y="9"/>
                    </a:cubicBezTo>
                    <a:cubicBezTo>
                      <a:pt x="755" y="169"/>
                      <a:pt x="596" y="216"/>
                      <a:pt x="448" y="216"/>
                    </a:cubicBezTo>
                    <a:cubicBezTo>
                      <a:pt x="229" y="216"/>
                      <a:pt x="34" y="112"/>
                      <a:pt x="33" y="110"/>
                    </a:cubicBezTo>
                    <a:cubicBezTo>
                      <a:pt x="29" y="110"/>
                      <a:pt x="26" y="109"/>
                      <a:pt x="24" y="109"/>
                    </a:cubicBezTo>
                    <a:cubicBezTo>
                      <a:pt x="15" y="109"/>
                      <a:pt x="9" y="113"/>
                      <a:pt x="4" y="120"/>
                    </a:cubicBezTo>
                    <a:cubicBezTo>
                      <a:pt x="1" y="132"/>
                      <a:pt x="4" y="142"/>
                      <a:pt x="14" y="148"/>
                    </a:cubicBezTo>
                    <a:cubicBezTo>
                      <a:pt x="17" y="151"/>
                      <a:pt x="219" y="259"/>
                      <a:pt x="446" y="259"/>
                    </a:cubicBezTo>
                    <a:cubicBezTo>
                      <a:pt x="604" y="259"/>
                      <a:pt x="777" y="205"/>
                      <a:pt x="903" y="32"/>
                    </a:cubicBezTo>
                    <a:cubicBezTo>
                      <a:pt x="913" y="25"/>
                      <a:pt x="906" y="13"/>
                      <a:pt x="900" y="6"/>
                    </a:cubicBezTo>
                    <a:cubicBezTo>
                      <a:pt x="897" y="2"/>
                      <a:pt x="894" y="1"/>
                      <a:pt x="890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Google Shape;2237;p50"/>
              <p:cNvSpPr/>
              <p:nvPr/>
            </p:nvSpPr>
            <p:spPr>
              <a:xfrm>
                <a:off x="3426400" y="1456550"/>
                <a:ext cx="50825" cy="58350"/>
              </a:xfrm>
              <a:custGeom>
                <a:avLst/>
                <a:gdLst/>
                <a:ahLst/>
                <a:cxnLst/>
                <a:rect l="l" t="t" r="r" b="b"/>
                <a:pathLst>
                  <a:path w="2033" h="2334" extrusionOk="0">
                    <a:moveTo>
                      <a:pt x="953" y="0"/>
                    </a:moveTo>
                    <a:lnTo>
                      <a:pt x="890" y="133"/>
                    </a:lnTo>
                    <a:lnTo>
                      <a:pt x="1133" y="344"/>
                    </a:lnTo>
                    <a:lnTo>
                      <a:pt x="613" y="865"/>
                    </a:lnTo>
                    <a:cubicBezTo>
                      <a:pt x="546" y="982"/>
                      <a:pt x="1" y="2294"/>
                      <a:pt x="1" y="2294"/>
                    </a:cubicBezTo>
                    <a:cubicBezTo>
                      <a:pt x="1" y="2294"/>
                      <a:pt x="84" y="2333"/>
                      <a:pt x="212" y="2333"/>
                    </a:cubicBezTo>
                    <a:cubicBezTo>
                      <a:pt x="372" y="2333"/>
                      <a:pt x="602" y="2272"/>
                      <a:pt x="827" y="1994"/>
                    </a:cubicBezTo>
                    <a:cubicBezTo>
                      <a:pt x="827" y="1994"/>
                      <a:pt x="631" y="1549"/>
                      <a:pt x="843" y="1313"/>
                    </a:cubicBezTo>
                    <a:cubicBezTo>
                      <a:pt x="1237" y="685"/>
                      <a:pt x="1856" y="874"/>
                      <a:pt x="2032" y="455"/>
                    </a:cubicBezTo>
                    <a:cubicBezTo>
                      <a:pt x="2032" y="455"/>
                      <a:pt x="1594" y="124"/>
                      <a:pt x="1395" y="79"/>
                    </a:cubicBezTo>
                    <a:cubicBezTo>
                      <a:pt x="1193" y="38"/>
                      <a:pt x="953" y="0"/>
                      <a:pt x="953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Google Shape;2238;p50"/>
              <p:cNvSpPr/>
              <p:nvPr/>
            </p:nvSpPr>
            <p:spPr>
              <a:xfrm>
                <a:off x="3311400" y="1454900"/>
                <a:ext cx="54775" cy="62950"/>
              </a:xfrm>
              <a:custGeom>
                <a:avLst/>
                <a:gdLst/>
                <a:ahLst/>
                <a:cxnLst/>
                <a:rect l="l" t="t" r="r" b="b"/>
                <a:pathLst>
                  <a:path w="2191" h="2518" extrusionOk="0">
                    <a:moveTo>
                      <a:pt x="777" y="0"/>
                    </a:moveTo>
                    <a:cubicBezTo>
                      <a:pt x="777" y="0"/>
                      <a:pt x="320" y="306"/>
                      <a:pt x="215" y="483"/>
                    </a:cubicBezTo>
                    <a:cubicBezTo>
                      <a:pt x="115" y="663"/>
                      <a:pt x="1" y="877"/>
                      <a:pt x="1" y="877"/>
                    </a:cubicBezTo>
                    <a:lnTo>
                      <a:pt x="105" y="981"/>
                    </a:lnTo>
                    <a:lnTo>
                      <a:pt x="386" y="820"/>
                    </a:lnTo>
                    <a:lnTo>
                      <a:pt x="708" y="1477"/>
                    </a:lnTo>
                    <a:cubicBezTo>
                      <a:pt x="799" y="1581"/>
                      <a:pt x="1869" y="2518"/>
                      <a:pt x="1869" y="2518"/>
                    </a:cubicBezTo>
                    <a:cubicBezTo>
                      <a:pt x="1869" y="2518"/>
                      <a:pt x="2190" y="2183"/>
                      <a:pt x="1850" y="1644"/>
                    </a:cubicBezTo>
                    <a:cubicBezTo>
                      <a:pt x="1850" y="1644"/>
                      <a:pt x="1826" y="1646"/>
                      <a:pt x="1789" y="1646"/>
                    </a:cubicBezTo>
                    <a:cubicBezTo>
                      <a:pt x="1653" y="1646"/>
                      <a:pt x="1330" y="1623"/>
                      <a:pt x="1209" y="1410"/>
                    </a:cubicBezTo>
                    <a:cubicBezTo>
                      <a:pt x="742" y="827"/>
                      <a:pt x="1121" y="306"/>
                      <a:pt x="777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Google Shape;2239;p50"/>
              <p:cNvSpPr/>
              <p:nvPr/>
            </p:nvSpPr>
            <p:spPr>
              <a:xfrm>
                <a:off x="3330575" y="1465850"/>
                <a:ext cx="102150" cy="24675"/>
              </a:xfrm>
              <a:custGeom>
                <a:avLst/>
                <a:gdLst/>
                <a:ahLst/>
                <a:cxnLst/>
                <a:rect l="l" t="t" r="r" b="b"/>
                <a:pathLst>
                  <a:path w="4086" h="987" extrusionOk="0">
                    <a:moveTo>
                      <a:pt x="2203" y="1"/>
                    </a:moveTo>
                    <a:cubicBezTo>
                      <a:pt x="1333" y="1"/>
                      <a:pt x="353" y="211"/>
                      <a:pt x="250" y="364"/>
                    </a:cubicBezTo>
                    <a:cubicBezTo>
                      <a:pt x="136" y="531"/>
                      <a:pt x="1" y="890"/>
                      <a:pt x="1020" y="979"/>
                    </a:cubicBezTo>
                    <a:cubicBezTo>
                      <a:pt x="1076" y="984"/>
                      <a:pt x="1135" y="986"/>
                      <a:pt x="1196" y="986"/>
                    </a:cubicBezTo>
                    <a:cubicBezTo>
                      <a:pt x="2242" y="986"/>
                      <a:pt x="3912" y="285"/>
                      <a:pt x="3912" y="285"/>
                    </a:cubicBezTo>
                    <a:lnTo>
                      <a:pt x="4086" y="155"/>
                    </a:lnTo>
                    <a:cubicBezTo>
                      <a:pt x="4086" y="155"/>
                      <a:pt x="3370" y="54"/>
                      <a:pt x="2452" y="7"/>
                    </a:cubicBezTo>
                    <a:cubicBezTo>
                      <a:pt x="2371" y="3"/>
                      <a:pt x="2287" y="1"/>
                      <a:pt x="2203" y="1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Google Shape;2240;p50"/>
              <p:cNvSpPr/>
              <p:nvPr/>
            </p:nvSpPr>
            <p:spPr>
              <a:xfrm>
                <a:off x="3351075" y="1469025"/>
                <a:ext cx="93250" cy="24375"/>
              </a:xfrm>
              <a:custGeom>
                <a:avLst/>
                <a:gdLst/>
                <a:ahLst/>
                <a:cxnLst/>
                <a:rect l="l" t="t" r="r" b="b"/>
                <a:pathLst>
                  <a:path w="3730" h="975" extrusionOk="0">
                    <a:moveTo>
                      <a:pt x="3044" y="1"/>
                    </a:moveTo>
                    <a:cubicBezTo>
                      <a:pt x="2374" y="1"/>
                      <a:pt x="422" y="237"/>
                      <a:pt x="231" y="375"/>
                    </a:cubicBezTo>
                    <a:cubicBezTo>
                      <a:pt x="1" y="543"/>
                      <a:pt x="64" y="871"/>
                      <a:pt x="313" y="890"/>
                    </a:cubicBezTo>
                    <a:cubicBezTo>
                      <a:pt x="497" y="901"/>
                      <a:pt x="2019" y="974"/>
                      <a:pt x="2902" y="974"/>
                    </a:cubicBezTo>
                    <a:cubicBezTo>
                      <a:pt x="3218" y="974"/>
                      <a:pt x="3451" y="965"/>
                      <a:pt x="3512" y="940"/>
                    </a:cubicBezTo>
                    <a:cubicBezTo>
                      <a:pt x="3730" y="833"/>
                      <a:pt x="3638" y="517"/>
                      <a:pt x="3433" y="517"/>
                    </a:cubicBezTo>
                    <a:lnTo>
                      <a:pt x="3272" y="498"/>
                    </a:lnTo>
                    <a:cubicBezTo>
                      <a:pt x="3203" y="492"/>
                      <a:pt x="3149" y="483"/>
                      <a:pt x="3149" y="483"/>
                    </a:cubicBezTo>
                    <a:cubicBezTo>
                      <a:pt x="3149" y="483"/>
                      <a:pt x="3196" y="413"/>
                      <a:pt x="3234" y="322"/>
                    </a:cubicBezTo>
                    <a:cubicBezTo>
                      <a:pt x="3282" y="218"/>
                      <a:pt x="3320" y="98"/>
                      <a:pt x="3266" y="28"/>
                    </a:cubicBezTo>
                    <a:cubicBezTo>
                      <a:pt x="3251" y="9"/>
                      <a:pt x="3170" y="1"/>
                      <a:pt x="3044" y="1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Google Shape;2241;p50"/>
              <p:cNvSpPr/>
              <p:nvPr/>
            </p:nvSpPr>
            <p:spPr>
              <a:xfrm>
                <a:off x="3368200" y="1477050"/>
                <a:ext cx="64775" cy="8450"/>
              </a:xfrm>
              <a:custGeom>
                <a:avLst/>
                <a:gdLst/>
                <a:ahLst/>
                <a:cxnLst/>
                <a:rect l="l" t="t" r="r" b="b"/>
                <a:pathLst>
                  <a:path w="2591" h="338" extrusionOk="0">
                    <a:moveTo>
                      <a:pt x="2556" y="1"/>
                    </a:moveTo>
                    <a:lnTo>
                      <a:pt x="2556" y="1"/>
                    </a:lnTo>
                    <a:cubicBezTo>
                      <a:pt x="2555" y="1"/>
                      <a:pt x="0" y="51"/>
                      <a:pt x="3" y="285"/>
                    </a:cubicBezTo>
                    <a:cubicBezTo>
                      <a:pt x="7" y="323"/>
                      <a:pt x="149" y="337"/>
                      <a:pt x="363" y="337"/>
                    </a:cubicBezTo>
                    <a:cubicBezTo>
                      <a:pt x="1074" y="337"/>
                      <a:pt x="2590" y="177"/>
                      <a:pt x="2590" y="177"/>
                    </a:cubicBezTo>
                    <a:cubicBezTo>
                      <a:pt x="2518" y="171"/>
                      <a:pt x="2467" y="162"/>
                      <a:pt x="2467" y="162"/>
                    </a:cubicBezTo>
                    <a:cubicBezTo>
                      <a:pt x="2467" y="162"/>
                      <a:pt x="2515" y="92"/>
                      <a:pt x="2556" y="1"/>
                    </a:cubicBez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Google Shape;2242;p50"/>
              <p:cNvSpPr/>
              <p:nvPr/>
            </p:nvSpPr>
            <p:spPr>
              <a:xfrm>
                <a:off x="3367400" y="1479175"/>
                <a:ext cx="102175" cy="96175"/>
              </a:xfrm>
              <a:custGeom>
                <a:avLst/>
                <a:gdLst/>
                <a:ahLst/>
                <a:cxnLst/>
                <a:rect l="l" t="t" r="r" b="b"/>
                <a:pathLst>
                  <a:path w="4087" h="3847" extrusionOk="0">
                    <a:moveTo>
                      <a:pt x="4058" y="1"/>
                    </a:moveTo>
                    <a:lnTo>
                      <a:pt x="1" y="285"/>
                    </a:lnTo>
                    <a:lnTo>
                      <a:pt x="244" y="3847"/>
                    </a:lnTo>
                    <a:lnTo>
                      <a:pt x="4086" y="3326"/>
                    </a:lnTo>
                    <a:lnTo>
                      <a:pt x="4058" y="1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Google Shape;2243;p50"/>
              <p:cNvSpPr/>
              <p:nvPr/>
            </p:nvSpPr>
            <p:spPr>
              <a:xfrm>
                <a:off x="3395575" y="1503475"/>
                <a:ext cx="51675" cy="13050"/>
              </a:xfrm>
              <a:custGeom>
                <a:avLst/>
                <a:gdLst/>
                <a:ahLst/>
                <a:cxnLst/>
                <a:rect l="l" t="t" r="r" b="b"/>
                <a:pathLst>
                  <a:path w="2067" h="522" extrusionOk="0">
                    <a:moveTo>
                      <a:pt x="2047" y="1"/>
                    </a:moveTo>
                    <a:lnTo>
                      <a:pt x="0" y="155"/>
                    </a:lnTo>
                    <a:lnTo>
                      <a:pt x="16" y="521"/>
                    </a:lnTo>
                    <a:lnTo>
                      <a:pt x="2066" y="363"/>
                    </a:lnTo>
                    <a:lnTo>
                      <a:pt x="2047" y="1"/>
                    </a:ln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Google Shape;2244;p50"/>
              <p:cNvSpPr/>
              <p:nvPr/>
            </p:nvSpPr>
            <p:spPr>
              <a:xfrm>
                <a:off x="3319050" y="1486275"/>
                <a:ext cx="54450" cy="89075"/>
              </a:xfrm>
              <a:custGeom>
                <a:avLst/>
                <a:gdLst/>
                <a:ahLst/>
                <a:cxnLst/>
                <a:rect l="l" t="t" r="r" b="b"/>
                <a:pathLst>
                  <a:path w="2178" h="3563" extrusionOk="0">
                    <a:moveTo>
                      <a:pt x="1935" y="1"/>
                    </a:moveTo>
                    <a:lnTo>
                      <a:pt x="1" y="99"/>
                    </a:lnTo>
                    <a:lnTo>
                      <a:pt x="77" y="1241"/>
                    </a:lnTo>
                    <a:lnTo>
                      <a:pt x="137" y="1714"/>
                    </a:lnTo>
                    <a:lnTo>
                      <a:pt x="297" y="3563"/>
                    </a:lnTo>
                    <a:lnTo>
                      <a:pt x="2178" y="3563"/>
                    </a:lnTo>
                    <a:lnTo>
                      <a:pt x="2045" y="1584"/>
                    </a:lnTo>
                    <a:lnTo>
                      <a:pt x="2014" y="1105"/>
                    </a:lnTo>
                    <a:lnTo>
                      <a:pt x="1935" y="1"/>
                    </a:lnTo>
                    <a:close/>
                  </a:path>
                </a:pathLst>
              </a:custGeom>
              <a:solidFill>
                <a:srgbClr val="AD650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Google Shape;2245;p50"/>
              <p:cNvSpPr/>
              <p:nvPr/>
            </p:nvSpPr>
            <p:spPr>
              <a:xfrm>
                <a:off x="3367400" y="1479350"/>
                <a:ext cx="114625" cy="24150"/>
              </a:xfrm>
              <a:custGeom>
                <a:avLst/>
                <a:gdLst/>
                <a:ahLst/>
                <a:cxnLst/>
                <a:rect l="l" t="t" r="r" b="b"/>
                <a:pathLst>
                  <a:path w="4585" h="966" extrusionOk="0">
                    <a:moveTo>
                      <a:pt x="4105" y="0"/>
                    </a:moveTo>
                    <a:lnTo>
                      <a:pt x="1" y="284"/>
                    </a:lnTo>
                    <a:lnTo>
                      <a:pt x="490" y="966"/>
                    </a:lnTo>
                    <a:lnTo>
                      <a:pt x="4585" y="685"/>
                    </a:lnTo>
                    <a:lnTo>
                      <a:pt x="410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Google Shape;2246;p50"/>
              <p:cNvSpPr/>
              <p:nvPr/>
            </p:nvSpPr>
            <p:spPr>
              <a:xfrm>
                <a:off x="3308325" y="1486275"/>
                <a:ext cx="59100" cy="20450"/>
              </a:xfrm>
              <a:custGeom>
                <a:avLst/>
                <a:gdLst/>
                <a:ahLst/>
                <a:cxnLst/>
                <a:rect l="l" t="t" r="r" b="b"/>
                <a:pathLst>
                  <a:path w="2364" h="818" extrusionOk="0">
                    <a:moveTo>
                      <a:pt x="2364" y="1"/>
                    </a:moveTo>
                    <a:lnTo>
                      <a:pt x="430" y="99"/>
                    </a:lnTo>
                    <a:lnTo>
                      <a:pt x="1" y="818"/>
                    </a:lnTo>
                    <a:lnTo>
                      <a:pt x="1973" y="748"/>
                    </a:lnTo>
                    <a:lnTo>
                      <a:pt x="236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Google Shape;2247;p50"/>
              <p:cNvSpPr/>
              <p:nvPr/>
            </p:nvSpPr>
            <p:spPr>
              <a:xfrm>
                <a:off x="3426800" y="1526425"/>
                <a:ext cx="29750" cy="14350"/>
              </a:xfrm>
              <a:custGeom>
                <a:avLst/>
                <a:gdLst/>
                <a:ahLst/>
                <a:cxnLst/>
                <a:rect l="l" t="t" r="r" b="b"/>
                <a:pathLst>
                  <a:path w="1190" h="574" extrusionOk="0">
                    <a:moveTo>
                      <a:pt x="1089" y="1"/>
                    </a:moveTo>
                    <a:lnTo>
                      <a:pt x="120" y="48"/>
                    </a:lnTo>
                    <a:lnTo>
                      <a:pt x="0" y="461"/>
                    </a:lnTo>
                    <a:cubicBezTo>
                      <a:pt x="0" y="461"/>
                      <a:pt x="283" y="573"/>
                      <a:pt x="605" y="573"/>
                    </a:cubicBezTo>
                    <a:cubicBezTo>
                      <a:pt x="804" y="573"/>
                      <a:pt x="1018" y="530"/>
                      <a:pt x="1190" y="392"/>
                    </a:cubicBezTo>
                    <a:lnTo>
                      <a:pt x="108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Google Shape;2248;p50"/>
              <p:cNvSpPr/>
              <p:nvPr/>
            </p:nvSpPr>
            <p:spPr>
              <a:xfrm>
                <a:off x="3420100" y="1479200"/>
                <a:ext cx="38275" cy="52500"/>
              </a:xfrm>
              <a:custGeom>
                <a:avLst/>
                <a:gdLst/>
                <a:ahLst/>
                <a:cxnLst/>
                <a:rect l="l" t="t" r="r" b="b"/>
                <a:pathLst>
                  <a:path w="1531" h="2100" extrusionOk="0">
                    <a:moveTo>
                      <a:pt x="731" y="0"/>
                    </a:moveTo>
                    <a:cubicBezTo>
                      <a:pt x="401" y="0"/>
                      <a:pt x="0" y="120"/>
                      <a:pt x="0" y="120"/>
                    </a:cubicBezTo>
                    <a:cubicBezTo>
                      <a:pt x="0" y="120"/>
                      <a:pt x="294" y="1088"/>
                      <a:pt x="196" y="1574"/>
                    </a:cubicBezTo>
                    <a:cubicBezTo>
                      <a:pt x="95" y="2060"/>
                      <a:pt x="363" y="2095"/>
                      <a:pt x="486" y="2095"/>
                    </a:cubicBezTo>
                    <a:cubicBezTo>
                      <a:pt x="525" y="2095"/>
                      <a:pt x="624" y="2099"/>
                      <a:pt x="744" y="2099"/>
                    </a:cubicBezTo>
                    <a:cubicBezTo>
                      <a:pt x="1005" y="2099"/>
                      <a:pt x="1365" y="2077"/>
                      <a:pt x="1432" y="1937"/>
                    </a:cubicBezTo>
                    <a:cubicBezTo>
                      <a:pt x="1530" y="1732"/>
                      <a:pt x="1338" y="296"/>
                      <a:pt x="1082" y="88"/>
                    </a:cubicBezTo>
                    <a:cubicBezTo>
                      <a:pt x="1005" y="23"/>
                      <a:pt x="874" y="0"/>
                      <a:pt x="731" y="0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Google Shape;2249;p50"/>
              <p:cNvSpPr/>
              <p:nvPr/>
            </p:nvSpPr>
            <p:spPr>
              <a:xfrm>
                <a:off x="3329000" y="1528475"/>
                <a:ext cx="28250" cy="13700"/>
              </a:xfrm>
              <a:custGeom>
                <a:avLst/>
                <a:gdLst/>
                <a:ahLst/>
                <a:cxnLst/>
                <a:rect l="l" t="t" r="r" b="b"/>
                <a:pathLst>
                  <a:path w="1130" h="548" extrusionOk="0">
                    <a:moveTo>
                      <a:pt x="95" y="1"/>
                    </a:moveTo>
                    <a:lnTo>
                      <a:pt x="0" y="373"/>
                    </a:lnTo>
                    <a:cubicBezTo>
                      <a:pt x="163" y="506"/>
                      <a:pt x="368" y="547"/>
                      <a:pt x="558" y="547"/>
                    </a:cubicBezTo>
                    <a:cubicBezTo>
                      <a:pt x="862" y="547"/>
                      <a:pt x="1130" y="442"/>
                      <a:pt x="1130" y="442"/>
                    </a:cubicBezTo>
                    <a:lnTo>
                      <a:pt x="1019" y="48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Google Shape;2250;p50"/>
              <p:cNvSpPr/>
              <p:nvPr/>
            </p:nvSpPr>
            <p:spPr>
              <a:xfrm>
                <a:off x="3327275" y="1483650"/>
                <a:ext cx="36300" cy="49950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98" extrusionOk="0">
                    <a:moveTo>
                      <a:pt x="760" y="1"/>
                    </a:moveTo>
                    <a:cubicBezTo>
                      <a:pt x="623" y="1"/>
                      <a:pt x="498" y="22"/>
                      <a:pt x="423" y="84"/>
                    </a:cubicBezTo>
                    <a:cubicBezTo>
                      <a:pt x="177" y="282"/>
                      <a:pt x="0" y="1645"/>
                      <a:pt x="92" y="1841"/>
                    </a:cubicBezTo>
                    <a:cubicBezTo>
                      <a:pt x="156" y="1976"/>
                      <a:pt x="492" y="1997"/>
                      <a:pt x="738" y="1997"/>
                    </a:cubicBezTo>
                    <a:cubicBezTo>
                      <a:pt x="856" y="1997"/>
                      <a:pt x="953" y="1992"/>
                      <a:pt x="991" y="1992"/>
                    </a:cubicBezTo>
                    <a:cubicBezTo>
                      <a:pt x="1104" y="1992"/>
                      <a:pt x="1357" y="1958"/>
                      <a:pt x="1265" y="1494"/>
                    </a:cubicBezTo>
                    <a:cubicBezTo>
                      <a:pt x="1174" y="1033"/>
                      <a:pt x="1451" y="112"/>
                      <a:pt x="1451" y="112"/>
                    </a:cubicBezTo>
                    <a:cubicBezTo>
                      <a:pt x="1451" y="112"/>
                      <a:pt x="1073" y="1"/>
                      <a:pt x="760" y="1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Google Shape;2251;p50"/>
              <p:cNvSpPr/>
              <p:nvPr/>
            </p:nvSpPr>
            <p:spPr>
              <a:xfrm>
                <a:off x="3235450" y="1390200"/>
                <a:ext cx="115900" cy="188700"/>
              </a:xfrm>
              <a:custGeom>
                <a:avLst/>
                <a:gdLst/>
                <a:ahLst/>
                <a:cxnLst/>
                <a:rect l="l" t="t" r="r" b="b"/>
                <a:pathLst>
                  <a:path w="4636" h="7548" extrusionOk="0">
                    <a:moveTo>
                      <a:pt x="908" y="1"/>
                    </a:moveTo>
                    <a:cubicBezTo>
                      <a:pt x="905" y="1"/>
                      <a:pt x="903" y="1"/>
                      <a:pt x="900" y="1"/>
                    </a:cubicBezTo>
                    <a:cubicBezTo>
                      <a:pt x="1" y="506"/>
                      <a:pt x="124" y="1377"/>
                      <a:pt x="124" y="1377"/>
                    </a:cubicBezTo>
                    <a:cubicBezTo>
                      <a:pt x="124" y="1377"/>
                      <a:pt x="903" y="4614"/>
                      <a:pt x="1067" y="4882"/>
                    </a:cubicBezTo>
                    <a:cubicBezTo>
                      <a:pt x="1228" y="5147"/>
                      <a:pt x="4194" y="7547"/>
                      <a:pt x="4194" y="7547"/>
                    </a:cubicBezTo>
                    <a:lnTo>
                      <a:pt x="4635" y="7040"/>
                    </a:lnTo>
                    <a:cubicBezTo>
                      <a:pt x="4635" y="7040"/>
                      <a:pt x="2462" y="4850"/>
                      <a:pt x="2175" y="4330"/>
                    </a:cubicBezTo>
                    <a:cubicBezTo>
                      <a:pt x="2033" y="3093"/>
                      <a:pt x="1626" y="1257"/>
                      <a:pt x="1493" y="1121"/>
                    </a:cubicBezTo>
                    <a:cubicBezTo>
                      <a:pt x="1325" y="944"/>
                      <a:pt x="1066" y="1"/>
                      <a:pt x="908" y="1"/>
                    </a:cubicBez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Google Shape;2252;p50"/>
              <p:cNvSpPr/>
              <p:nvPr/>
            </p:nvSpPr>
            <p:spPr>
              <a:xfrm>
                <a:off x="3233875" y="1386050"/>
                <a:ext cx="46475" cy="53650"/>
              </a:xfrm>
              <a:custGeom>
                <a:avLst/>
                <a:gdLst/>
                <a:ahLst/>
                <a:cxnLst/>
                <a:rect l="l" t="t" r="r" b="b"/>
                <a:pathLst>
                  <a:path w="1859" h="2146" extrusionOk="0">
                    <a:moveTo>
                      <a:pt x="1152" y="0"/>
                    </a:moveTo>
                    <a:cubicBezTo>
                      <a:pt x="1152" y="0"/>
                      <a:pt x="364" y="410"/>
                      <a:pt x="184" y="808"/>
                    </a:cubicBezTo>
                    <a:cubicBezTo>
                      <a:pt x="1" y="1202"/>
                      <a:pt x="89" y="2095"/>
                      <a:pt x="89" y="2095"/>
                    </a:cubicBezTo>
                    <a:lnTo>
                      <a:pt x="1859" y="2145"/>
                    </a:lnTo>
                    <a:cubicBezTo>
                      <a:pt x="1856" y="2142"/>
                      <a:pt x="1638" y="312"/>
                      <a:pt x="1152" y="0"/>
                    </a:cubicBezTo>
                    <a:close/>
                  </a:path>
                </a:pathLst>
              </a:custGeom>
              <a:solidFill>
                <a:srgbClr val="E71D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Google Shape;2253;p50"/>
              <p:cNvSpPr/>
              <p:nvPr/>
            </p:nvSpPr>
            <p:spPr>
              <a:xfrm>
                <a:off x="3236100" y="1438400"/>
                <a:ext cx="44975" cy="8700"/>
              </a:xfrm>
              <a:custGeom>
                <a:avLst/>
                <a:gdLst/>
                <a:ahLst/>
                <a:cxnLst/>
                <a:rect l="l" t="t" r="r" b="b"/>
                <a:pathLst>
                  <a:path w="1799" h="348" extrusionOk="0">
                    <a:moveTo>
                      <a:pt x="0" y="1"/>
                    </a:moveTo>
                    <a:lnTo>
                      <a:pt x="0" y="348"/>
                    </a:lnTo>
                    <a:lnTo>
                      <a:pt x="1798" y="348"/>
                    </a:lnTo>
                    <a:lnTo>
                      <a:pt x="1767" y="4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Google Shape;2254;p50"/>
              <p:cNvSpPr/>
              <p:nvPr/>
            </p:nvSpPr>
            <p:spPr>
              <a:xfrm>
                <a:off x="3366775" y="1417975"/>
                <a:ext cx="16425" cy="14950"/>
              </a:xfrm>
              <a:custGeom>
                <a:avLst/>
                <a:gdLst/>
                <a:ahLst/>
                <a:cxnLst/>
                <a:rect l="l" t="t" r="r" b="b"/>
                <a:pathLst>
                  <a:path w="657" h="598" extrusionOk="0">
                    <a:moveTo>
                      <a:pt x="549" y="1"/>
                    </a:moveTo>
                    <a:lnTo>
                      <a:pt x="26" y="329"/>
                    </a:lnTo>
                    <a:lnTo>
                      <a:pt x="1" y="597"/>
                    </a:lnTo>
                    <a:lnTo>
                      <a:pt x="657" y="316"/>
                    </a:lnTo>
                    <a:lnTo>
                      <a:pt x="54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Google Shape;2255;p50"/>
              <p:cNvSpPr/>
              <p:nvPr/>
            </p:nvSpPr>
            <p:spPr>
              <a:xfrm>
                <a:off x="3335225" y="1562975"/>
                <a:ext cx="46650" cy="27925"/>
              </a:xfrm>
              <a:custGeom>
                <a:avLst/>
                <a:gdLst/>
                <a:ahLst/>
                <a:cxnLst/>
                <a:rect l="l" t="t" r="r" b="b"/>
                <a:pathLst>
                  <a:path w="1866" h="1117" extrusionOk="0">
                    <a:moveTo>
                      <a:pt x="802" y="1"/>
                    </a:moveTo>
                    <a:cubicBezTo>
                      <a:pt x="665" y="1"/>
                      <a:pt x="534" y="24"/>
                      <a:pt x="534" y="24"/>
                    </a:cubicBezTo>
                    <a:cubicBezTo>
                      <a:pt x="534" y="24"/>
                      <a:pt x="1" y="223"/>
                      <a:pt x="124" y="520"/>
                    </a:cubicBezTo>
                    <a:cubicBezTo>
                      <a:pt x="250" y="813"/>
                      <a:pt x="386" y="905"/>
                      <a:pt x="720" y="1047"/>
                    </a:cubicBezTo>
                    <a:cubicBezTo>
                      <a:pt x="845" y="1100"/>
                      <a:pt x="930" y="1117"/>
                      <a:pt x="987" y="1117"/>
                    </a:cubicBezTo>
                    <a:cubicBezTo>
                      <a:pt x="1084" y="1117"/>
                      <a:pt x="1103" y="1068"/>
                      <a:pt x="1105" y="1056"/>
                    </a:cubicBezTo>
                    <a:cubicBezTo>
                      <a:pt x="1107" y="1041"/>
                      <a:pt x="1020" y="1010"/>
                      <a:pt x="966" y="993"/>
                    </a:cubicBezTo>
                    <a:lnTo>
                      <a:pt x="966" y="993"/>
                    </a:lnTo>
                    <a:cubicBezTo>
                      <a:pt x="992" y="999"/>
                      <a:pt x="1034" y="1008"/>
                      <a:pt x="1102" y="1018"/>
                    </a:cubicBezTo>
                    <a:cubicBezTo>
                      <a:pt x="1123" y="1022"/>
                      <a:pt x="1143" y="1023"/>
                      <a:pt x="1163" y="1023"/>
                    </a:cubicBezTo>
                    <a:cubicBezTo>
                      <a:pt x="1289" y="1023"/>
                      <a:pt x="1369" y="958"/>
                      <a:pt x="1341" y="914"/>
                    </a:cubicBezTo>
                    <a:cubicBezTo>
                      <a:pt x="1310" y="889"/>
                      <a:pt x="1075" y="852"/>
                      <a:pt x="1067" y="851"/>
                    </a:cubicBezTo>
                    <a:lnTo>
                      <a:pt x="1067" y="851"/>
                    </a:lnTo>
                    <a:cubicBezTo>
                      <a:pt x="1073" y="852"/>
                      <a:pt x="1216" y="874"/>
                      <a:pt x="1333" y="874"/>
                    </a:cubicBezTo>
                    <a:cubicBezTo>
                      <a:pt x="1360" y="874"/>
                      <a:pt x="1385" y="873"/>
                      <a:pt x="1408" y="870"/>
                    </a:cubicBezTo>
                    <a:cubicBezTo>
                      <a:pt x="1562" y="851"/>
                      <a:pt x="1641" y="756"/>
                      <a:pt x="1622" y="725"/>
                    </a:cubicBezTo>
                    <a:cubicBezTo>
                      <a:pt x="1619" y="701"/>
                      <a:pt x="1578" y="695"/>
                      <a:pt x="1535" y="695"/>
                    </a:cubicBezTo>
                    <a:cubicBezTo>
                      <a:pt x="1504" y="695"/>
                      <a:pt x="1472" y="698"/>
                      <a:pt x="1452" y="700"/>
                    </a:cubicBezTo>
                    <a:cubicBezTo>
                      <a:pt x="1405" y="700"/>
                      <a:pt x="1234" y="703"/>
                      <a:pt x="1234" y="703"/>
                    </a:cubicBezTo>
                    <a:cubicBezTo>
                      <a:pt x="1865" y="681"/>
                      <a:pt x="1818" y="504"/>
                      <a:pt x="1796" y="460"/>
                    </a:cubicBezTo>
                    <a:lnTo>
                      <a:pt x="1796" y="460"/>
                    </a:lnTo>
                    <a:cubicBezTo>
                      <a:pt x="1796" y="460"/>
                      <a:pt x="1371" y="492"/>
                      <a:pt x="1251" y="492"/>
                    </a:cubicBezTo>
                    <a:cubicBezTo>
                      <a:pt x="1241" y="492"/>
                      <a:pt x="1233" y="492"/>
                      <a:pt x="1228" y="491"/>
                    </a:cubicBezTo>
                    <a:cubicBezTo>
                      <a:pt x="1181" y="488"/>
                      <a:pt x="1001" y="419"/>
                      <a:pt x="922" y="356"/>
                    </a:cubicBezTo>
                    <a:cubicBezTo>
                      <a:pt x="884" y="324"/>
                      <a:pt x="916" y="267"/>
                      <a:pt x="916" y="267"/>
                    </a:cubicBezTo>
                    <a:lnTo>
                      <a:pt x="916" y="267"/>
                    </a:lnTo>
                    <a:cubicBezTo>
                      <a:pt x="1079" y="312"/>
                      <a:pt x="1192" y="329"/>
                      <a:pt x="1267" y="329"/>
                    </a:cubicBezTo>
                    <a:cubicBezTo>
                      <a:pt x="1356" y="329"/>
                      <a:pt x="1392" y="305"/>
                      <a:pt x="1395" y="274"/>
                    </a:cubicBezTo>
                    <a:cubicBezTo>
                      <a:pt x="1401" y="188"/>
                      <a:pt x="1136" y="62"/>
                      <a:pt x="1035" y="40"/>
                    </a:cubicBezTo>
                    <a:cubicBezTo>
                      <a:pt x="976" y="10"/>
                      <a:pt x="888" y="1"/>
                      <a:pt x="802" y="1"/>
                    </a:cubicBezTo>
                    <a:close/>
                  </a:path>
                </a:pathLst>
              </a:custGeom>
              <a:solidFill>
                <a:srgbClr val="F6B9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Google Shape;2256;p50"/>
              <p:cNvSpPr/>
              <p:nvPr/>
            </p:nvSpPr>
            <p:spPr>
              <a:xfrm>
                <a:off x="3244600" y="1252375"/>
                <a:ext cx="109900" cy="138425"/>
              </a:xfrm>
              <a:custGeom>
                <a:avLst/>
                <a:gdLst/>
                <a:ahLst/>
                <a:cxnLst/>
                <a:rect l="l" t="t" r="r" b="b"/>
                <a:pathLst>
                  <a:path w="4396" h="5537" extrusionOk="0">
                    <a:moveTo>
                      <a:pt x="2606" y="1"/>
                    </a:moveTo>
                    <a:cubicBezTo>
                      <a:pt x="2576" y="1"/>
                      <a:pt x="2545" y="2"/>
                      <a:pt x="2515" y="3"/>
                    </a:cubicBezTo>
                    <a:cubicBezTo>
                      <a:pt x="2515" y="3"/>
                      <a:pt x="2506" y="2"/>
                      <a:pt x="2488" y="2"/>
                    </a:cubicBezTo>
                    <a:cubicBezTo>
                      <a:pt x="2316" y="2"/>
                      <a:pt x="1380" y="59"/>
                      <a:pt x="726" y="1259"/>
                    </a:cubicBezTo>
                    <a:cubicBezTo>
                      <a:pt x="1" y="2587"/>
                      <a:pt x="843" y="4924"/>
                      <a:pt x="370" y="5505"/>
                    </a:cubicBezTo>
                    <a:cubicBezTo>
                      <a:pt x="370" y="5505"/>
                      <a:pt x="538" y="5537"/>
                      <a:pt x="773" y="5537"/>
                    </a:cubicBezTo>
                    <a:cubicBezTo>
                      <a:pt x="1235" y="5537"/>
                      <a:pt x="1955" y="5414"/>
                      <a:pt x="2174" y="4685"/>
                    </a:cubicBezTo>
                    <a:cubicBezTo>
                      <a:pt x="2357" y="3991"/>
                      <a:pt x="1641" y="2965"/>
                      <a:pt x="1805" y="2196"/>
                    </a:cubicBezTo>
                    <a:cubicBezTo>
                      <a:pt x="1952" y="1498"/>
                      <a:pt x="2341" y="1467"/>
                      <a:pt x="2410" y="1467"/>
                    </a:cubicBezTo>
                    <a:cubicBezTo>
                      <a:pt x="2417" y="1467"/>
                      <a:pt x="2421" y="1467"/>
                      <a:pt x="2421" y="1467"/>
                    </a:cubicBezTo>
                    <a:lnTo>
                      <a:pt x="3673" y="1293"/>
                    </a:lnTo>
                    <a:lnTo>
                      <a:pt x="3938" y="1546"/>
                    </a:lnTo>
                    <a:cubicBezTo>
                      <a:pt x="3938" y="1546"/>
                      <a:pt x="4395" y="1366"/>
                      <a:pt x="3951" y="691"/>
                    </a:cubicBezTo>
                    <a:cubicBezTo>
                      <a:pt x="3629" y="200"/>
                      <a:pt x="3106" y="1"/>
                      <a:pt x="2606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Google Shape;2257;p50"/>
              <p:cNvSpPr/>
              <p:nvPr/>
            </p:nvSpPr>
            <p:spPr>
              <a:xfrm>
                <a:off x="3273625" y="1306475"/>
                <a:ext cx="16275" cy="5925"/>
              </a:xfrm>
              <a:custGeom>
                <a:avLst/>
                <a:gdLst/>
                <a:ahLst/>
                <a:cxnLst/>
                <a:rect l="l" t="t" r="r" b="b"/>
                <a:pathLst>
                  <a:path w="651" h="237" extrusionOk="0">
                    <a:moveTo>
                      <a:pt x="32" y="0"/>
                    </a:moveTo>
                    <a:lnTo>
                      <a:pt x="1" y="192"/>
                    </a:lnTo>
                    <a:lnTo>
                      <a:pt x="648" y="237"/>
                    </a:lnTo>
                    <a:lnTo>
                      <a:pt x="651" y="114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Google Shape;2258;p50"/>
              <p:cNvSpPr/>
              <p:nvPr/>
            </p:nvSpPr>
            <p:spPr>
              <a:xfrm>
                <a:off x="3274575" y="1298725"/>
                <a:ext cx="16425" cy="8150"/>
              </a:xfrm>
              <a:custGeom>
                <a:avLst/>
                <a:gdLst/>
                <a:ahLst/>
                <a:cxnLst/>
                <a:rect l="l" t="t" r="r" b="b"/>
                <a:pathLst>
                  <a:path w="657" h="326" extrusionOk="0">
                    <a:moveTo>
                      <a:pt x="61" y="1"/>
                    </a:moveTo>
                    <a:lnTo>
                      <a:pt x="1" y="184"/>
                    </a:lnTo>
                    <a:lnTo>
                      <a:pt x="632" y="326"/>
                    </a:lnTo>
                    <a:lnTo>
                      <a:pt x="657" y="209"/>
                    </a:lnTo>
                    <a:lnTo>
                      <a:pt x="6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Google Shape;2259;p50"/>
              <p:cNvSpPr/>
              <p:nvPr/>
            </p:nvSpPr>
            <p:spPr>
              <a:xfrm>
                <a:off x="3343975" y="1818550"/>
                <a:ext cx="7930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172" h="1143" extrusionOk="0">
                    <a:moveTo>
                      <a:pt x="1193" y="1"/>
                    </a:moveTo>
                    <a:cubicBezTo>
                      <a:pt x="1193" y="1"/>
                      <a:pt x="1055" y="278"/>
                      <a:pt x="796" y="376"/>
                    </a:cubicBezTo>
                    <a:cubicBezTo>
                      <a:pt x="675" y="433"/>
                      <a:pt x="528" y="449"/>
                      <a:pt x="402" y="449"/>
                    </a:cubicBezTo>
                    <a:cubicBezTo>
                      <a:pt x="252" y="449"/>
                      <a:pt x="133" y="427"/>
                      <a:pt x="133" y="427"/>
                    </a:cubicBezTo>
                    <a:lnTo>
                      <a:pt x="1" y="1143"/>
                    </a:lnTo>
                    <a:lnTo>
                      <a:pt x="3077" y="1143"/>
                    </a:lnTo>
                    <a:cubicBezTo>
                      <a:pt x="3171" y="818"/>
                      <a:pt x="2660" y="644"/>
                      <a:pt x="2203" y="446"/>
                    </a:cubicBezTo>
                    <a:lnTo>
                      <a:pt x="2200" y="446"/>
                    </a:lnTo>
                    <a:cubicBezTo>
                      <a:pt x="1698" y="234"/>
                      <a:pt x="1193" y="1"/>
                      <a:pt x="1193" y="1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Google Shape;2260;p50"/>
              <p:cNvSpPr/>
              <p:nvPr/>
            </p:nvSpPr>
            <p:spPr>
              <a:xfrm>
                <a:off x="3391225" y="1829600"/>
                <a:ext cx="32050" cy="17525"/>
              </a:xfrm>
              <a:custGeom>
                <a:avLst/>
                <a:gdLst/>
                <a:ahLst/>
                <a:cxnLst/>
                <a:rect l="l" t="t" r="r" b="b"/>
                <a:pathLst>
                  <a:path w="1282" h="701" extrusionOk="0">
                    <a:moveTo>
                      <a:pt x="310" y="0"/>
                    </a:moveTo>
                    <a:cubicBezTo>
                      <a:pt x="67" y="269"/>
                      <a:pt x="1" y="660"/>
                      <a:pt x="1" y="660"/>
                    </a:cubicBezTo>
                    <a:lnTo>
                      <a:pt x="51" y="701"/>
                    </a:lnTo>
                    <a:lnTo>
                      <a:pt x="1187" y="701"/>
                    </a:lnTo>
                    <a:cubicBezTo>
                      <a:pt x="1281" y="376"/>
                      <a:pt x="770" y="202"/>
                      <a:pt x="313" y="0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Google Shape;2261;p50"/>
              <p:cNvSpPr/>
              <p:nvPr/>
            </p:nvSpPr>
            <p:spPr>
              <a:xfrm>
                <a:off x="3343975" y="1829200"/>
                <a:ext cx="14950" cy="17925"/>
              </a:xfrm>
              <a:custGeom>
                <a:avLst/>
                <a:gdLst/>
                <a:ahLst/>
                <a:cxnLst/>
                <a:rect l="l" t="t" r="r" b="b"/>
                <a:pathLst>
                  <a:path w="598" h="717" extrusionOk="0">
                    <a:moveTo>
                      <a:pt x="133" y="1"/>
                    </a:moveTo>
                    <a:lnTo>
                      <a:pt x="1" y="717"/>
                    </a:lnTo>
                    <a:lnTo>
                      <a:pt x="597" y="717"/>
                    </a:lnTo>
                    <a:cubicBezTo>
                      <a:pt x="575" y="338"/>
                      <a:pt x="301" y="108"/>
                      <a:pt x="133" y="1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Google Shape;2262;p50"/>
              <p:cNvSpPr/>
              <p:nvPr/>
            </p:nvSpPr>
            <p:spPr>
              <a:xfrm>
                <a:off x="3343975" y="1846000"/>
                <a:ext cx="77175" cy="7350"/>
              </a:xfrm>
              <a:custGeom>
                <a:avLst/>
                <a:gdLst/>
                <a:ahLst/>
                <a:cxnLst/>
                <a:rect l="l" t="t" r="r" b="b"/>
                <a:pathLst>
                  <a:path w="3087" h="294" extrusionOk="0">
                    <a:moveTo>
                      <a:pt x="1" y="1"/>
                    </a:moveTo>
                    <a:lnTo>
                      <a:pt x="1" y="294"/>
                    </a:lnTo>
                    <a:lnTo>
                      <a:pt x="3086" y="294"/>
                    </a:lnTo>
                    <a:lnTo>
                      <a:pt x="308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Google Shape;2263;p50"/>
              <p:cNvSpPr/>
              <p:nvPr/>
            </p:nvSpPr>
            <p:spPr>
              <a:xfrm>
                <a:off x="3172200" y="1774950"/>
                <a:ext cx="50200" cy="71550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2862" extrusionOk="0">
                    <a:moveTo>
                      <a:pt x="673" y="0"/>
                    </a:moveTo>
                    <a:lnTo>
                      <a:pt x="1" y="284"/>
                    </a:lnTo>
                    <a:lnTo>
                      <a:pt x="1679" y="2861"/>
                    </a:lnTo>
                    <a:cubicBezTo>
                      <a:pt x="2007" y="2757"/>
                      <a:pt x="1872" y="2234"/>
                      <a:pt x="1780" y="1745"/>
                    </a:cubicBezTo>
                    <a:lnTo>
                      <a:pt x="1780" y="1742"/>
                    </a:lnTo>
                    <a:cubicBezTo>
                      <a:pt x="1685" y="1208"/>
                      <a:pt x="1603" y="656"/>
                      <a:pt x="1603" y="656"/>
                    </a:cubicBezTo>
                    <a:cubicBezTo>
                      <a:pt x="1603" y="656"/>
                      <a:pt x="1574" y="660"/>
                      <a:pt x="1526" y="660"/>
                    </a:cubicBezTo>
                    <a:cubicBezTo>
                      <a:pt x="1421" y="660"/>
                      <a:pt x="1229" y="642"/>
                      <a:pt x="1077" y="527"/>
                    </a:cubicBezTo>
                    <a:cubicBezTo>
                      <a:pt x="827" y="376"/>
                      <a:pt x="673" y="0"/>
                      <a:pt x="673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Google Shape;2264;p50"/>
              <p:cNvSpPr/>
              <p:nvPr/>
            </p:nvSpPr>
            <p:spPr>
              <a:xfrm>
                <a:off x="3198700" y="1818175"/>
                <a:ext cx="23700" cy="28325"/>
              </a:xfrm>
              <a:custGeom>
                <a:avLst/>
                <a:gdLst/>
                <a:ahLst/>
                <a:cxnLst/>
                <a:rect l="l" t="t" r="r" b="b"/>
                <a:pathLst>
                  <a:path w="948" h="1133" extrusionOk="0">
                    <a:moveTo>
                      <a:pt x="559" y="0"/>
                    </a:moveTo>
                    <a:cubicBezTo>
                      <a:pt x="265" y="0"/>
                      <a:pt x="4" y="113"/>
                      <a:pt x="4" y="113"/>
                    </a:cubicBezTo>
                    <a:lnTo>
                      <a:pt x="1" y="180"/>
                    </a:lnTo>
                    <a:lnTo>
                      <a:pt x="619" y="1132"/>
                    </a:lnTo>
                    <a:cubicBezTo>
                      <a:pt x="947" y="1028"/>
                      <a:pt x="812" y="505"/>
                      <a:pt x="720" y="16"/>
                    </a:cubicBezTo>
                    <a:lnTo>
                      <a:pt x="720" y="13"/>
                    </a:lnTo>
                    <a:cubicBezTo>
                      <a:pt x="666" y="4"/>
                      <a:pt x="612" y="0"/>
                      <a:pt x="559" y="0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Google Shape;2265;p50"/>
              <p:cNvSpPr/>
              <p:nvPr/>
            </p:nvSpPr>
            <p:spPr>
              <a:xfrm>
                <a:off x="3172300" y="1774950"/>
                <a:ext cx="16900" cy="19575"/>
              </a:xfrm>
              <a:custGeom>
                <a:avLst/>
                <a:gdLst/>
                <a:ahLst/>
                <a:cxnLst/>
                <a:rect l="l" t="t" r="r" b="b"/>
                <a:pathLst>
                  <a:path w="676" h="783" extrusionOk="0">
                    <a:moveTo>
                      <a:pt x="675" y="0"/>
                    </a:moveTo>
                    <a:lnTo>
                      <a:pt x="0" y="284"/>
                    </a:lnTo>
                    <a:lnTo>
                      <a:pt x="322" y="783"/>
                    </a:lnTo>
                    <a:cubicBezTo>
                      <a:pt x="628" y="552"/>
                      <a:pt x="669" y="199"/>
                      <a:pt x="675" y="0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Google Shape;2266;p50"/>
              <p:cNvSpPr/>
              <p:nvPr/>
            </p:nvSpPr>
            <p:spPr>
              <a:xfrm>
                <a:off x="3167000" y="1781475"/>
                <a:ext cx="48300" cy="68575"/>
              </a:xfrm>
              <a:custGeom>
                <a:avLst/>
                <a:gdLst/>
                <a:ahLst/>
                <a:cxnLst/>
                <a:rect l="l" t="t" r="r" b="b"/>
                <a:pathLst>
                  <a:path w="1932" h="2743" extrusionOk="0">
                    <a:moveTo>
                      <a:pt x="247" y="1"/>
                    </a:moveTo>
                    <a:lnTo>
                      <a:pt x="1" y="159"/>
                    </a:lnTo>
                    <a:lnTo>
                      <a:pt x="1685" y="2742"/>
                    </a:lnTo>
                    <a:lnTo>
                      <a:pt x="1931" y="2582"/>
                    </a:lnTo>
                    <a:lnTo>
                      <a:pt x="24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Google Shape;2267;p50"/>
              <p:cNvSpPr/>
              <p:nvPr/>
            </p:nvSpPr>
            <p:spPr>
              <a:xfrm>
                <a:off x="3325850" y="1443625"/>
                <a:ext cx="95850" cy="33550"/>
              </a:xfrm>
              <a:custGeom>
                <a:avLst/>
                <a:gdLst/>
                <a:ahLst/>
                <a:cxnLst/>
                <a:rect l="l" t="t" r="r" b="b"/>
                <a:pathLst>
                  <a:path w="3834" h="1342" extrusionOk="0">
                    <a:moveTo>
                      <a:pt x="3833" y="0"/>
                    </a:moveTo>
                    <a:cubicBezTo>
                      <a:pt x="3833" y="0"/>
                      <a:pt x="3108" y="16"/>
                      <a:pt x="2199" y="123"/>
                    </a:cubicBezTo>
                    <a:cubicBezTo>
                      <a:pt x="1287" y="227"/>
                      <a:pt x="171" y="653"/>
                      <a:pt x="89" y="836"/>
                    </a:cubicBezTo>
                    <a:cubicBezTo>
                      <a:pt x="8" y="1005"/>
                      <a:pt x="1" y="1342"/>
                      <a:pt x="767" y="1342"/>
                    </a:cubicBezTo>
                    <a:cubicBezTo>
                      <a:pt x="844" y="1342"/>
                      <a:pt x="927" y="1339"/>
                      <a:pt x="1019" y="1331"/>
                    </a:cubicBezTo>
                    <a:cubicBezTo>
                      <a:pt x="2035" y="1259"/>
                      <a:pt x="3685" y="158"/>
                      <a:pt x="3685" y="158"/>
                    </a:cubicBezTo>
                    <a:lnTo>
                      <a:pt x="3833" y="0"/>
                    </a:ln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Google Shape;2268;p50"/>
              <p:cNvSpPr/>
              <p:nvPr/>
            </p:nvSpPr>
            <p:spPr>
              <a:xfrm>
                <a:off x="3343375" y="1443275"/>
                <a:ext cx="92800" cy="33675"/>
              </a:xfrm>
              <a:custGeom>
                <a:avLst/>
                <a:gdLst/>
                <a:ahLst/>
                <a:cxnLst/>
                <a:rect l="l" t="t" r="r" b="b"/>
                <a:pathLst>
                  <a:path w="3712" h="1347" extrusionOk="0">
                    <a:moveTo>
                      <a:pt x="3078" y="1"/>
                    </a:moveTo>
                    <a:cubicBezTo>
                      <a:pt x="2683" y="1"/>
                      <a:pt x="384" y="668"/>
                      <a:pt x="195" y="853"/>
                    </a:cubicBezTo>
                    <a:cubicBezTo>
                      <a:pt x="0" y="1048"/>
                      <a:pt x="105" y="1347"/>
                      <a:pt x="338" y="1347"/>
                    </a:cubicBezTo>
                    <a:cubicBezTo>
                      <a:pt x="346" y="1347"/>
                      <a:pt x="354" y="1346"/>
                      <a:pt x="362" y="1345"/>
                    </a:cubicBezTo>
                    <a:cubicBezTo>
                      <a:pt x="608" y="1326"/>
                      <a:pt x="3315" y="1008"/>
                      <a:pt x="3523" y="872"/>
                    </a:cubicBezTo>
                    <a:cubicBezTo>
                      <a:pt x="3711" y="741"/>
                      <a:pt x="3595" y="469"/>
                      <a:pt x="3411" y="469"/>
                    </a:cubicBezTo>
                    <a:cubicBezTo>
                      <a:pt x="3400" y="469"/>
                      <a:pt x="3389" y="470"/>
                      <a:pt x="3378" y="472"/>
                    </a:cubicBezTo>
                    <a:lnTo>
                      <a:pt x="3217" y="475"/>
                    </a:lnTo>
                    <a:cubicBezTo>
                      <a:pt x="3148" y="478"/>
                      <a:pt x="3094" y="478"/>
                      <a:pt x="3094" y="478"/>
                    </a:cubicBezTo>
                    <a:cubicBezTo>
                      <a:pt x="3094" y="478"/>
                      <a:pt x="3129" y="399"/>
                      <a:pt x="3154" y="304"/>
                    </a:cubicBezTo>
                    <a:cubicBezTo>
                      <a:pt x="3180" y="194"/>
                      <a:pt x="3192" y="65"/>
                      <a:pt x="3132" y="11"/>
                    </a:cubicBezTo>
                    <a:cubicBezTo>
                      <a:pt x="3125" y="4"/>
                      <a:pt x="3106" y="1"/>
                      <a:pt x="3078" y="1"/>
                    </a:cubicBez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Google Shape;2269;p50"/>
              <p:cNvSpPr/>
              <p:nvPr/>
            </p:nvSpPr>
            <p:spPr>
              <a:xfrm>
                <a:off x="3358975" y="1450950"/>
                <a:ext cx="64775" cy="18025"/>
              </a:xfrm>
              <a:custGeom>
                <a:avLst/>
                <a:gdLst/>
                <a:ahLst/>
                <a:cxnLst/>
                <a:rect l="l" t="t" r="r" b="b"/>
                <a:pathLst>
                  <a:path w="2591" h="721" extrusionOk="0">
                    <a:moveTo>
                      <a:pt x="2524" y="0"/>
                    </a:moveTo>
                    <a:cubicBezTo>
                      <a:pt x="2524" y="1"/>
                      <a:pt x="0" y="496"/>
                      <a:pt x="57" y="701"/>
                    </a:cubicBezTo>
                    <a:cubicBezTo>
                      <a:pt x="58" y="714"/>
                      <a:pt x="81" y="720"/>
                      <a:pt x="123" y="720"/>
                    </a:cubicBezTo>
                    <a:cubicBezTo>
                      <a:pt x="521" y="720"/>
                      <a:pt x="2590" y="168"/>
                      <a:pt x="2590" y="168"/>
                    </a:cubicBezTo>
                    <a:lnTo>
                      <a:pt x="2590" y="168"/>
                    </a:lnTo>
                    <a:cubicBezTo>
                      <a:pt x="2524" y="171"/>
                      <a:pt x="2464" y="174"/>
                      <a:pt x="2464" y="174"/>
                    </a:cubicBezTo>
                    <a:cubicBezTo>
                      <a:pt x="2464" y="174"/>
                      <a:pt x="2502" y="95"/>
                      <a:pt x="2524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Google Shape;2270;p50"/>
              <p:cNvSpPr/>
              <p:nvPr/>
            </p:nvSpPr>
            <p:spPr>
              <a:xfrm>
                <a:off x="3337900" y="1430725"/>
                <a:ext cx="86400" cy="25150"/>
              </a:xfrm>
              <a:custGeom>
                <a:avLst/>
                <a:gdLst/>
                <a:ahLst/>
                <a:cxnLst/>
                <a:rect l="l" t="t" r="r" b="b"/>
                <a:pathLst>
                  <a:path w="3456" h="1006" extrusionOk="0">
                    <a:moveTo>
                      <a:pt x="2742" y="0"/>
                    </a:moveTo>
                    <a:cubicBezTo>
                      <a:pt x="2527" y="0"/>
                      <a:pt x="2277" y="4"/>
                      <a:pt x="2007" y="14"/>
                    </a:cubicBezTo>
                    <a:cubicBezTo>
                      <a:pt x="1200" y="46"/>
                      <a:pt x="193" y="346"/>
                      <a:pt x="108" y="503"/>
                    </a:cubicBezTo>
                    <a:cubicBezTo>
                      <a:pt x="20" y="661"/>
                      <a:pt x="1" y="1005"/>
                      <a:pt x="900" y="1005"/>
                    </a:cubicBezTo>
                    <a:cubicBezTo>
                      <a:pt x="1799" y="1005"/>
                      <a:pt x="3313" y="147"/>
                      <a:pt x="3313" y="147"/>
                    </a:cubicBezTo>
                    <a:lnTo>
                      <a:pt x="3455" y="14"/>
                    </a:lnTo>
                    <a:cubicBezTo>
                      <a:pt x="3455" y="14"/>
                      <a:pt x="3171" y="0"/>
                      <a:pt x="2742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Google Shape;2271;p50"/>
              <p:cNvSpPr/>
              <p:nvPr/>
            </p:nvSpPr>
            <p:spPr>
              <a:xfrm>
                <a:off x="3353800" y="1430825"/>
                <a:ext cx="8207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3283" h="1005" extrusionOk="0">
                    <a:moveTo>
                      <a:pt x="2742" y="1"/>
                    </a:moveTo>
                    <a:cubicBezTo>
                      <a:pt x="2319" y="1"/>
                      <a:pt x="357" y="413"/>
                      <a:pt x="185" y="563"/>
                    </a:cubicBezTo>
                    <a:cubicBezTo>
                      <a:pt x="0" y="726"/>
                      <a:pt x="80" y="1004"/>
                      <a:pt x="295" y="1004"/>
                    </a:cubicBezTo>
                    <a:cubicBezTo>
                      <a:pt x="296" y="1004"/>
                      <a:pt x="298" y="1004"/>
                      <a:pt x="299" y="1004"/>
                    </a:cubicBezTo>
                    <a:cubicBezTo>
                      <a:pt x="516" y="1001"/>
                      <a:pt x="2914" y="897"/>
                      <a:pt x="3106" y="796"/>
                    </a:cubicBezTo>
                    <a:cubicBezTo>
                      <a:pt x="3282" y="687"/>
                      <a:pt x="3193" y="435"/>
                      <a:pt x="3026" y="435"/>
                    </a:cubicBezTo>
                    <a:cubicBezTo>
                      <a:pt x="3019" y="435"/>
                      <a:pt x="3013" y="436"/>
                      <a:pt x="3005" y="436"/>
                    </a:cubicBezTo>
                    <a:lnTo>
                      <a:pt x="2864" y="430"/>
                    </a:lnTo>
                    <a:cubicBezTo>
                      <a:pt x="2800" y="430"/>
                      <a:pt x="2753" y="424"/>
                      <a:pt x="2753" y="424"/>
                    </a:cubicBezTo>
                    <a:cubicBezTo>
                      <a:pt x="2753" y="424"/>
                      <a:pt x="2788" y="358"/>
                      <a:pt x="2816" y="275"/>
                    </a:cubicBezTo>
                    <a:cubicBezTo>
                      <a:pt x="2848" y="181"/>
                      <a:pt x="2867" y="70"/>
                      <a:pt x="2819" y="14"/>
                    </a:cubicBezTo>
                    <a:cubicBezTo>
                      <a:pt x="2811" y="5"/>
                      <a:pt x="2784" y="1"/>
                      <a:pt x="2742" y="1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Google Shape;2272;p50"/>
              <p:cNvSpPr/>
              <p:nvPr/>
            </p:nvSpPr>
            <p:spPr>
              <a:xfrm>
                <a:off x="3368675" y="1437625"/>
                <a:ext cx="56725" cy="12525"/>
              </a:xfrm>
              <a:custGeom>
                <a:avLst/>
                <a:gdLst/>
                <a:ahLst/>
                <a:cxnLst/>
                <a:rect l="l" t="t" r="r" b="b"/>
                <a:pathLst>
                  <a:path w="2269" h="501" extrusionOk="0">
                    <a:moveTo>
                      <a:pt x="2221" y="0"/>
                    </a:moveTo>
                    <a:cubicBezTo>
                      <a:pt x="2221" y="0"/>
                      <a:pt x="0" y="284"/>
                      <a:pt x="3" y="451"/>
                    </a:cubicBezTo>
                    <a:cubicBezTo>
                      <a:pt x="11" y="486"/>
                      <a:pt x="80" y="500"/>
                      <a:pt x="191" y="500"/>
                    </a:cubicBezTo>
                    <a:cubicBezTo>
                      <a:pt x="734" y="500"/>
                      <a:pt x="2269" y="152"/>
                      <a:pt x="2269" y="152"/>
                    </a:cubicBezTo>
                    <a:cubicBezTo>
                      <a:pt x="2209" y="149"/>
                      <a:pt x="2158" y="149"/>
                      <a:pt x="2158" y="149"/>
                    </a:cubicBezTo>
                    <a:cubicBezTo>
                      <a:pt x="2158" y="149"/>
                      <a:pt x="2193" y="82"/>
                      <a:pt x="2221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73" name="Google Shape;2273;p50"/>
            <p:cNvGrpSpPr/>
            <p:nvPr/>
          </p:nvGrpSpPr>
          <p:grpSpPr>
            <a:xfrm>
              <a:off x="1536984" y="1080254"/>
              <a:ext cx="926082" cy="2885948"/>
              <a:chOff x="4972600" y="2060300"/>
              <a:chExt cx="193575" cy="603250"/>
            </a:xfrm>
          </p:grpSpPr>
          <p:sp>
            <p:nvSpPr>
              <p:cNvPr id="2274" name="Google Shape;2274;p50"/>
              <p:cNvSpPr/>
              <p:nvPr/>
            </p:nvSpPr>
            <p:spPr>
              <a:xfrm>
                <a:off x="4972600" y="2611500"/>
                <a:ext cx="50675" cy="52050"/>
              </a:xfrm>
              <a:custGeom>
                <a:avLst/>
                <a:gdLst/>
                <a:ahLst/>
                <a:cxnLst/>
                <a:rect l="l" t="t" r="r" b="b"/>
                <a:pathLst>
                  <a:path w="2027" h="2082" extrusionOk="0">
                    <a:moveTo>
                      <a:pt x="537" y="0"/>
                    </a:moveTo>
                    <a:cubicBezTo>
                      <a:pt x="537" y="0"/>
                      <a:pt x="190" y="1193"/>
                      <a:pt x="95" y="1414"/>
                    </a:cubicBezTo>
                    <a:cubicBezTo>
                      <a:pt x="1" y="1635"/>
                      <a:pt x="10" y="1934"/>
                      <a:pt x="159" y="2023"/>
                    </a:cubicBezTo>
                    <a:cubicBezTo>
                      <a:pt x="238" y="2067"/>
                      <a:pt x="593" y="2081"/>
                      <a:pt x="940" y="2081"/>
                    </a:cubicBezTo>
                    <a:cubicBezTo>
                      <a:pt x="1257" y="2081"/>
                      <a:pt x="1566" y="2069"/>
                      <a:pt x="1648" y="2057"/>
                    </a:cubicBezTo>
                    <a:cubicBezTo>
                      <a:pt x="1818" y="2038"/>
                      <a:pt x="2026" y="2023"/>
                      <a:pt x="1973" y="1688"/>
                    </a:cubicBezTo>
                    <a:cubicBezTo>
                      <a:pt x="1922" y="1351"/>
                      <a:pt x="1884" y="142"/>
                      <a:pt x="1872" y="82"/>
                    </a:cubicBezTo>
                    <a:cubicBezTo>
                      <a:pt x="1859" y="19"/>
                      <a:pt x="537" y="0"/>
                      <a:pt x="537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Google Shape;2275;p50"/>
              <p:cNvSpPr/>
              <p:nvPr/>
            </p:nvSpPr>
            <p:spPr>
              <a:xfrm>
                <a:off x="5058575" y="2612525"/>
                <a:ext cx="31100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001" extrusionOk="0">
                    <a:moveTo>
                      <a:pt x="0" y="0"/>
                    </a:moveTo>
                    <a:lnTo>
                      <a:pt x="0" y="1000"/>
                    </a:lnTo>
                    <a:lnTo>
                      <a:pt x="1243" y="1000"/>
                    </a:lnTo>
                    <a:lnTo>
                      <a:pt x="1174" y="0"/>
                    </a:lnTo>
                    <a:close/>
                  </a:path>
                </a:pathLst>
              </a:custGeom>
              <a:solidFill>
                <a:srgbClr val="CC7B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Google Shape;2276;p50"/>
              <p:cNvSpPr/>
              <p:nvPr/>
            </p:nvSpPr>
            <p:spPr>
              <a:xfrm>
                <a:off x="5055250" y="2619150"/>
                <a:ext cx="90650" cy="39800"/>
              </a:xfrm>
              <a:custGeom>
                <a:avLst/>
                <a:gdLst/>
                <a:ahLst/>
                <a:cxnLst/>
                <a:rect l="l" t="t" r="r" b="b"/>
                <a:pathLst>
                  <a:path w="3626" h="1592" extrusionOk="0">
                    <a:moveTo>
                      <a:pt x="1361" y="0"/>
                    </a:moveTo>
                    <a:cubicBezTo>
                      <a:pt x="1301" y="0"/>
                      <a:pt x="1223" y="9"/>
                      <a:pt x="1121" y="35"/>
                    </a:cubicBezTo>
                    <a:cubicBezTo>
                      <a:pt x="818" y="114"/>
                      <a:pt x="818" y="411"/>
                      <a:pt x="645" y="480"/>
                    </a:cubicBezTo>
                    <a:cubicBezTo>
                      <a:pt x="612" y="494"/>
                      <a:pt x="571" y="499"/>
                      <a:pt x="525" y="499"/>
                    </a:cubicBezTo>
                    <a:cubicBezTo>
                      <a:pt x="329" y="499"/>
                      <a:pt x="51" y="398"/>
                      <a:pt x="51" y="398"/>
                    </a:cubicBezTo>
                    <a:cubicBezTo>
                      <a:pt x="51" y="398"/>
                      <a:pt x="23" y="717"/>
                      <a:pt x="14" y="966"/>
                    </a:cubicBezTo>
                    <a:cubicBezTo>
                      <a:pt x="7" y="1007"/>
                      <a:pt x="7" y="1041"/>
                      <a:pt x="7" y="1076"/>
                    </a:cubicBezTo>
                    <a:cubicBezTo>
                      <a:pt x="1" y="1325"/>
                      <a:pt x="165" y="1429"/>
                      <a:pt x="320" y="1496"/>
                    </a:cubicBezTo>
                    <a:cubicBezTo>
                      <a:pt x="474" y="1562"/>
                      <a:pt x="3165" y="1587"/>
                      <a:pt x="3279" y="1590"/>
                    </a:cubicBezTo>
                    <a:cubicBezTo>
                      <a:pt x="3291" y="1591"/>
                      <a:pt x="3305" y="1591"/>
                      <a:pt x="3320" y="1591"/>
                    </a:cubicBezTo>
                    <a:cubicBezTo>
                      <a:pt x="3392" y="1591"/>
                      <a:pt x="3487" y="1579"/>
                      <a:pt x="3547" y="1493"/>
                    </a:cubicBezTo>
                    <a:cubicBezTo>
                      <a:pt x="3578" y="1445"/>
                      <a:pt x="3601" y="1382"/>
                      <a:pt x="3604" y="1291"/>
                    </a:cubicBezTo>
                    <a:cubicBezTo>
                      <a:pt x="3626" y="982"/>
                      <a:pt x="3083" y="802"/>
                      <a:pt x="2588" y="590"/>
                    </a:cubicBezTo>
                    <a:cubicBezTo>
                      <a:pt x="2089" y="382"/>
                      <a:pt x="1522" y="35"/>
                      <a:pt x="1522" y="35"/>
                    </a:cubicBezTo>
                    <a:cubicBezTo>
                      <a:pt x="1522" y="35"/>
                      <a:pt x="1479" y="0"/>
                      <a:pt x="1361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Google Shape;2277;p50"/>
              <p:cNvSpPr/>
              <p:nvPr/>
            </p:nvSpPr>
            <p:spPr>
              <a:xfrm>
                <a:off x="5055250" y="2643275"/>
                <a:ext cx="88675" cy="15675"/>
              </a:xfrm>
              <a:custGeom>
                <a:avLst/>
                <a:gdLst/>
                <a:ahLst/>
                <a:cxnLst/>
                <a:rect l="l" t="t" r="r" b="b"/>
                <a:pathLst>
                  <a:path w="3547" h="627" extrusionOk="0">
                    <a:moveTo>
                      <a:pt x="14" y="1"/>
                    </a:moveTo>
                    <a:cubicBezTo>
                      <a:pt x="7" y="42"/>
                      <a:pt x="7" y="76"/>
                      <a:pt x="7" y="111"/>
                    </a:cubicBezTo>
                    <a:cubicBezTo>
                      <a:pt x="1" y="360"/>
                      <a:pt x="165" y="464"/>
                      <a:pt x="320" y="531"/>
                    </a:cubicBezTo>
                    <a:cubicBezTo>
                      <a:pt x="474" y="597"/>
                      <a:pt x="3165" y="622"/>
                      <a:pt x="3279" y="625"/>
                    </a:cubicBezTo>
                    <a:cubicBezTo>
                      <a:pt x="3291" y="626"/>
                      <a:pt x="3305" y="626"/>
                      <a:pt x="3320" y="626"/>
                    </a:cubicBezTo>
                    <a:cubicBezTo>
                      <a:pt x="3392" y="626"/>
                      <a:pt x="3487" y="614"/>
                      <a:pt x="3547" y="528"/>
                    </a:cubicBezTo>
                    <a:cubicBezTo>
                      <a:pt x="2910" y="512"/>
                      <a:pt x="604" y="455"/>
                      <a:pt x="465" y="278"/>
                    </a:cubicBezTo>
                    <a:cubicBezTo>
                      <a:pt x="348" y="133"/>
                      <a:pt x="143" y="42"/>
                      <a:pt x="14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Google Shape;2278;p50"/>
              <p:cNvSpPr/>
              <p:nvPr/>
            </p:nvSpPr>
            <p:spPr>
              <a:xfrm>
                <a:off x="4981925" y="2322450"/>
                <a:ext cx="127375" cy="297200"/>
              </a:xfrm>
              <a:custGeom>
                <a:avLst/>
                <a:gdLst/>
                <a:ahLst/>
                <a:cxnLst/>
                <a:rect l="l" t="t" r="r" b="b"/>
                <a:pathLst>
                  <a:path w="5095" h="11888" extrusionOk="0">
                    <a:moveTo>
                      <a:pt x="4628" y="0"/>
                    </a:moveTo>
                    <a:lnTo>
                      <a:pt x="4628" y="0"/>
                    </a:lnTo>
                    <a:cubicBezTo>
                      <a:pt x="4628" y="0"/>
                      <a:pt x="4628" y="0"/>
                      <a:pt x="4628" y="0"/>
                    </a:cubicBezTo>
                    <a:lnTo>
                      <a:pt x="4628" y="0"/>
                    </a:lnTo>
                    <a:cubicBezTo>
                      <a:pt x="4628" y="0"/>
                      <a:pt x="4628" y="0"/>
                      <a:pt x="4628" y="0"/>
                    </a:cubicBezTo>
                    <a:close/>
                    <a:moveTo>
                      <a:pt x="4628" y="0"/>
                    </a:moveTo>
                    <a:cubicBezTo>
                      <a:pt x="4626" y="5"/>
                      <a:pt x="3973" y="240"/>
                      <a:pt x="2751" y="240"/>
                    </a:cubicBezTo>
                    <a:cubicBezTo>
                      <a:pt x="2139" y="240"/>
                      <a:pt x="1383" y="181"/>
                      <a:pt x="495" y="3"/>
                    </a:cubicBezTo>
                    <a:lnTo>
                      <a:pt x="495" y="3"/>
                    </a:lnTo>
                    <a:cubicBezTo>
                      <a:pt x="495" y="4"/>
                      <a:pt x="618" y="1855"/>
                      <a:pt x="606" y="2436"/>
                    </a:cubicBezTo>
                    <a:cubicBezTo>
                      <a:pt x="599" y="3013"/>
                      <a:pt x="0" y="11127"/>
                      <a:pt x="47" y="11433"/>
                    </a:cubicBezTo>
                    <a:cubicBezTo>
                      <a:pt x="86" y="11685"/>
                      <a:pt x="495" y="11751"/>
                      <a:pt x="934" y="11751"/>
                    </a:cubicBezTo>
                    <a:cubicBezTo>
                      <a:pt x="1032" y="11751"/>
                      <a:pt x="1133" y="11747"/>
                      <a:pt x="1230" y="11742"/>
                    </a:cubicBezTo>
                    <a:cubicBezTo>
                      <a:pt x="1764" y="11714"/>
                      <a:pt x="1669" y="11484"/>
                      <a:pt x="1669" y="11427"/>
                    </a:cubicBezTo>
                    <a:cubicBezTo>
                      <a:pt x="1669" y="11373"/>
                      <a:pt x="3082" y="4113"/>
                      <a:pt x="3082" y="4111"/>
                    </a:cubicBezTo>
                    <a:lnTo>
                      <a:pt x="3082" y="4111"/>
                    </a:lnTo>
                    <a:cubicBezTo>
                      <a:pt x="3082" y="4112"/>
                      <a:pt x="2842" y="6089"/>
                      <a:pt x="2842" y="6792"/>
                    </a:cubicBezTo>
                    <a:cubicBezTo>
                      <a:pt x="2842" y="7502"/>
                      <a:pt x="2824" y="11304"/>
                      <a:pt x="2836" y="11676"/>
                    </a:cubicBezTo>
                    <a:cubicBezTo>
                      <a:pt x="2839" y="11831"/>
                      <a:pt x="3122" y="11888"/>
                      <a:pt x="3456" y="11888"/>
                    </a:cubicBezTo>
                    <a:cubicBezTo>
                      <a:pt x="3932" y="11888"/>
                      <a:pt x="4514" y="11772"/>
                      <a:pt x="4540" y="11657"/>
                    </a:cubicBezTo>
                    <a:cubicBezTo>
                      <a:pt x="4587" y="11458"/>
                      <a:pt x="4723" y="8490"/>
                      <a:pt x="4751" y="7890"/>
                    </a:cubicBezTo>
                    <a:cubicBezTo>
                      <a:pt x="4779" y="7294"/>
                      <a:pt x="5095" y="1142"/>
                      <a:pt x="4628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Google Shape;2279;p50"/>
              <p:cNvSpPr/>
              <p:nvPr/>
            </p:nvSpPr>
            <p:spPr>
              <a:xfrm>
                <a:off x="4982000" y="2594050"/>
                <a:ext cx="44500" cy="8875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5" extrusionOk="0">
                    <a:moveTo>
                      <a:pt x="41" y="1"/>
                    </a:moveTo>
                    <a:cubicBezTo>
                      <a:pt x="30" y="1"/>
                      <a:pt x="19" y="7"/>
                      <a:pt x="13" y="17"/>
                    </a:cubicBezTo>
                    <a:cubicBezTo>
                      <a:pt x="0" y="33"/>
                      <a:pt x="10" y="55"/>
                      <a:pt x="22" y="64"/>
                    </a:cubicBezTo>
                    <a:cubicBezTo>
                      <a:pt x="29" y="71"/>
                      <a:pt x="496" y="355"/>
                      <a:pt x="1060" y="355"/>
                    </a:cubicBezTo>
                    <a:cubicBezTo>
                      <a:pt x="1284" y="355"/>
                      <a:pt x="1527" y="310"/>
                      <a:pt x="1754" y="184"/>
                    </a:cubicBezTo>
                    <a:cubicBezTo>
                      <a:pt x="1773" y="175"/>
                      <a:pt x="1779" y="153"/>
                      <a:pt x="1770" y="137"/>
                    </a:cubicBezTo>
                    <a:cubicBezTo>
                      <a:pt x="1766" y="124"/>
                      <a:pt x="1752" y="118"/>
                      <a:pt x="1739" y="118"/>
                    </a:cubicBezTo>
                    <a:cubicBezTo>
                      <a:pt x="1733" y="118"/>
                      <a:pt x="1727" y="119"/>
                      <a:pt x="1723" y="121"/>
                    </a:cubicBezTo>
                    <a:cubicBezTo>
                      <a:pt x="1502" y="241"/>
                      <a:pt x="1273" y="284"/>
                      <a:pt x="1058" y="284"/>
                    </a:cubicBezTo>
                    <a:cubicBezTo>
                      <a:pt x="516" y="284"/>
                      <a:pt x="65" y="10"/>
                      <a:pt x="60" y="8"/>
                    </a:cubicBezTo>
                    <a:cubicBezTo>
                      <a:pt x="54" y="3"/>
                      <a:pt x="48" y="1"/>
                      <a:pt x="41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Google Shape;2280;p50"/>
              <p:cNvSpPr/>
              <p:nvPr/>
            </p:nvSpPr>
            <p:spPr>
              <a:xfrm>
                <a:off x="5051725" y="2597550"/>
                <a:ext cx="46075" cy="8300"/>
              </a:xfrm>
              <a:custGeom>
                <a:avLst/>
                <a:gdLst/>
                <a:ahLst/>
                <a:cxnLst/>
                <a:rect l="l" t="t" r="r" b="b"/>
                <a:pathLst>
                  <a:path w="1843" h="332" extrusionOk="0">
                    <a:moveTo>
                      <a:pt x="1800" y="0"/>
                    </a:moveTo>
                    <a:cubicBezTo>
                      <a:pt x="1790" y="0"/>
                      <a:pt x="1780" y="4"/>
                      <a:pt x="1773" y="13"/>
                    </a:cubicBezTo>
                    <a:cubicBezTo>
                      <a:pt x="1596" y="207"/>
                      <a:pt x="1224" y="260"/>
                      <a:pt x="870" y="260"/>
                    </a:cubicBezTo>
                    <a:cubicBezTo>
                      <a:pt x="449" y="260"/>
                      <a:pt x="54" y="185"/>
                      <a:pt x="47" y="183"/>
                    </a:cubicBezTo>
                    <a:cubicBezTo>
                      <a:pt x="44" y="182"/>
                      <a:pt x="41" y="181"/>
                      <a:pt x="37" y="181"/>
                    </a:cubicBezTo>
                    <a:cubicBezTo>
                      <a:pt x="21" y="181"/>
                      <a:pt x="6" y="193"/>
                      <a:pt x="3" y="211"/>
                    </a:cubicBezTo>
                    <a:cubicBezTo>
                      <a:pt x="0" y="230"/>
                      <a:pt x="13" y="249"/>
                      <a:pt x="32" y="252"/>
                    </a:cubicBezTo>
                    <a:cubicBezTo>
                      <a:pt x="63" y="256"/>
                      <a:pt x="448" y="331"/>
                      <a:pt x="868" y="331"/>
                    </a:cubicBezTo>
                    <a:cubicBezTo>
                      <a:pt x="1237" y="331"/>
                      <a:pt x="1631" y="278"/>
                      <a:pt x="1830" y="60"/>
                    </a:cubicBezTo>
                    <a:cubicBezTo>
                      <a:pt x="1842" y="44"/>
                      <a:pt x="1842" y="22"/>
                      <a:pt x="1827" y="9"/>
                    </a:cubicBezTo>
                    <a:cubicBezTo>
                      <a:pt x="1819" y="4"/>
                      <a:pt x="1810" y="0"/>
                      <a:pt x="1800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Google Shape;2281;p50"/>
              <p:cNvSpPr/>
              <p:nvPr/>
            </p:nvSpPr>
            <p:spPr>
              <a:xfrm>
                <a:off x="5016075" y="2131025"/>
                <a:ext cx="59800" cy="62875"/>
              </a:xfrm>
              <a:custGeom>
                <a:avLst/>
                <a:gdLst/>
                <a:ahLst/>
                <a:cxnLst/>
                <a:rect l="l" t="t" r="r" b="b"/>
                <a:pathLst>
                  <a:path w="2392" h="2515" extrusionOk="0">
                    <a:moveTo>
                      <a:pt x="558" y="1"/>
                    </a:moveTo>
                    <a:cubicBezTo>
                      <a:pt x="558" y="1"/>
                      <a:pt x="574" y="294"/>
                      <a:pt x="540" y="629"/>
                    </a:cubicBezTo>
                    <a:cubicBezTo>
                      <a:pt x="489" y="1073"/>
                      <a:pt x="360" y="1600"/>
                      <a:pt x="0" y="1641"/>
                    </a:cubicBezTo>
                    <a:cubicBezTo>
                      <a:pt x="0" y="1641"/>
                      <a:pt x="364" y="2514"/>
                      <a:pt x="1212" y="2514"/>
                    </a:cubicBezTo>
                    <a:cubicBezTo>
                      <a:pt x="1274" y="2514"/>
                      <a:pt x="1339" y="2509"/>
                      <a:pt x="1407" y="2499"/>
                    </a:cubicBezTo>
                    <a:cubicBezTo>
                      <a:pt x="2391" y="2348"/>
                      <a:pt x="1678" y="1490"/>
                      <a:pt x="1678" y="1490"/>
                    </a:cubicBezTo>
                    <a:lnTo>
                      <a:pt x="1678" y="1436"/>
                    </a:lnTo>
                    <a:cubicBezTo>
                      <a:pt x="1678" y="1332"/>
                      <a:pt x="1691" y="1089"/>
                      <a:pt x="1732" y="916"/>
                    </a:cubicBezTo>
                    <a:cubicBezTo>
                      <a:pt x="1789" y="692"/>
                      <a:pt x="559" y="1"/>
                      <a:pt x="558" y="1"/>
                    </a:cubicBezTo>
                    <a:close/>
                  </a:path>
                </a:pathLst>
              </a:custGeom>
              <a:solidFill>
                <a:srgbClr val="CC7B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Google Shape;2282;p50"/>
              <p:cNvSpPr/>
              <p:nvPr/>
            </p:nvSpPr>
            <p:spPr>
              <a:xfrm>
                <a:off x="5029400" y="2131025"/>
                <a:ext cx="31325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253" h="1433" extrusionOk="0">
                    <a:moveTo>
                      <a:pt x="22" y="1"/>
                    </a:moveTo>
                    <a:cubicBezTo>
                      <a:pt x="22" y="1"/>
                      <a:pt x="38" y="294"/>
                      <a:pt x="0" y="629"/>
                    </a:cubicBezTo>
                    <a:cubicBezTo>
                      <a:pt x="316" y="931"/>
                      <a:pt x="764" y="1310"/>
                      <a:pt x="1142" y="1433"/>
                    </a:cubicBezTo>
                    <a:cubicBezTo>
                      <a:pt x="1142" y="1326"/>
                      <a:pt x="1152" y="1086"/>
                      <a:pt x="1196" y="912"/>
                    </a:cubicBezTo>
                    <a:cubicBezTo>
                      <a:pt x="1253" y="692"/>
                      <a:pt x="22" y="1"/>
                      <a:pt x="22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Google Shape;2283;p50"/>
              <p:cNvSpPr/>
              <p:nvPr/>
            </p:nvSpPr>
            <p:spPr>
              <a:xfrm>
                <a:off x="5014725" y="2074000"/>
                <a:ext cx="69500" cy="87425"/>
              </a:xfrm>
              <a:custGeom>
                <a:avLst/>
                <a:gdLst/>
                <a:ahLst/>
                <a:cxnLst/>
                <a:rect l="l" t="t" r="r" b="b"/>
                <a:pathLst>
                  <a:path w="2780" h="3497" extrusionOk="0">
                    <a:moveTo>
                      <a:pt x="1405" y="0"/>
                    </a:moveTo>
                    <a:cubicBezTo>
                      <a:pt x="1222" y="0"/>
                      <a:pt x="1036" y="33"/>
                      <a:pt x="855" y="114"/>
                    </a:cubicBezTo>
                    <a:cubicBezTo>
                      <a:pt x="0" y="499"/>
                      <a:pt x="202" y="1392"/>
                      <a:pt x="202" y="1392"/>
                    </a:cubicBezTo>
                    <a:cubicBezTo>
                      <a:pt x="202" y="1392"/>
                      <a:pt x="792" y="3481"/>
                      <a:pt x="1786" y="3496"/>
                    </a:cubicBezTo>
                    <a:cubicBezTo>
                      <a:pt x="1789" y="3496"/>
                      <a:pt x="1791" y="3496"/>
                      <a:pt x="1794" y="3496"/>
                    </a:cubicBezTo>
                    <a:cubicBezTo>
                      <a:pt x="2780" y="3496"/>
                      <a:pt x="2736" y="607"/>
                      <a:pt x="2736" y="607"/>
                    </a:cubicBezTo>
                    <a:cubicBezTo>
                      <a:pt x="2703" y="455"/>
                      <a:pt x="2082" y="0"/>
                      <a:pt x="1405" y="0"/>
                    </a:cubicBezTo>
                    <a:close/>
                  </a:path>
                </a:pathLst>
              </a:custGeom>
              <a:solidFill>
                <a:srgbClr val="CC7B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Google Shape;2284;p50"/>
              <p:cNvSpPr/>
              <p:nvPr/>
            </p:nvSpPr>
            <p:spPr>
              <a:xfrm>
                <a:off x="5003200" y="2060300"/>
                <a:ext cx="97825" cy="68700"/>
              </a:xfrm>
              <a:custGeom>
                <a:avLst/>
                <a:gdLst/>
                <a:ahLst/>
                <a:cxnLst/>
                <a:rect l="l" t="t" r="r" b="b"/>
                <a:pathLst>
                  <a:path w="3913" h="2748" extrusionOk="0">
                    <a:moveTo>
                      <a:pt x="1693" y="1"/>
                    </a:moveTo>
                    <a:cubicBezTo>
                      <a:pt x="1184" y="1"/>
                      <a:pt x="793" y="193"/>
                      <a:pt x="600" y="1047"/>
                    </a:cubicBezTo>
                    <a:cubicBezTo>
                      <a:pt x="600" y="1047"/>
                      <a:pt x="1" y="1672"/>
                      <a:pt x="726" y="2748"/>
                    </a:cubicBezTo>
                    <a:lnTo>
                      <a:pt x="1055" y="2694"/>
                    </a:lnTo>
                    <a:cubicBezTo>
                      <a:pt x="1055" y="2694"/>
                      <a:pt x="954" y="2022"/>
                      <a:pt x="1304" y="2022"/>
                    </a:cubicBezTo>
                    <a:cubicBezTo>
                      <a:pt x="1657" y="2022"/>
                      <a:pt x="1884" y="1716"/>
                      <a:pt x="2010" y="1546"/>
                    </a:cubicBezTo>
                    <a:cubicBezTo>
                      <a:pt x="2028" y="1523"/>
                      <a:pt x="2050" y="1513"/>
                      <a:pt x="2078" y="1513"/>
                    </a:cubicBezTo>
                    <a:cubicBezTo>
                      <a:pt x="2251" y="1513"/>
                      <a:pt x="2607" y="1915"/>
                      <a:pt x="2872" y="1915"/>
                    </a:cubicBezTo>
                    <a:cubicBezTo>
                      <a:pt x="3175" y="1915"/>
                      <a:pt x="3140" y="2293"/>
                      <a:pt x="3140" y="2293"/>
                    </a:cubicBezTo>
                    <a:cubicBezTo>
                      <a:pt x="3140" y="2293"/>
                      <a:pt x="3913" y="1978"/>
                      <a:pt x="3578" y="1218"/>
                    </a:cubicBezTo>
                    <a:cubicBezTo>
                      <a:pt x="3578" y="1218"/>
                      <a:pt x="3802" y="205"/>
                      <a:pt x="2780" y="114"/>
                    </a:cubicBezTo>
                    <a:cubicBezTo>
                      <a:pt x="2384" y="78"/>
                      <a:pt x="2015" y="1"/>
                      <a:pt x="1693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Google Shape;2285;p50"/>
              <p:cNvSpPr/>
              <p:nvPr/>
            </p:nvSpPr>
            <p:spPr>
              <a:xfrm>
                <a:off x="5012375" y="2116125"/>
                <a:ext cx="19650" cy="19950"/>
              </a:xfrm>
              <a:custGeom>
                <a:avLst/>
                <a:gdLst/>
                <a:ahLst/>
                <a:cxnLst/>
                <a:rect l="l" t="t" r="r" b="b"/>
                <a:pathLst>
                  <a:path w="786" h="798" extrusionOk="0">
                    <a:moveTo>
                      <a:pt x="371" y="1"/>
                    </a:moveTo>
                    <a:cubicBezTo>
                      <a:pt x="325" y="1"/>
                      <a:pt x="278" y="18"/>
                      <a:pt x="233" y="60"/>
                    </a:cubicBezTo>
                    <a:cubicBezTo>
                      <a:pt x="0" y="279"/>
                      <a:pt x="288" y="798"/>
                      <a:pt x="684" y="798"/>
                    </a:cubicBezTo>
                    <a:cubicBezTo>
                      <a:pt x="717" y="798"/>
                      <a:pt x="751" y="794"/>
                      <a:pt x="785" y="786"/>
                    </a:cubicBezTo>
                    <a:lnTo>
                      <a:pt x="785" y="370"/>
                    </a:lnTo>
                    <a:cubicBezTo>
                      <a:pt x="785" y="370"/>
                      <a:pt x="583" y="1"/>
                      <a:pt x="371" y="1"/>
                    </a:cubicBezTo>
                    <a:close/>
                  </a:path>
                </a:pathLst>
              </a:custGeom>
              <a:solidFill>
                <a:srgbClr val="CC7B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Google Shape;2286;p50"/>
              <p:cNvSpPr/>
              <p:nvPr/>
            </p:nvSpPr>
            <p:spPr>
              <a:xfrm>
                <a:off x="5060475" y="2123775"/>
                <a:ext cx="7750" cy="16350"/>
              </a:xfrm>
              <a:custGeom>
                <a:avLst/>
                <a:gdLst/>
                <a:ahLst/>
                <a:cxnLst/>
                <a:rect l="l" t="t" r="r" b="b"/>
                <a:pathLst>
                  <a:path w="310" h="654" extrusionOk="0">
                    <a:moveTo>
                      <a:pt x="221" y="1"/>
                    </a:moveTo>
                    <a:cubicBezTo>
                      <a:pt x="202" y="4"/>
                      <a:pt x="186" y="19"/>
                      <a:pt x="189" y="38"/>
                    </a:cubicBezTo>
                    <a:cubicBezTo>
                      <a:pt x="218" y="266"/>
                      <a:pt x="224" y="531"/>
                      <a:pt x="202" y="568"/>
                    </a:cubicBezTo>
                    <a:cubicBezTo>
                      <a:pt x="192" y="578"/>
                      <a:pt x="176" y="582"/>
                      <a:pt x="157" y="582"/>
                    </a:cubicBezTo>
                    <a:cubicBezTo>
                      <a:pt x="122" y="582"/>
                      <a:pt x="80" y="569"/>
                      <a:pt x="57" y="559"/>
                    </a:cubicBezTo>
                    <a:cubicBezTo>
                      <a:pt x="52" y="557"/>
                      <a:pt x="46" y="557"/>
                      <a:pt x="42" y="557"/>
                    </a:cubicBezTo>
                    <a:cubicBezTo>
                      <a:pt x="26" y="557"/>
                      <a:pt x="14" y="564"/>
                      <a:pt x="10" y="581"/>
                    </a:cubicBezTo>
                    <a:cubicBezTo>
                      <a:pt x="0" y="600"/>
                      <a:pt x="10" y="619"/>
                      <a:pt x="29" y="628"/>
                    </a:cubicBezTo>
                    <a:cubicBezTo>
                      <a:pt x="35" y="631"/>
                      <a:pt x="95" y="654"/>
                      <a:pt x="155" y="654"/>
                    </a:cubicBezTo>
                    <a:cubicBezTo>
                      <a:pt x="189" y="654"/>
                      <a:pt x="224" y="647"/>
                      <a:pt x="249" y="619"/>
                    </a:cubicBezTo>
                    <a:cubicBezTo>
                      <a:pt x="309" y="559"/>
                      <a:pt x="281" y="225"/>
                      <a:pt x="262" y="32"/>
                    </a:cubicBezTo>
                    <a:cubicBezTo>
                      <a:pt x="256" y="10"/>
                      <a:pt x="240" y="1"/>
                      <a:pt x="221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Google Shape;2287;p50"/>
              <p:cNvSpPr/>
              <p:nvPr/>
            </p:nvSpPr>
            <p:spPr>
              <a:xfrm>
                <a:off x="5047300" y="2111750"/>
                <a:ext cx="12325" cy="5425"/>
              </a:xfrm>
              <a:custGeom>
                <a:avLst/>
                <a:gdLst/>
                <a:ahLst/>
                <a:cxnLst/>
                <a:rect l="l" t="t" r="r" b="b"/>
                <a:pathLst>
                  <a:path w="493" h="217" extrusionOk="0">
                    <a:moveTo>
                      <a:pt x="331" y="1"/>
                    </a:moveTo>
                    <a:cubicBezTo>
                      <a:pt x="92" y="1"/>
                      <a:pt x="0" y="170"/>
                      <a:pt x="0" y="172"/>
                    </a:cubicBezTo>
                    <a:lnTo>
                      <a:pt x="82" y="217"/>
                    </a:lnTo>
                    <a:cubicBezTo>
                      <a:pt x="85" y="211"/>
                      <a:pt x="148" y="95"/>
                      <a:pt x="327" y="95"/>
                    </a:cubicBezTo>
                    <a:cubicBezTo>
                      <a:pt x="368" y="95"/>
                      <a:pt x="414" y="101"/>
                      <a:pt x="467" y="116"/>
                    </a:cubicBezTo>
                    <a:lnTo>
                      <a:pt x="492" y="24"/>
                    </a:lnTo>
                    <a:cubicBezTo>
                      <a:pt x="432" y="8"/>
                      <a:pt x="378" y="1"/>
                      <a:pt x="331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Google Shape;2288;p50"/>
              <p:cNvSpPr/>
              <p:nvPr/>
            </p:nvSpPr>
            <p:spPr>
              <a:xfrm>
                <a:off x="5068975" y="2112325"/>
                <a:ext cx="12350" cy="5475"/>
              </a:xfrm>
              <a:custGeom>
                <a:avLst/>
                <a:gdLst/>
                <a:ahLst/>
                <a:cxnLst/>
                <a:rect l="l" t="t" r="r" b="b"/>
                <a:pathLst>
                  <a:path w="494" h="219" extrusionOk="0">
                    <a:moveTo>
                      <a:pt x="158" y="0"/>
                    </a:moveTo>
                    <a:cubicBezTo>
                      <a:pt x="112" y="0"/>
                      <a:pt x="59" y="7"/>
                      <a:pt x="1" y="23"/>
                    </a:cubicBezTo>
                    <a:lnTo>
                      <a:pt x="23" y="115"/>
                    </a:lnTo>
                    <a:cubicBezTo>
                      <a:pt x="75" y="100"/>
                      <a:pt x="120" y="94"/>
                      <a:pt x="160" y="94"/>
                    </a:cubicBezTo>
                    <a:cubicBezTo>
                      <a:pt x="337" y="94"/>
                      <a:pt x="402" y="211"/>
                      <a:pt x="405" y="219"/>
                    </a:cubicBezTo>
                    <a:lnTo>
                      <a:pt x="493" y="175"/>
                    </a:lnTo>
                    <a:cubicBezTo>
                      <a:pt x="488" y="175"/>
                      <a:pt x="396" y="0"/>
                      <a:pt x="158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Google Shape;2289;p50"/>
              <p:cNvSpPr/>
              <p:nvPr/>
            </p:nvSpPr>
            <p:spPr>
              <a:xfrm>
                <a:off x="5053675" y="2120775"/>
                <a:ext cx="3750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150" h="222" extrusionOk="0">
                    <a:moveTo>
                      <a:pt x="73" y="1"/>
                    </a:moveTo>
                    <a:cubicBezTo>
                      <a:pt x="32" y="1"/>
                      <a:pt x="1" y="51"/>
                      <a:pt x="1" y="111"/>
                    </a:cubicBezTo>
                    <a:cubicBezTo>
                      <a:pt x="1" y="174"/>
                      <a:pt x="32" y="221"/>
                      <a:pt x="73" y="221"/>
                    </a:cubicBezTo>
                    <a:cubicBezTo>
                      <a:pt x="118" y="221"/>
                      <a:pt x="149" y="174"/>
                      <a:pt x="149" y="111"/>
                    </a:cubicBezTo>
                    <a:cubicBezTo>
                      <a:pt x="149" y="51"/>
                      <a:pt x="118" y="1"/>
                      <a:pt x="73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Google Shape;2290;p50"/>
              <p:cNvSpPr/>
              <p:nvPr/>
            </p:nvSpPr>
            <p:spPr>
              <a:xfrm>
                <a:off x="5071900" y="2121575"/>
                <a:ext cx="3725" cy="5550"/>
              </a:xfrm>
              <a:custGeom>
                <a:avLst/>
                <a:gdLst/>
                <a:ahLst/>
                <a:cxnLst/>
                <a:rect l="l" t="t" r="r" b="b"/>
                <a:pathLst>
                  <a:path w="149" h="222" extrusionOk="0">
                    <a:moveTo>
                      <a:pt x="76" y="0"/>
                    </a:moveTo>
                    <a:cubicBezTo>
                      <a:pt x="35" y="0"/>
                      <a:pt x="1" y="51"/>
                      <a:pt x="1" y="111"/>
                    </a:cubicBezTo>
                    <a:cubicBezTo>
                      <a:pt x="1" y="174"/>
                      <a:pt x="35" y="221"/>
                      <a:pt x="76" y="221"/>
                    </a:cubicBezTo>
                    <a:cubicBezTo>
                      <a:pt x="117" y="221"/>
                      <a:pt x="149" y="174"/>
                      <a:pt x="149" y="111"/>
                    </a:cubicBezTo>
                    <a:cubicBezTo>
                      <a:pt x="149" y="51"/>
                      <a:pt x="117" y="0"/>
                      <a:pt x="76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Google Shape;2291;p50"/>
              <p:cNvSpPr/>
              <p:nvPr/>
            </p:nvSpPr>
            <p:spPr>
              <a:xfrm>
                <a:off x="5055725" y="2146125"/>
                <a:ext cx="10600" cy="2925"/>
              </a:xfrm>
              <a:custGeom>
                <a:avLst/>
                <a:gdLst/>
                <a:ahLst/>
                <a:cxnLst/>
                <a:rect l="l" t="t" r="r" b="b"/>
                <a:pathLst>
                  <a:path w="424" h="117" extrusionOk="0">
                    <a:moveTo>
                      <a:pt x="84" y="0"/>
                    </a:moveTo>
                    <a:cubicBezTo>
                      <a:pt x="54" y="0"/>
                      <a:pt x="38" y="2"/>
                      <a:pt x="36" y="2"/>
                    </a:cubicBezTo>
                    <a:cubicBezTo>
                      <a:pt x="17" y="6"/>
                      <a:pt x="1" y="21"/>
                      <a:pt x="4" y="40"/>
                    </a:cubicBezTo>
                    <a:cubicBezTo>
                      <a:pt x="10" y="58"/>
                      <a:pt x="23" y="72"/>
                      <a:pt x="40" y="72"/>
                    </a:cubicBezTo>
                    <a:cubicBezTo>
                      <a:pt x="42" y="72"/>
                      <a:pt x="43" y="72"/>
                      <a:pt x="45" y="72"/>
                    </a:cubicBezTo>
                    <a:cubicBezTo>
                      <a:pt x="46" y="72"/>
                      <a:pt x="56" y="71"/>
                      <a:pt x="76" y="71"/>
                    </a:cubicBezTo>
                    <a:cubicBezTo>
                      <a:pt x="122" y="71"/>
                      <a:pt x="218" y="77"/>
                      <a:pt x="373" y="116"/>
                    </a:cubicBezTo>
                    <a:lnTo>
                      <a:pt x="379" y="116"/>
                    </a:lnTo>
                    <a:cubicBezTo>
                      <a:pt x="395" y="116"/>
                      <a:pt x="411" y="103"/>
                      <a:pt x="414" y="88"/>
                    </a:cubicBezTo>
                    <a:cubicBezTo>
                      <a:pt x="424" y="69"/>
                      <a:pt x="411" y="50"/>
                      <a:pt x="392" y="43"/>
                    </a:cubicBezTo>
                    <a:cubicBezTo>
                      <a:pt x="240" y="7"/>
                      <a:pt x="139" y="0"/>
                      <a:pt x="84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Google Shape;2292;p50"/>
              <p:cNvSpPr/>
              <p:nvPr/>
            </p:nvSpPr>
            <p:spPr>
              <a:xfrm>
                <a:off x="4984750" y="2168025"/>
                <a:ext cx="126925" cy="176075"/>
              </a:xfrm>
              <a:custGeom>
                <a:avLst/>
                <a:gdLst/>
                <a:ahLst/>
                <a:cxnLst/>
                <a:rect l="l" t="t" r="r" b="b"/>
                <a:pathLst>
                  <a:path w="5077" h="7043" extrusionOk="0">
                    <a:moveTo>
                      <a:pt x="2922" y="0"/>
                    </a:moveTo>
                    <a:cubicBezTo>
                      <a:pt x="2922" y="0"/>
                      <a:pt x="3348" y="754"/>
                      <a:pt x="2632" y="754"/>
                    </a:cubicBezTo>
                    <a:cubicBezTo>
                      <a:pt x="1912" y="754"/>
                      <a:pt x="1496" y="26"/>
                      <a:pt x="1496" y="26"/>
                    </a:cubicBezTo>
                    <a:cubicBezTo>
                      <a:pt x="1496" y="26"/>
                      <a:pt x="1414" y="73"/>
                      <a:pt x="1240" y="111"/>
                    </a:cubicBezTo>
                    <a:cubicBezTo>
                      <a:pt x="1181" y="127"/>
                      <a:pt x="1105" y="139"/>
                      <a:pt x="1023" y="145"/>
                    </a:cubicBezTo>
                    <a:cubicBezTo>
                      <a:pt x="704" y="183"/>
                      <a:pt x="92" y="963"/>
                      <a:pt x="92" y="963"/>
                    </a:cubicBezTo>
                    <a:cubicBezTo>
                      <a:pt x="92" y="963"/>
                      <a:pt x="445" y="4105"/>
                      <a:pt x="461" y="4887"/>
                    </a:cubicBezTo>
                    <a:cubicBezTo>
                      <a:pt x="477" y="5666"/>
                      <a:pt x="1" y="6117"/>
                      <a:pt x="379" y="6509"/>
                    </a:cubicBezTo>
                    <a:cubicBezTo>
                      <a:pt x="655" y="6796"/>
                      <a:pt x="1982" y="7042"/>
                      <a:pt x="3060" y="7042"/>
                    </a:cubicBezTo>
                    <a:cubicBezTo>
                      <a:pt x="3464" y="7042"/>
                      <a:pt x="3832" y="7008"/>
                      <a:pt x="4099" y="6928"/>
                    </a:cubicBezTo>
                    <a:cubicBezTo>
                      <a:pt x="5077" y="6638"/>
                      <a:pt x="4417" y="5111"/>
                      <a:pt x="4310" y="4357"/>
                    </a:cubicBezTo>
                    <a:cubicBezTo>
                      <a:pt x="4263" y="4042"/>
                      <a:pt x="4256" y="3534"/>
                      <a:pt x="4253" y="3013"/>
                    </a:cubicBezTo>
                    <a:cubicBezTo>
                      <a:pt x="4247" y="2275"/>
                      <a:pt x="4256" y="1524"/>
                      <a:pt x="4181" y="1310"/>
                    </a:cubicBezTo>
                    <a:cubicBezTo>
                      <a:pt x="4080" y="1013"/>
                      <a:pt x="3799" y="414"/>
                      <a:pt x="3300" y="136"/>
                    </a:cubicBezTo>
                    <a:cubicBezTo>
                      <a:pt x="3253" y="111"/>
                      <a:pt x="3206" y="89"/>
                      <a:pt x="3155" y="67"/>
                    </a:cubicBezTo>
                    <a:cubicBezTo>
                      <a:pt x="3080" y="35"/>
                      <a:pt x="3001" y="16"/>
                      <a:pt x="2922" y="0"/>
                    </a:cubicBez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Google Shape;2293;p50"/>
              <p:cNvSpPr/>
              <p:nvPr/>
            </p:nvSpPr>
            <p:spPr>
              <a:xfrm>
                <a:off x="5015675" y="2168025"/>
                <a:ext cx="53650" cy="24650"/>
              </a:xfrm>
              <a:custGeom>
                <a:avLst/>
                <a:gdLst/>
                <a:ahLst/>
                <a:cxnLst/>
                <a:rect l="l" t="t" r="r" b="b"/>
                <a:pathLst>
                  <a:path w="2146" h="986" extrusionOk="0">
                    <a:moveTo>
                      <a:pt x="1685" y="0"/>
                    </a:moveTo>
                    <a:cubicBezTo>
                      <a:pt x="1685" y="0"/>
                      <a:pt x="2111" y="754"/>
                      <a:pt x="1395" y="754"/>
                    </a:cubicBezTo>
                    <a:cubicBezTo>
                      <a:pt x="675" y="754"/>
                      <a:pt x="259" y="26"/>
                      <a:pt x="259" y="26"/>
                    </a:cubicBezTo>
                    <a:cubicBezTo>
                      <a:pt x="259" y="26"/>
                      <a:pt x="174" y="73"/>
                      <a:pt x="0" y="111"/>
                    </a:cubicBezTo>
                    <a:cubicBezTo>
                      <a:pt x="208" y="406"/>
                      <a:pt x="714" y="985"/>
                      <a:pt x="1434" y="985"/>
                    </a:cubicBezTo>
                    <a:cubicBezTo>
                      <a:pt x="1514" y="985"/>
                      <a:pt x="1597" y="978"/>
                      <a:pt x="1682" y="963"/>
                    </a:cubicBezTo>
                    <a:cubicBezTo>
                      <a:pt x="1975" y="912"/>
                      <a:pt x="2101" y="767"/>
                      <a:pt x="2127" y="578"/>
                    </a:cubicBezTo>
                    <a:cubicBezTo>
                      <a:pt x="2146" y="445"/>
                      <a:pt x="2120" y="294"/>
                      <a:pt x="2063" y="136"/>
                    </a:cubicBezTo>
                    <a:cubicBezTo>
                      <a:pt x="2060" y="127"/>
                      <a:pt x="2057" y="114"/>
                      <a:pt x="2051" y="108"/>
                    </a:cubicBezTo>
                    <a:cubicBezTo>
                      <a:pt x="1978" y="82"/>
                      <a:pt x="1922" y="67"/>
                      <a:pt x="1918" y="67"/>
                    </a:cubicBezTo>
                    <a:cubicBezTo>
                      <a:pt x="1843" y="35"/>
                      <a:pt x="1764" y="16"/>
                      <a:pt x="1685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Google Shape;2294;p50"/>
              <p:cNvSpPr/>
              <p:nvPr/>
            </p:nvSpPr>
            <p:spPr>
              <a:xfrm>
                <a:off x="5063625" y="2169675"/>
                <a:ext cx="41350" cy="74075"/>
              </a:xfrm>
              <a:custGeom>
                <a:avLst/>
                <a:gdLst/>
                <a:ahLst/>
                <a:cxnLst/>
                <a:rect l="l" t="t" r="r" b="b"/>
                <a:pathLst>
                  <a:path w="1654" h="2963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48" y="45"/>
                      <a:pt x="123" y="237"/>
                      <a:pt x="209" y="512"/>
                    </a:cubicBezTo>
                    <a:cubicBezTo>
                      <a:pt x="486" y="1363"/>
                      <a:pt x="884" y="2963"/>
                      <a:pt x="884" y="2963"/>
                    </a:cubicBezTo>
                    <a:lnTo>
                      <a:pt x="1092" y="2947"/>
                    </a:lnTo>
                    <a:lnTo>
                      <a:pt x="1653" y="2909"/>
                    </a:lnTo>
                    <a:cubicBezTo>
                      <a:pt x="1543" y="2237"/>
                      <a:pt x="1262" y="1089"/>
                      <a:pt x="1026" y="644"/>
                    </a:cubicBezTo>
                    <a:cubicBezTo>
                      <a:pt x="855" y="313"/>
                      <a:pt x="369" y="120"/>
                      <a:pt x="133" y="42"/>
                    </a:cubicBezTo>
                    <a:cubicBezTo>
                      <a:pt x="60" y="16"/>
                      <a:pt x="4" y="1"/>
                      <a:pt x="0" y="1"/>
                    </a:cubicBez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Google Shape;2295;p50"/>
              <p:cNvSpPr/>
              <p:nvPr/>
            </p:nvSpPr>
            <p:spPr>
              <a:xfrm>
                <a:off x="5100375" y="2190575"/>
                <a:ext cx="23600" cy="33300"/>
              </a:xfrm>
              <a:custGeom>
                <a:avLst/>
                <a:gdLst/>
                <a:ahLst/>
                <a:cxnLst/>
                <a:rect l="l" t="t" r="r" b="b"/>
                <a:pathLst>
                  <a:path w="944" h="1332" extrusionOk="0">
                    <a:moveTo>
                      <a:pt x="770" y="1"/>
                    </a:moveTo>
                    <a:cubicBezTo>
                      <a:pt x="493" y="243"/>
                      <a:pt x="0" y="1332"/>
                      <a:pt x="0" y="1332"/>
                    </a:cubicBezTo>
                    <a:lnTo>
                      <a:pt x="149" y="1332"/>
                    </a:lnTo>
                    <a:cubicBezTo>
                      <a:pt x="149" y="1332"/>
                      <a:pt x="723" y="1007"/>
                      <a:pt x="833" y="609"/>
                    </a:cubicBezTo>
                    <a:cubicBezTo>
                      <a:pt x="944" y="212"/>
                      <a:pt x="770" y="1"/>
                      <a:pt x="770" y="1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Google Shape;2296;p50"/>
              <p:cNvSpPr/>
              <p:nvPr/>
            </p:nvSpPr>
            <p:spPr>
              <a:xfrm>
                <a:off x="5076150" y="2193250"/>
                <a:ext cx="22750" cy="30725"/>
              </a:xfrm>
              <a:custGeom>
                <a:avLst/>
                <a:gdLst/>
                <a:ahLst/>
                <a:cxnLst/>
                <a:rect l="l" t="t" r="r" b="b"/>
                <a:pathLst>
                  <a:path w="910" h="1229" extrusionOk="0">
                    <a:moveTo>
                      <a:pt x="174" y="1"/>
                    </a:moveTo>
                    <a:cubicBezTo>
                      <a:pt x="174" y="1"/>
                      <a:pt x="1" y="253"/>
                      <a:pt x="174" y="537"/>
                    </a:cubicBezTo>
                    <a:cubicBezTo>
                      <a:pt x="348" y="821"/>
                      <a:pt x="790" y="1228"/>
                      <a:pt x="790" y="1228"/>
                    </a:cubicBezTo>
                    <a:lnTo>
                      <a:pt x="910" y="1228"/>
                    </a:lnTo>
                    <a:lnTo>
                      <a:pt x="910" y="1225"/>
                    </a:lnTo>
                    <a:cubicBezTo>
                      <a:pt x="910" y="1225"/>
                      <a:pt x="809" y="209"/>
                      <a:pt x="174" y="1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Google Shape;2297;p50"/>
              <p:cNvSpPr/>
              <p:nvPr/>
            </p:nvSpPr>
            <p:spPr>
              <a:xfrm>
                <a:off x="5030175" y="2221700"/>
                <a:ext cx="136000" cy="133450"/>
              </a:xfrm>
              <a:custGeom>
                <a:avLst/>
                <a:gdLst/>
                <a:ahLst/>
                <a:cxnLst/>
                <a:rect l="l" t="t" r="r" b="b"/>
                <a:pathLst>
                  <a:path w="5440" h="5338" extrusionOk="0">
                    <a:moveTo>
                      <a:pt x="2492" y="0"/>
                    </a:moveTo>
                    <a:cubicBezTo>
                      <a:pt x="832" y="0"/>
                      <a:pt x="553" y="876"/>
                      <a:pt x="401" y="1380"/>
                    </a:cubicBezTo>
                    <a:cubicBezTo>
                      <a:pt x="237" y="1910"/>
                      <a:pt x="1" y="4494"/>
                      <a:pt x="1206" y="5049"/>
                    </a:cubicBezTo>
                    <a:cubicBezTo>
                      <a:pt x="1687" y="5271"/>
                      <a:pt x="2272" y="5338"/>
                      <a:pt x="2802" y="5338"/>
                    </a:cubicBezTo>
                    <a:cubicBezTo>
                      <a:pt x="3597" y="5338"/>
                      <a:pt x="4266" y="5188"/>
                      <a:pt x="4266" y="5188"/>
                    </a:cubicBezTo>
                    <a:cubicBezTo>
                      <a:pt x="5440" y="4418"/>
                      <a:pt x="5228" y="2349"/>
                      <a:pt x="5077" y="1699"/>
                    </a:cubicBezTo>
                    <a:cubicBezTo>
                      <a:pt x="4922" y="1040"/>
                      <a:pt x="4780" y="134"/>
                      <a:pt x="2824" y="11"/>
                    </a:cubicBezTo>
                    <a:cubicBezTo>
                      <a:pt x="2708" y="4"/>
                      <a:pt x="2597" y="0"/>
                      <a:pt x="2492" y="0"/>
                    </a:cubicBezTo>
                    <a:close/>
                  </a:path>
                </a:pathLst>
              </a:custGeom>
              <a:solidFill>
                <a:srgbClr val="8E09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Google Shape;2298;p50"/>
              <p:cNvSpPr/>
              <p:nvPr/>
            </p:nvSpPr>
            <p:spPr>
              <a:xfrm>
                <a:off x="5071125" y="2267300"/>
                <a:ext cx="73525" cy="67225"/>
              </a:xfrm>
              <a:custGeom>
                <a:avLst/>
                <a:gdLst/>
                <a:ahLst/>
                <a:cxnLst/>
                <a:rect l="l" t="t" r="r" b="b"/>
                <a:pathLst>
                  <a:path w="2941" h="2689" extrusionOk="0">
                    <a:moveTo>
                      <a:pt x="2750" y="1"/>
                    </a:moveTo>
                    <a:cubicBezTo>
                      <a:pt x="2748" y="1"/>
                      <a:pt x="2746" y="1"/>
                      <a:pt x="2745" y="1"/>
                    </a:cubicBezTo>
                    <a:cubicBezTo>
                      <a:pt x="2726" y="4"/>
                      <a:pt x="2710" y="20"/>
                      <a:pt x="2713" y="39"/>
                    </a:cubicBezTo>
                    <a:cubicBezTo>
                      <a:pt x="2716" y="48"/>
                      <a:pt x="2868" y="1149"/>
                      <a:pt x="2193" y="1900"/>
                    </a:cubicBezTo>
                    <a:cubicBezTo>
                      <a:pt x="1764" y="2379"/>
                      <a:pt x="1100" y="2620"/>
                      <a:pt x="217" y="2620"/>
                    </a:cubicBezTo>
                    <a:cubicBezTo>
                      <a:pt x="157" y="2620"/>
                      <a:pt x="96" y="2619"/>
                      <a:pt x="35" y="2616"/>
                    </a:cubicBezTo>
                    <a:cubicBezTo>
                      <a:pt x="16" y="2616"/>
                      <a:pt x="0" y="2632"/>
                      <a:pt x="0" y="2651"/>
                    </a:cubicBezTo>
                    <a:cubicBezTo>
                      <a:pt x="0" y="2670"/>
                      <a:pt x="16" y="2686"/>
                      <a:pt x="35" y="2686"/>
                    </a:cubicBezTo>
                    <a:cubicBezTo>
                      <a:pt x="101" y="2689"/>
                      <a:pt x="161" y="2689"/>
                      <a:pt x="224" y="2689"/>
                    </a:cubicBezTo>
                    <a:cubicBezTo>
                      <a:pt x="1129" y="2689"/>
                      <a:pt x="1811" y="2440"/>
                      <a:pt x="2243" y="1954"/>
                    </a:cubicBezTo>
                    <a:cubicBezTo>
                      <a:pt x="2940" y="1172"/>
                      <a:pt x="2783" y="45"/>
                      <a:pt x="2783" y="33"/>
                    </a:cubicBezTo>
                    <a:cubicBezTo>
                      <a:pt x="2780" y="15"/>
                      <a:pt x="2766" y="1"/>
                      <a:pt x="2750" y="1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Google Shape;2299;p50"/>
              <p:cNvSpPr/>
              <p:nvPr/>
            </p:nvSpPr>
            <p:spPr>
              <a:xfrm>
                <a:off x="4992175" y="2257850"/>
                <a:ext cx="101675" cy="118200"/>
              </a:xfrm>
              <a:custGeom>
                <a:avLst/>
                <a:gdLst/>
                <a:ahLst/>
                <a:cxnLst/>
                <a:rect l="l" t="t" r="r" b="b"/>
                <a:pathLst>
                  <a:path w="4067" h="4728" extrusionOk="0">
                    <a:moveTo>
                      <a:pt x="1171" y="1"/>
                    </a:moveTo>
                    <a:lnTo>
                      <a:pt x="0" y="502"/>
                    </a:lnTo>
                    <a:cubicBezTo>
                      <a:pt x="0" y="502"/>
                      <a:pt x="1584" y="3868"/>
                      <a:pt x="2057" y="4345"/>
                    </a:cubicBezTo>
                    <a:cubicBezTo>
                      <a:pt x="2330" y="4621"/>
                      <a:pt x="2726" y="4728"/>
                      <a:pt x="3075" y="4728"/>
                    </a:cubicBezTo>
                    <a:cubicBezTo>
                      <a:pt x="3330" y="4728"/>
                      <a:pt x="3560" y="4671"/>
                      <a:pt x="3698" y="4581"/>
                    </a:cubicBezTo>
                    <a:cubicBezTo>
                      <a:pt x="4026" y="4373"/>
                      <a:pt x="4067" y="3884"/>
                      <a:pt x="4067" y="3884"/>
                    </a:cubicBezTo>
                    <a:cubicBezTo>
                      <a:pt x="4067" y="3884"/>
                      <a:pt x="2906" y="3461"/>
                      <a:pt x="2638" y="3455"/>
                    </a:cubicBezTo>
                    <a:cubicBezTo>
                      <a:pt x="2373" y="3442"/>
                      <a:pt x="1171" y="1"/>
                      <a:pt x="1171" y="1"/>
                    </a:cubicBezTo>
                    <a:close/>
                  </a:path>
                </a:pathLst>
              </a:custGeom>
              <a:solidFill>
                <a:srgbClr val="CC7B6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Google Shape;2300;p50"/>
              <p:cNvSpPr/>
              <p:nvPr/>
            </p:nvSpPr>
            <p:spPr>
              <a:xfrm>
                <a:off x="4979075" y="2192150"/>
                <a:ext cx="49075" cy="86625"/>
              </a:xfrm>
              <a:custGeom>
                <a:avLst/>
                <a:gdLst/>
                <a:ahLst/>
                <a:cxnLst/>
                <a:rect l="l" t="t" r="r" b="b"/>
                <a:pathLst>
                  <a:path w="1963" h="3465" extrusionOk="0">
                    <a:moveTo>
                      <a:pt x="319" y="1"/>
                    </a:moveTo>
                    <a:cubicBezTo>
                      <a:pt x="319" y="1"/>
                      <a:pt x="16" y="408"/>
                      <a:pt x="7" y="1162"/>
                    </a:cubicBezTo>
                    <a:cubicBezTo>
                      <a:pt x="1" y="1916"/>
                      <a:pt x="146" y="2789"/>
                      <a:pt x="319" y="3465"/>
                    </a:cubicBezTo>
                    <a:cubicBezTo>
                      <a:pt x="319" y="3465"/>
                      <a:pt x="1546" y="3436"/>
                      <a:pt x="1963" y="2755"/>
                    </a:cubicBezTo>
                    <a:cubicBezTo>
                      <a:pt x="1963" y="2755"/>
                      <a:pt x="1543" y="1591"/>
                      <a:pt x="1534" y="1143"/>
                    </a:cubicBezTo>
                    <a:cubicBezTo>
                      <a:pt x="1524" y="695"/>
                      <a:pt x="1067" y="190"/>
                      <a:pt x="319" y="1"/>
                    </a:cubicBezTo>
                    <a:close/>
                  </a:path>
                </a:pathLst>
              </a:custGeom>
              <a:solidFill>
                <a:srgbClr val="94EA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Google Shape;2301;p50"/>
              <p:cNvSpPr/>
              <p:nvPr/>
            </p:nvSpPr>
            <p:spPr>
              <a:xfrm>
                <a:off x="5001150" y="2188825"/>
                <a:ext cx="28900" cy="83325"/>
              </a:xfrm>
              <a:custGeom>
                <a:avLst/>
                <a:gdLst/>
                <a:ahLst/>
                <a:cxnLst/>
                <a:rect l="l" t="t" r="r" b="b"/>
                <a:pathLst>
                  <a:path w="1156" h="3333" extrusionOk="0">
                    <a:moveTo>
                      <a:pt x="36" y="0"/>
                    </a:moveTo>
                    <a:cubicBezTo>
                      <a:pt x="27" y="0"/>
                      <a:pt x="18" y="3"/>
                      <a:pt x="10" y="7"/>
                    </a:cubicBezTo>
                    <a:cubicBezTo>
                      <a:pt x="1" y="23"/>
                      <a:pt x="1" y="45"/>
                      <a:pt x="10" y="61"/>
                    </a:cubicBezTo>
                    <a:cubicBezTo>
                      <a:pt x="20" y="67"/>
                      <a:pt x="764" y="853"/>
                      <a:pt x="1048" y="2828"/>
                    </a:cubicBezTo>
                    <a:cubicBezTo>
                      <a:pt x="1048" y="2831"/>
                      <a:pt x="1067" y="3017"/>
                      <a:pt x="512" y="3266"/>
                    </a:cubicBezTo>
                    <a:cubicBezTo>
                      <a:pt x="493" y="3273"/>
                      <a:pt x="484" y="3292"/>
                      <a:pt x="493" y="3314"/>
                    </a:cubicBezTo>
                    <a:cubicBezTo>
                      <a:pt x="496" y="3326"/>
                      <a:pt x="512" y="3333"/>
                      <a:pt x="525" y="3333"/>
                    </a:cubicBezTo>
                    <a:cubicBezTo>
                      <a:pt x="528" y="3333"/>
                      <a:pt x="531" y="3333"/>
                      <a:pt x="543" y="3329"/>
                    </a:cubicBezTo>
                    <a:cubicBezTo>
                      <a:pt x="1155" y="3055"/>
                      <a:pt x="1124" y="2837"/>
                      <a:pt x="1121" y="2815"/>
                    </a:cubicBezTo>
                    <a:cubicBezTo>
                      <a:pt x="831" y="812"/>
                      <a:pt x="95" y="39"/>
                      <a:pt x="64" y="7"/>
                    </a:cubicBezTo>
                    <a:cubicBezTo>
                      <a:pt x="54" y="3"/>
                      <a:pt x="45" y="0"/>
                      <a:pt x="36" y="0"/>
                    </a:cubicBezTo>
                    <a:close/>
                  </a:path>
                </a:pathLst>
              </a:custGeom>
              <a:solidFill>
                <a:srgbClr val="0116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02" name="Google Shape;2302;p50"/>
            <p:cNvSpPr/>
            <p:nvPr/>
          </p:nvSpPr>
          <p:spPr>
            <a:xfrm flipH="1">
              <a:off x="3803108" y="3499974"/>
              <a:ext cx="720919" cy="418611"/>
            </a:xfrm>
            <a:custGeom>
              <a:avLst/>
              <a:gdLst/>
              <a:ahLst/>
              <a:cxnLst/>
              <a:rect l="l" t="t" r="r" b="b"/>
              <a:pathLst>
                <a:path w="8740" h="5075" extrusionOk="0">
                  <a:moveTo>
                    <a:pt x="3537" y="0"/>
                  </a:moveTo>
                  <a:cubicBezTo>
                    <a:pt x="3524" y="0"/>
                    <a:pt x="3512" y="2"/>
                    <a:pt x="3499" y="5"/>
                  </a:cubicBezTo>
                  <a:cubicBezTo>
                    <a:pt x="3253" y="75"/>
                    <a:pt x="3216" y="860"/>
                    <a:pt x="3389" y="2352"/>
                  </a:cubicBezTo>
                  <a:cubicBezTo>
                    <a:pt x="3226" y="2109"/>
                    <a:pt x="2535" y="1093"/>
                    <a:pt x="2140" y="1093"/>
                  </a:cubicBezTo>
                  <a:cubicBezTo>
                    <a:pt x="2114" y="1093"/>
                    <a:pt x="2090" y="1097"/>
                    <a:pt x="2067" y="1106"/>
                  </a:cubicBezTo>
                  <a:cubicBezTo>
                    <a:pt x="1597" y="1289"/>
                    <a:pt x="2039" y="3356"/>
                    <a:pt x="2067" y="3491"/>
                  </a:cubicBezTo>
                  <a:cubicBezTo>
                    <a:pt x="1687" y="3290"/>
                    <a:pt x="1317" y="3208"/>
                    <a:pt x="1004" y="3208"/>
                  </a:cubicBezTo>
                  <a:cubicBezTo>
                    <a:pt x="578" y="3208"/>
                    <a:pt x="257" y="3360"/>
                    <a:pt x="159" y="3567"/>
                  </a:cubicBezTo>
                  <a:cubicBezTo>
                    <a:pt x="1" y="3892"/>
                    <a:pt x="320" y="4630"/>
                    <a:pt x="1039" y="5069"/>
                  </a:cubicBezTo>
                  <a:cubicBezTo>
                    <a:pt x="1489" y="5073"/>
                    <a:pt x="1938" y="5075"/>
                    <a:pt x="2388" y="5075"/>
                  </a:cubicBezTo>
                  <a:cubicBezTo>
                    <a:pt x="3896" y="5075"/>
                    <a:pt x="5404" y="5056"/>
                    <a:pt x="6915" y="5056"/>
                  </a:cubicBezTo>
                  <a:cubicBezTo>
                    <a:pt x="7256" y="5056"/>
                    <a:pt x="7597" y="5057"/>
                    <a:pt x="7938" y="5059"/>
                  </a:cubicBezTo>
                  <a:cubicBezTo>
                    <a:pt x="8531" y="3759"/>
                    <a:pt x="8739" y="3050"/>
                    <a:pt x="8563" y="2936"/>
                  </a:cubicBezTo>
                  <a:cubicBezTo>
                    <a:pt x="8546" y="2925"/>
                    <a:pt x="8525" y="2919"/>
                    <a:pt x="8501" y="2919"/>
                  </a:cubicBezTo>
                  <a:cubicBezTo>
                    <a:pt x="8328" y="2919"/>
                    <a:pt x="7970" y="3208"/>
                    <a:pt x="7427" y="3778"/>
                  </a:cubicBezTo>
                  <a:cubicBezTo>
                    <a:pt x="7320" y="3176"/>
                    <a:pt x="6951" y="1176"/>
                    <a:pt x="6472" y="1176"/>
                  </a:cubicBezTo>
                  <a:cubicBezTo>
                    <a:pt x="6472" y="1176"/>
                    <a:pt x="6472" y="1176"/>
                    <a:pt x="6471" y="1176"/>
                  </a:cubicBezTo>
                  <a:cubicBezTo>
                    <a:pt x="6090" y="1179"/>
                    <a:pt x="5802" y="2472"/>
                    <a:pt x="5664" y="3195"/>
                  </a:cubicBezTo>
                  <a:cubicBezTo>
                    <a:pt x="5389" y="1217"/>
                    <a:pt x="5105" y="226"/>
                    <a:pt x="4821" y="226"/>
                  </a:cubicBezTo>
                  <a:cubicBezTo>
                    <a:pt x="4673" y="226"/>
                    <a:pt x="4525" y="482"/>
                    <a:pt x="4380" y="996"/>
                  </a:cubicBezTo>
                  <a:cubicBezTo>
                    <a:pt x="4000" y="328"/>
                    <a:pt x="3719" y="0"/>
                    <a:pt x="3537" y="0"/>
                  </a:cubicBezTo>
                  <a:close/>
                </a:path>
              </a:pathLst>
            </a:custGeom>
            <a:solidFill>
              <a:srgbClr val="1A75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03" name="Google Shape;2303;p50"/>
            <p:cNvGrpSpPr/>
            <p:nvPr/>
          </p:nvGrpSpPr>
          <p:grpSpPr>
            <a:xfrm>
              <a:off x="3552650" y="3464992"/>
              <a:ext cx="488023" cy="488585"/>
              <a:chOff x="4683550" y="1106675"/>
              <a:chExt cx="195475" cy="195700"/>
            </a:xfrm>
          </p:grpSpPr>
          <p:sp>
            <p:nvSpPr>
              <p:cNvPr id="2304" name="Google Shape;2304;p50"/>
              <p:cNvSpPr/>
              <p:nvPr/>
            </p:nvSpPr>
            <p:spPr>
              <a:xfrm>
                <a:off x="4683550" y="1106675"/>
                <a:ext cx="195475" cy="195700"/>
              </a:xfrm>
              <a:custGeom>
                <a:avLst/>
                <a:gdLst/>
                <a:ahLst/>
                <a:cxnLst/>
                <a:rect l="l" t="t" r="r" b="b"/>
                <a:pathLst>
                  <a:path w="7819" h="7828" extrusionOk="0">
                    <a:moveTo>
                      <a:pt x="5916" y="1"/>
                    </a:moveTo>
                    <a:cubicBezTo>
                      <a:pt x="5679" y="1"/>
                      <a:pt x="5479" y="217"/>
                      <a:pt x="5342" y="421"/>
                    </a:cubicBezTo>
                    <a:cubicBezTo>
                      <a:pt x="4774" y="1269"/>
                      <a:pt x="4427" y="2250"/>
                      <a:pt x="4212" y="3250"/>
                    </a:cubicBezTo>
                    <a:cubicBezTo>
                      <a:pt x="4001" y="4247"/>
                      <a:pt x="3909" y="5285"/>
                      <a:pt x="3827" y="6301"/>
                    </a:cubicBezTo>
                    <a:cubicBezTo>
                      <a:pt x="3862" y="5541"/>
                      <a:pt x="3670" y="4774"/>
                      <a:pt x="3279" y="4121"/>
                    </a:cubicBezTo>
                    <a:cubicBezTo>
                      <a:pt x="3190" y="3976"/>
                      <a:pt x="3092" y="3828"/>
                      <a:pt x="2954" y="3727"/>
                    </a:cubicBezTo>
                    <a:cubicBezTo>
                      <a:pt x="2847" y="3645"/>
                      <a:pt x="2712" y="3592"/>
                      <a:pt x="2580" y="3592"/>
                    </a:cubicBezTo>
                    <a:cubicBezTo>
                      <a:pt x="2544" y="3592"/>
                      <a:pt x="2509" y="3596"/>
                      <a:pt x="2474" y="3604"/>
                    </a:cubicBezTo>
                    <a:cubicBezTo>
                      <a:pt x="2304" y="3648"/>
                      <a:pt x="2171" y="3790"/>
                      <a:pt x="2096" y="3951"/>
                    </a:cubicBezTo>
                    <a:cubicBezTo>
                      <a:pt x="2020" y="4112"/>
                      <a:pt x="2001" y="4295"/>
                      <a:pt x="1988" y="4471"/>
                    </a:cubicBezTo>
                    <a:cubicBezTo>
                      <a:pt x="1935" y="5323"/>
                      <a:pt x="2067" y="6244"/>
                      <a:pt x="2354" y="7052"/>
                    </a:cubicBezTo>
                    <a:cubicBezTo>
                      <a:pt x="1988" y="6541"/>
                      <a:pt x="1493" y="6131"/>
                      <a:pt x="928" y="5869"/>
                    </a:cubicBezTo>
                    <a:cubicBezTo>
                      <a:pt x="793" y="5806"/>
                      <a:pt x="651" y="5746"/>
                      <a:pt x="502" y="5746"/>
                    </a:cubicBezTo>
                    <a:cubicBezTo>
                      <a:pt x="351" y="5746"/>
                      <a:pt x="193" y="5809"/>
                      <a:pt x="121" y="5935"/>
                    </a:cubicBezTo>
                    <a:cubicBezTo>
                      <a:pt x="1" y="6131"/>
                      <a:pt x="111" y="6383"/>
                      <a:pt x="231" y="6579"/>
                    </a:cubicBezTo>
                    <a:cubicBezTo>
                      <a:pt x="506" y="7030"/>
                      <a:pt x="875" y="7456"/>
                      <a:pt x="1253" y="7828"/>
                    </a:cubicBezTo>
                    <a:cubicBezTo>
                      <a:pt x="2919" y="7825"/>
                      <a:pt x="4585" y="7815"/>
                      <a:pt x="6253" y="7809"/>
                    </a:cubicBezTo>
                    <a:cubicBezTo>
                      <a:pt x="6973" y="7134"/>
                      <a:pt x="7459" y="6083"/>
                      <a:pt x="7717" y="5134"/>
                    </a:cubicBezTo>
                    <a:cubicBezTo>
                      <a:pt x="7787" y="4885"/>
                      <a:pt x="7818" y="4585"/>
                      <a:pt x="7635" y="4408"/>
                    </a:cubicBezTo>
                    <a:cubicBezTo>
                      <a:pt x="7547" y="4323"/>
                      <a:pt x="7435" y="4290"/>
                      <a:pt x="7315" y="4290"/>
                    </a:cubicBezTo>
                    <a:cubicBezTo>
                      <a:pt x="7150" y="4290"/>
                      <a:pt x="6970" y="4352"/>
                      <a:pt x="6818" y="4427"/>
                    </a:cubicBezTo>
                    <a:cubicBezTo>
                      <a:pt x="6152" y="4768"/>
                      <a:pt x="5597" y="5244"/>
                      <a:pt x="5219" y="5891"/>
                    </a:cubicBezTo>
                    <a:cubicBezTo>
                      <a:pt x="5856" y="4295"/>
                      <a:pt x="6247" y="2597"/>
                      <a:pt x="6370" y="884"/>
                    </a:cubicBezTo>
                    <a:cubicBezTo>
                      <a:pt x="6383" y="705"/>
                      <a:pt x="6389" y="528"/>
                      <a:pt x="6339" y="364"/>
                    </a:cubicBezTo>
                    <a:cubicBezTo>
                      <a:pt x="6288" y="197"/>
                      <a:pt x="6156" y="42"/>
                      <a:pt x="5988" y="7"/>
                    </a:cubicBezTo>
                    <a:cubicBezTo>
                      <a:pt x="5964" y="3"/>
                      <a:pt x="5940" y="1"/>
                      <a:pt x="5916" y="1"/>
                    </a:cubicBezTo>
                    <a:close/>
                  </a:path>
                </a:pathLst>
              </a:custGeom>
              <a:solidFill>
                <a:srgbClr val="2EC4B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Google Shape;2305;p50"/>
              <p:cNvSpPr/>
              <p:nvPr/>
            </p:nvSpPr>
            <p:spPr>
              <a:xfrm>
                <a:off x="4792625" y="1137300"/>
                <a:ext cx="33325" cy="143725"/>
              </a:xfrm>
              <a:custGeom>
                <a:avLst/>
                <a:gdLst/>
                <a:ahLst/>
                <a:cxnLst/>
                <a:rect l="l" t="t" r="r" b="b"/>
                <a:pathLst>
                  <a:path w="1333" h="5749" extrusionOk="0">
                    <a:moveTo>
                      <a:pt x="1263" y="0"/>
                    </a:moveTo>
                    <a:cubicBezTo>
                      <a:pt x="1250" y="29"/>
                      <a:pt x="300" y="2710"/>
                      <a:pt x="1" y="5739"/>
                    </a:cubicBezTo>
                    <a:lnTo>
                      <a:pt x="76" y="5748"/>
                    </a:lnTo>
                    <a:cubicBezTo>
                      <a:pt x="376" y="2726"/>
                      <a:pt x="1323" y="57"/>
                      <a:pt x="1332" y="29"/>
                    </a:cubicBezTo>
                    <a:lnTo>
                      <a:pt x="1263" y="0"/>
                    </a:ln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Google Shape;2306;p50"/>
              <p:cNvSpPr/>
              <p:nvPr/>
            </p:nvSpPr>
            <p:spPr>
              <a:xfrm>
                <a:off x="4824100" y="1226325"/>
                <a:ext cx="40400" cy="60050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2402" extrusionOk="0">
                    <a:moveTo>
                      <a:pt x="1568" y="1"/>
                    </a:moveTo>
                    <a:cubicBezTo>
                      <a:pt x="1556" y="10"/>
                      <a:pt x="452" y="897"/>
                      <a:pt x="0" y="2379"/>
                    </a:cubicBezTo>
                    <a:lnTo>
                      <a:pt x="73" y="2402"/>
                    </a:lnTo>
                    <a:cubicBezTo>
                      <a:pt x="521" y="944"/>
                      <a:pt x="1603" y="73"/>
                      <a:pt x="1616" y="61"/>
                    </a:cubicBezTo>
                    <a:lnTo>
                      <a:pt x="1568" y="1"/>
                    </a:ln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Google Shape;2307;p50"/>
              <p:cNvSpPr/>
              <p:nvPr/>
            </p:nvSpPr>
            <p:spPr>
              <a:xfrm>
                <a:off x="4747275" y="1217900"/>
                <a:ext cx="14150" cy="65250"/>
              </a:xfrm>
              <a:custGeom>
                <a:avLst/>
                <a:gdLst/>
                <a:ahLst/>
                <a:cxnLst/>
                <a:rect l="l" t="t" r="r" b="b"/>
                <a:pathLst>
                  <a:path w="566" h="2610" extrusionOk="0">
                    <a:moveTo>
                      <a:pt x="70" y="0"/>
                    </a:moveTo>
                    <a:lnTo>
                      <a:pt x="1" y="22"/>
                    </a:lnTo>
                    <a:cubicBezTo>
                      <a:pt x="4" y="38"/>
                      <a:pt x="490" y="1455"/>
                      <a:pt x="461" y="2609"/>
                    </a:cubicBezTo>
                    <a:lnTo>
                      <a:pt x="537" y="2609"/>
                    </a:lnTo>
                    <a:cubicBezTo>
                      <a:pt x="565" y="1439"/>
                      <a:pt x="76" y="10"/>
                      <a:pt x="70" y="0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Google Shape;2308;p50"/>
              <p:cNvSpPr/>
              <p:nvPr/>
            </p:nvSpPr>
            <p:spPr>
              <a:xfrm>
                <a:off x="4699575" y="1264025"/>
                <a:ext cx="30850" cy="31350"/>
              </a:xfrm>
              <a:custGeom>
                <a:avLst/>
                <a:gdLst/>
                <a:ahLst/>
                <a:cxnLst/>
                <a:rect l="l" t="t" r="r" b="b"/>
                <a:pathLst>
                  <a:path w="1234" h="1254" extrusionOk="0">
                    <a:moveTo>
                      <a:pt x="35" y="1"/>
                    </a:moveTo>
                    <a:lnTo>
                      <a:pt x="0" y="67"/>
                    </a:lnTo>
                    <a:cubicBezTo>
                      <a:pt x="3" y="70"/>
                      <a:pt x="647" y="433"/>
                      <a:pt x="1171" y="1253"/>
                    </a:cubicBezTo>
                    <a:lnTo>
                      <a:pt x="1234" y="1209"/>
                    </a:lnTo>
                    <a:cubicBezTo>
                      <a:pt x="701" y="373"/>
                      <a:pt x="44" y="4"/>
                      <a:pt x="35" y="1"/>
                    </a:cubicBezTo>
                    <a:close/>
                  </a:path>
                </a:pathLst>
              </a:custGeom>
              <a:solidFill>
                <a:srgbClr val="1A756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09" name="Google Shape;2309;p50"/>
            <p:cNvSpPr/>
            <p:nvPr/>
          </p:nvSpPr>
          <p:spPr>
            <a:xfrm>
              <a:off x="659767" y="3499974"/>
              <a:ext cx="720919" cy="418611"/>
            </a:xfrm>
            <a:custGeom>
              <a:avLst/>
              <a:gdLst/>
              <a:ahLst/>
              <a:cxnLst/>
              <a:rect l="l" t="t" r="r" b="b"/>
              <a:pathLst>
                <a:path w="8740" h="5075" extrusionOk="0">
                  <a:moveTo>
                    <a:pt x="3537" y="0"/>
                  </a:moveTo>
                  <a:cubicBezTo>
                    <a:pt x="3524" y="0"/>
                    <a:pt x="3512" y="2"/>
                    <a:pt x="3499" y="5"/>
                  </a:cubicBezTo>
                  <a:cubicBezTo>
                    <a:pt x="3253" y="75"/>
                    <a:pt x="3216" y="860"/>
                    <a:pt x="3389" y="2352"/>
                  </a:cubicBezTo>
                  <a:cubicBezTo>
                    <a:pt x="3226" y="2109"/>
                    <a:pt x="2535" y="1093"/>
                    <a:pt x="2140" y="1093"/>
                  </a:cubicBezTo>
                  <a:cubicBezTo>
                    <a:pt x="2114" y="1093"/>
                    <a:pt x="2090" y="1097"/>
                    <a:pt x="2067" y="1106"/>
                  </a:cubicBezTo>
                  <a:cubicBezTo>
                    <a:pt x="1597" y="1289"/>
                    <a:pt x="2039" y="3356"/>
                    <a:pt x="2067" y="3491"/>
                  </a:cubicBezTo>
                  <a:cubicBezTo>
                    <a:pt x="1687" y="3290"/>
                    <a:pt x="1317" y="3208"/>
                    <a:pt x="1004" y="3208"/>
                  </a:cubicBezTo>
                  <a:cubicBezTo>
                    <a:pt x="578" y="3208"/>
                    <a:pt x="257" y="3360"/>
                    <a:pt x="159" y="3567"/>
                  </a:cubicBezTo>
                  <a:cubicBezTo>
                    <a:pt x="1" y="3892"/>
                    <a:pt x="320" y="4630"/>
                    <a:pt x="1039" y="5069"/>
                  </a:cubicBezTo>
                  <a:cubicBezTo>
                    <a:pt x="1489" y="5073"/>
                    <a:pt x="1938" y="5075"/>
                    <a:pt x="2388" y="5075"/>
                  </a:cubicBezTo>
                  <a:cubicBezTo>
                    <a:pt x="3896" y="5075"/>
                    <a:pt x="5404" y="5056"/>
                    <a:pt x="6915" y="5056"/>
                  </a:cubicBezTo>
                  <a:cubicBezTo>
                    <a:pt x="7256" y="5056"/>
                    <a:pt x="7597" y="5057"/>
                    <a:pt x="7938" y="5059"/>
                  </a:cubicBezTo>
                  <a:cubicBezTo>
                    <a:pt x="8531" y="3759"/>
                    <a:pt x="8739" y="3050"/>
                    <a:pt x="8563" y="2936"/>
                  </a:cubicBezTo>
                  <a:cubicBezTo>
                    <a:pt x="8546" y="2925"/>
                    <a:pt x="8525" y="2919"/>
                    <a:pt x="8501" y="2919"/>
                  </a:cubicBezTo>
                  <a:cubicBezTo>
                    <a:pt x="8328" y="2919"/>
                    <a:pt x="7970" y="3208"/>
                    <a:pt x="7427" y="3778"/>
                  </a:cubicBezTo>
                  <a:cubicBezTo>
                    <a:pt x="7320" y="3176"/>
                    <a:pt x="6951" y="1176"/>
                    <a:pt x="6472" y="1176"/>
                  </a:cubicBezTo>
                  <a:cubicBezTo>
                    <a:pt x="6472" y="1176"/>
                    <a:pt x="6472" y="1176"/>
                    <a:pt x="6471" y="1176"/>
                  </a:cubicBezTo>
                  <a:cubicBezTo>
                    <a:pt x="6090" y="1179"/>
                    <a:pt x="5802" y="2472"/>
                    <a:pt x="5664" y="3195"/>
                  </a:cubicBezTo>
                  <a:cubicBezTo>
                    <a:pt x="5389" y="1217"/>
                    <a:pt x="5105" y="226"/>
                    <a:pt x="4821" y="226"/>
                  </a:cubicBezTo>
                  <a:cubicBezTo>
                    <a:pt x="4673" y="226"/>
                    <a:pt x="4525" y="482"/>
                    <a:pt x="4380" y="996"/>
                  </a:cubicBezTo>
                  <a:cubicBezTo>
                    <a:pt x="4000" y="328"/>
                    <a:pt x="3719" y="0"/>
                    <a:pt x="3537" y="0"/>
                  </a:cubicBezTo>
                  <a:close/>
                </a:path>
              </a:pathLst>
            </a:custGeom>
            <a:solidFill>
              <a:srgbClr val="1A75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" name="Google Shape;2314;p51"/>
          <p:cNvSpPr txBox="1">
            <a:spLocks noGrp="1"/>
          </p:cNvSpPr>
          <p:nvPr>
            <p:ph type="subTitle" idx="1"/>
          </p:nvPr>
        </p:nvSpPr>
        <p:spPr>
          <a:xfrm>
            <a:off x="422150" y="1346200"/>
            <a:ext cx="7590000" cy="372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</a:rPr>
              <a:t>During the development phase, we encountered a critical issue when </a:t>
            </a:r>
            <a:r>
              <a:rPr lang="en" sz="1700" b="1">
                <a:solidFill>
                  <a:srgbClr val="000000"/>
                </a:solidFill>
              </a:rPr>
              <a:t>working collaboratively on different operating systems (Mac and Windows)</a:t>
            </a:r>
            <a:r>
              <a:rPr lang="en" sz="1700">
                <a:solidFill>
                  <a:srgbClr val="000000"/>
                </a:solidFill>
              </a:rPr>
              <a:t>. </a:t>
            </a:r>
            <a:endParaRPr sz="17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</a:rPr>
              <a:t>After performing a </a:t>
            </a:r>
            <a:r>
              <a:rPr lang="en" sz="1700" b="1">
                <a:solidFill>
                  <a:srgbClr val="000000"/>
                </a:solidFill>
              </a:rPr>
              <a:t>Git merge</a:t>
            </a:r>
            <a:r>
              <a:rPr lang="en" sz="1700">
                <a:solidFill>
                  <a:srgbClr val="000000"/>
                </a:solidFill>
              </a:rPr>
              <a:t> across platforms, the program </a:t>
            </a:r>
            <a:r>
              <a:rPr lang="en" sz="1700" b="1">
                <a:solidFill>
                  <a:srgbClr val="000000"/>
                </a:solidFill>
              </a:rPr>
              <a:t>failed to launch or render the UI correctly on some machines</a:t>
            </a:r>
            <a:r>
              <a:rPr lang="en" sz="1700">
                <a:solidFill>
                  <a:srgbClr val="000000"/>
                </a:solidFill>
              </a:rPr>
              <a:t>.</a:t>
            </a:r>
            <a:endParaRPr sz="17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</a:rPr>
              <a:t>Initially, we </a:t>
            </a:r>
            <a:r>
              <a:rPr lang="en" sz="1700" b="1">
                <a:solidFill>
                  <a:srgbClr val="000000"/>
                </a:solidFill>
              </a:rPr>
              <a:t>suspected platform compatibility issues</a:t>
            </a:r>
            <a:r>
              <a:rPr lang="en" sz="1700">
                <a:solidFill>
                  <a:srgbClr val="000000"/>
                </a:solidFill>
              </a:rPr>
              <a:t>, as the application behaved inconsistently between Windows (faster) and macOS (lagging or non-functional). We s</a:t>
            </a:r>
            <a:r>
              <a:rPr lang="en" sz="1700" b="1">
                <a:solidFill>
                  <a:srgbClr val="000000"/>
                </a:solidFill>
              </a:rPr>
              <a:t>pent time comparing both</a:t>
            </a:r>
            <a:r>
              <a:rPr lang="en" sz="1700">
                <a:solidFill>
                  <a:srgbClr val="000000"/>
                </a:solidFill>
              </a:rPr>
              <a:t> environments and debugging UI behaviors.</a:t>
            </a:r>
            <a:endParaRPr sz="17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>
              <a:solidFill>
                <a:srgbClr val="000000"/>
              </a:solidFill>
            </a:endParaRPr>
          </a:p>
        </p:txBody>
      </p:sp>
      <p:sp>
        <p:nvSpPr>
          <p:cNvPr id="2315" name="Google Shape;2315;p51"/>
          <p:cNvSpPr txBox="1">
            <a:spLocks noGrp="1"/>
          </p:cNvSpPr>
          <p:nvPr>
            <p:ph type="title"/>
          </p:nvPr>
        </p:nvSpPr>
        <p:spPr>
          <a:xfrm>
            <a:off x="422150" y="605200"/>
            <a:ext cx="6461700" cy="74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Definition of the Problem We Solved</a:t>
            </a:r>
            <a:endParaRPr sz="3100"/>
          </a:p>
        </p:txBody>
      </p:sp>
      <p:grpSp>
        <p:nvGrpSpPr>
          <p:cNvPr id="2316" name="Google Shape;2316;p51"/>
          <p:cNvGrpSpPr/>
          <p:nvPr/>
        </p:nvGrpSpPr>
        <p:grpSpPr>
          <a:xfrm>
            <a:off x="6659746" y="710855"/>
            <a:ext cx="329470" cy="529684"/>
            <a:chOff x="5456600" y="898475"/>
            <a:chExt cx="162975" cy="262025"/>
          </a:xfrm>
        </p:grpSpPr>
        <p:sp>
          <p:nvSpPr>
            <p:cNvPr id="2317" name="Google Shape;2317;p51"/>
            <p:cNvSpPr/>
            <p:nvPr/>
          </p:nvSpPr>
          <p:spPr>
            <a:xfrm>
              <a:off x="5456600" y="1081225"/>
              <a:ext cx="120075" cy="79275"/>
            </a:xfrm>
            <a:custGeom>
              <a:avLst/>
              <a:gdLst/>
              <a:ahLst/>
              <a:cxnLst/>
              <a:rect l="l" t="t" r="r" b="b"/>
              <a:pathLst>
                <a:path w="4803" h="3171" extrusionOk="0">
                  <a:moveTo>
                    <a:pt x="1943" y="0"/>
                  </a:moveTo>
                  <a:cubicBezTo>
                    <a:pt x="851" y="0"/>
                    <a:pt x="0" y="1038"/>
                    <a:pt x="1393" y="1129"/>
                  </a:cubicBezTo>
                  <a:cubicBezTo>
                    <a:pt x="3295" y="1256"/>
                    <a:pt x="4503" y="3139"/>
                    <a:pt x="4503" y="3139"/>
                  </a:cubicBezTo>
                  <a:lnTo>
                    <a:pt x="4803" y="3171"/>
                  </a:lnTo>
                  <a:cubicBezTo>
                    <a:pt x="4803" y="3171"/>
                    <a:pt x="3844" y="609"/>
                    <a:pt x="2531" y="107"/>
                  </a:cubicBezTo>
                  <a:cubicBezTo>
                    <a:pt x="2335" y="32"/>
                    <a:pt x="2135" y="0"/>
                    <a:pt x="1943" y="0"/>
                  </a:cubicBezTo>
                  <a:close/>
                </a:path>
              </a:pathLst>
            </a:custGeom>
            <a:solidFill>
              <a:srgbClr val="2EC4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51"/>
            <p:cNvSpPr/>
            <p:nvPr/>
          </p:nvSpPr>
          <p:spPr>
            <a:xfrm>
              <a:off x="5491325" y="1095575"/>
              <a:ext cx="82275" cy="64850"/>
            </a:xfrm>
            <a:custGeom>
              <a:avLst/>
              <a:gdLst/>
              <a:ahLst/>
              <a:cxnLst/>
              <a:rect l="l" t="t" r="r" b="b"/>
              <a:pathLst>
                <a:path w="3291" h="2594" extrusionOk="0">
                  <a:moveTo>
                    <a:pt x="158" y="0"/>
                  </a:moveTo>
                  <a:cubicBezTo>
                    <a:pt x="58" y="0"/>
                    <a:pt x="2" y="10"/>
                    <a:pt x="0" y="10"/>
                  </a:cubicBezTo>
                  <a:lnTo>
                    <a:pt x="7" y="44"/>
                  </a:lnTo>
                  <a:cubicBezTo>
                    <a:pt x="10" y="44"/>
                    <a:pt x="62" y="37"/>
                    <a:pt x="154" y="37"/>
                  </a:cubicBezTo>
                  <a:cubicBezTo>
                    <a:pt x="335" y="37"/>
                    <a:pt x="669" y="67"/>
                    <a:pt x="1079" y="249"/>
                  </a:cubicBezTo>
                  <a:cubicBezTo>
                    <a:pt x="1653" y="508"/>
                    <a:pt x="2499" y="1123"/>
                    <a:pt x="3266" y="2593"/>
                  </a:cubicBezTo>
                  <a:lnTo>
                    <a:pt x="3291" y="2578"/>
                  </a:lnTo>
                  <a:cubicBezTo>
                    <a:pt x="2518" y="1092"/>
                    <a:pt x="1666" y="470"/>
                    <a:pt x="1089" y="215"/>
                  </a:cubicBezTo>
                  <a:cubicBezTo>
                    <a:pt x="679" y="32"/>
                    <a:pt x="344" y="0"/>
                    <a:pt x="158" y="0"/>
                  </a:cubicBezTo>
                  <a:close/>
                </a:path>
              </a:pathLst>
            </a:custGeom>
            <a:solidFill>
              <a:srgbClr val="1A75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51"/>
            <p:cNvSpPr/>
            <p:nvPr/>
          </p:nvSpPr>
          <p:spPr>
            <a:xfrm>
              <a:off x="5478150" y="972625"/>
              <a:ext cx="141125" cy="152075"/>
            </a:xfrm>
            <a:custGeom>
              <a:avLst/>
              <a:gdLst/>
              <a:ahLst/>
              <a:cxnLst/>
              <a:rect l="l" t="t" r="r" b="b"/>
              <a:pathLst>
                <a:path w="5645" h="6083" extrusionOk="0">
                  <a:moveTo>
                    <a:pt x="392" y="0"/>
                  </a:moveTo>
                  <a:cubicBezTo>
                    <a:pt x="392" y="0"/>
                    <a:pt x="1" y="3331"/>
                    <a:pt x="5644" y="6082"/>
                  </a:cubicBezTo>
                  <a:cubicBezTo>
                    <a:pt x="5641" y="6082"/>
                    <a:pt x="4805" y="1221"/>
                    <a:pt x="392" y="0"/>
                  </a:cubicBezTo>
                  <a:close/>
                </a:path>
              </a:pathLst>
            </a:custGeom>
            <a:solidFill>
              <a:srgbClr val="1A75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51"/>
            <p:cNvSpPr/>
            <p:nvPr/>
          </p:nvSpPr>
          <p:spPr>
            <a:xfrm>
              <a:off x="5511200" y="999675"/>
              <a:ext cx="108375" cy="125325"/>
            </a:xfrm>
            <a:custGeom>
              <a:avLst/>
              <a:gdLst/>
              <a:ahLst/>
              <a:cxnLst/>
              <a:rect l="l" t="t" r="r" b="b"/>
              <a:pathLst>
                <a:path w="4335" h="5013" extrusionOk="0">
                  <a:moveTo>
                    <a:pt x="29" y="0"/>
                  </a:moveTo>
                  <a:lnTo>
                    <a:pt x="0" y="28"/>
                  </a:lnTo>
                  <a:cubicBezTo>
                    <a:pt x="1149" y="1133"/>
                    <a:pt x="4272" y="4975"/>
                    <a:pt x="4303" y="5013"/>
                  </a:cubicBezTo>
                  <a:lnTo>
                    <a:pt x="4335" y="4991"/>
                  </a:lnTo>
                  <a:cubicBezTo>
                    <a:pt x="4303" y="4950"/>
                    <a:pt x="1174" y="1104"/>
                    <a:pt x="29" y="0"/>
                  </a:cubicBezTo>
                  <a:close/>
                </a:path>
              </a:pathLst>
            </a:custGeom>
            <a:solidFill>
              <a:srgbClr val="2EC4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51"/>
            <p:cNvSpPr/>
            <p:nvPr/>
          </p:nvSpPr>
          <p:spPr>
            <a:xfrm>
              <a:off x="5512150" y="998875"/>
              <a:ext cx="22800" cy="26675"/>
            </a:xfrm>
            <a:custGeom>
              <a:avLst/>
              <a:gdLst/>
              <a:ahLst/>
              <a:cxnLst/>
              <a:rect l="l" t="t" r="r" b="b"/>
              <a:pathLst>
                <a:path w="912" h="1067" extrusionOk="0">
                  <a:moveTo>
                    <a:pt x="874" y="1"/>
                  </a:moveTo>
                  <a:lnTo>
                    <a:pt x="789" y="890"/>
                  </a:lnTo>
                  <a:cubicBezTo>
                    <a:pt x="552" y="925"/>
                    <a:pt x="38" y="1004"/>
                    <a:pt x="0" y="1035"/>
                  </a:cubicBezTo>
                  <a:lnTo>
                    <a:pt x="26" y="1067"/>
                  </a:lnTo>
                  <a:cubicBezTo>
                    <a:pt x="60" y="1042"/>
                    <a:pt x="527" y="969"/>
                    <a:pt x="811" y="928"/>
                  </a:cubicBezTo>
                  <a:lnTo>
                    <a:pt x="827" y="925"/>
                  </a:lnTo>
                  <a:lnTo>
                    <a:pt x="912" y="7"/>
                  </a:lnTo>
                  <a:lnTo>
                    <a:pt x="874" y="1"/>
                  </a:lnTo>
                  <a:close/>
                </a:path>
              </a:pathLst>
            </a:custGeom>
            <a:solidFill>
              <a:srgbClr val="2EC4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51"/>
            <p:cNvSpPr/>
            <p:nvPr/>
          </p:nvSpPr>
          <p:spPr>
            <a:xfrm>
              <a:off x="5533900" y="1023325"/>
              <a:ext cx="26150" cy="29450"/>
            </a:xfrm>
            <a:custGeom>
              <a:avLst/>
              <a:gdLst/>
              <a:ahLst/>
              <a:cxnLst/>
              <a:rect l="l" t="t" r="r" b="b"/>
              <a:pathLst>
                <a:path w="1046" h="1178" extrusionOk="0">
                  <a:moveTo>
                    <a:pt x="1004" y="1"/>
                  </a:moveTo>
                  <a:lnTo>
                    <a:pt x="818" y="953"/>
                  </a:lnTo>
                  <a:lnTo>
                    <a:pt x="1" y="1136"/>
                  </a:lnTo>
                  <a:lnTo>
                    <a:pt x="10" y="1177"/>
                  </a:lnTo>
                  <a:lnTo>
                    <a:pt x="856" y="985"/>
                  </a:lnTo>
                  <a:lnTo>
                    <a:pt x="1045" y="10"/>
                  </a:lnTo>
                  <a:lnTo>
                    <a:pt x="1004" y="1"/>
                  </a:lnTo>
                  <a:close/>
                </a:path>
              </a:pathLst>
            </a:custGeom>
            <a:solidFill>
              <a:srgbClr val="2EC4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51"/>
            <p:cNvSpPr/>
            <p:nvPr/>
          </p:nvSpPr>
          <p:spPr>
            <a:xfrm>
              <a:off x="5556225" y="1047925"/>
              <a:ext cx="27075" cy="33225"/>
            </a:xfrm>
            <a:custGeom>
              <a:avLst/>
              <a:gdLst/>
              <a:ahLst/>
              <a:cxnLst/>
              <a:rect l="l" t="t" r="r" b="b"/>
              <a:pathLst>
                <a:path w="1083" h="1329" extrusionOk="0">
                  <a:moveTo>
                    <a:pt x="1017" y="1"/>
                  </a:moveTo>
                  <a:lnTo>
                    <a:pt x="1039" y="1285"/>
                  </a:lnTo>
                  <a:lnTo>
                    <a:pt x="1" y="1288"/>
                  </a:lnTo>
                  <a:lnTo>
                    <a:pt x="1" y="1329"/>
                  </a:lnTo>
                  <a:lnTo>
                    <a:pt x="1083" y="1326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rgbClr val="2EC4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51"/>
            <p:cNvSpPr/>
            <p:nvPr/>
          </p:nvSpPr>
          <p:spPr>
            <a:xfrm>
              <a:off x="5514800" y="898475"/>
              <a:ext cx="73625" cy="113600"/>
            </a:xfrm>
            <a:custGeom>
              <a:avLst/>
              <a:gdLst/>
              <a:ahLst/>
              <a:cxnLst/>
              <a:rect l="l" t="t" r="r" b="b"/>
              <a:pathLst>
                <a:path w="2945" h="4544" extrusionOk="0">
                  <a:moveTo>
                    <a:pt x="909" y="1"/>
                  </a:moveTo>
                  <a:cubicBezTo>
                    <a:pt x="430" y="1"/>
                    <a:pt x="0" y="411"/>
                    <a:pt x="203" y="1004"/>
                  </a:cubicBezTo>
                  <a:cubicBezTo>
                    <a:pt x="538" y="1979"/>
                    <a:pt x="2459" y="4543"/>
                    <a:pt x="2459" y="4543"/>
                  </a:cubicBezTo>
                  <a:lnTo>
                    <a:pt x="2945" y="4379"/>
                  </a:lnTo>
                  <a:cubicBezTo>
                    <a:pt x="2945" y="4379"/>
                    <a:pt x="2235" y="1603"/>
                    <a:pt x="1743" y="575"/>
                  </a:cubicBezTo>
                  <a:cubicBezTo>
                    <a:pt x="1549" y="171"/>
                    <a:pt x="1219" y="1"/>
                    <a:pt x="909" y="1"/>
                  </a:cubicBezTo>
                  <a:close/>
                </a:path>
              </a:pathLst>
            </a:custGeom>
            <a:solidFill>
              <a:srgbClr val="2EC4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51"/>
            <p:cNvSpPr/>
            <p:nvPr/>
          </p:nvSpPr>
          <p:spPr>
            <a:xfrm>
              <a:off x="5536050" y="909600"/>
              <a:ext cx="45375" cy="101050"/>
            </a:xfrm>
            <a:custGeom>
              <a:avLst/>
              <a:gdLst/>
              <a:ahLst/>
              <a:cxnLst/>
              <a:rect l="l" t="t" r="r" b="b"/>
              <a:pathLst>
                <a:path w="1815" h="4042" extrusionOk="0">
                  <a:moveTo>
                    <a:pt x="44" y="0"/>
                  </a:moveTo>
                  <a:lnTo>
                    <a:pt x="0" y="22"/>
                  </a:lnTo>
                  <a:cubicBezTo>
                    <a:pt x="16" y="51"/>
                    <a:pt x="1628" y="3064"/>
                    <a:pt x="1767" y="4042"/>
                  </a:cubicBezTo>
                  <a:lnTo>
                    <a:pt x="1814" y="4035"/>
                  </a:lnTo>
                  <a:cubicBezTo>
                    <a:pt x="1675" y="3051"/>
                    <a:pt x="60" y="32"/>
                    <a:pt x="44" y="0"/>
                  </a:cubicBezTo>
                  <a:close/>
                </a:path>
              </a:pathLst>
            </a:custGeom>
            <a:solidFill>
              <a:srgbClr val="1A75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0" name="Google Shape;2330;p52"/>
          <p:cNvSpPr txBox="1">
            <a:spLocks noGrp="1"/>
          </p:cNvSpPr>
          <p:nvPr>
            <p:ph type="subTitle" idx="1"/>
          </p:nvPr>
        </p:nvSpPr>
        <p:spPr>
          <a:xfrm>
            <a:off x="422150" y="994525"/>
            <a:ext cx="7590000" cy="492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rgbClr val="000000"/>
                </a:solidFill>
              </a:rPr>
              <a:t>Root Cause Identified:</a:t>
            </a:r>
            <a:endParaRPr sz="1700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</a:rPr>
              <a:t>The actual issue was not OS-specific but rather related to Java Swing UI not updating after a component switch in our main container (CardLayout). The UI changes were not visually reflected after navigating between panels.</a:t>
            </a:r>
            <a:endParaRPr sz="17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rgbClr val="000000"/>
                </a:solidFill>
              </a:rPr>
              <a:t>Solution Implemented:</a:t>
            </a:r>
            <a:endParaRPr sz="1700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</a:rPr>
              <a:t>We resolved the issue by explicitly adding the following two statements in the main container switch logic:</a:t>
            </a:r>
            <a:endParaRPr sz="17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rgbClr val="CC4125"/>
                </a:solidFill>
              </a:rPr>
              <a:t>container.revalidate();</a:t>
            </a:r>
            <a:endParaRPr sz="1700" b="1">
              <a:solidFill>
                <a:srgbClr val="CC4125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rgbClr val="CC4125"/>
                </a:solidFill>
              </a:rPr>
              <a:t>container.repaint();</a:t>
            </a:r>
            <a:endParaRPr sz="1700" b="1">
              <a:solidFill>
                <a:srgbClr val="CC4125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7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>
              <a:solidFill>
                <a:srgbClr val="000000"/>
              </a:solidFill>
            </a:endParaRPr>
          </a:p>
        </p:txBody>
      </p:sp>
      <p:sp>
        <p:nvSpPr>
          <p:cNvPr id="2331" name="Google Shape;2331;p52"/>
          <p:cNvSpPr txBox="1">
            <a:spLocks noGrp="1"/>
          </p:cNvSpPr>
          <p:nvPr>
            <p:ph type="title"/>
          </p:nvPr>
        </p:nvSpPr>
        <p:spPr>
          <a:xfrm>
            <a:off x="422150" y="423125"/>
            <a:ext cx="6461700" cy="74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Definition of the Problem We Solved</a:t>
            </a:r>
            <a:endParaRPr sz="3100"/>
          </a:p>
        </p:txBody>
      </p:sp>
      <p:grpSp>
        <p:nvGrpSpPr>
          <p:cNvPr id="2332" name="Google Shape;2332;p52"/>
          <p:cNvGrpSpPr/>
          <p:nvPr/>
        </p:nvGrpSpPr>
        <p:grpSpPr>
          <a:xfrm>
            <a:off x="6679771" y="528780"/>
            <a:ext cx="329470" cy="529684"/>
            <a:chOff x="5456600" y="898475"/>
            <a:chExt cx="162975" cy="262025"/>
          </a:xfrm>
        </p:grpSpPr>
        <p:sp>
          <p:nvSpPr>
            <p:cNvPr id="2333" name="Google Shape;2333;p52"/>
            <p:cNvSpPr/>
            <p:nvPr/>
          </p:nvSpPr>
          <p:spPr>
            <a:xfrm>
              <a:off x="5456600" y="1081225"/>
              <a:ext cx="120075" cy="79275"/>
            </a:xfrm>
            <a:custGeom>
              <a:avLst/>
              <a:gdLst/>
              <a:ahLst/>
              <a:cxnLst/>
              <a:rect l="l" t="t" r="r" b="b"/>
              <a:pathLst>
                <a:path w="4803" h="3171" extrusionOk="0">
                  <a:moveTo>
                    <a:pt x="1943" y="0"/>
                  </a:moveTo>
                  <a:cubicBezTo>
                    <a:pt x="851" y="0"/>
                    <a:pt x="0" y="1038"/>
                    <a:pt x="1393" y="1129"/>
                  </a:cubicBezTo>
                  <a:cubicBezTo>
                    <a:pt x="3295" y="1256"/>
                    <a:pt x="4503" y="3139"/>
                    <a:pt x="4503" y="3139"/>
                  </a:cubicBezTo>
                  <a:lnTo>
                    <a:pt x="4803" y="3171"/>
                  </a:lnTo>
                  <a:cubicBezTo>
                    <a:pt x="4803" y="3171"/>
                    <a:pt x="3844" y="609"/>
                    <a:pt x="2531" y="107"/>
                  </a:cubicBezTo>
                  <a:cubicBezTo>
                    <a:pt x="2335" y="32"/>
                    <a:pt x="2135" y="0"/>
                    <a:pt x="1943" y="0"/>
                  </a:cubicBezTo>
                  <a:close/>
                </a:path>
              </a:pathLst>
            </a:custGeom>
            <a:solidFill>
              <a:srgbClr val="2EC4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52"/>
            <p:cNvSpPr/>
            <p:nvPr/>
          </p:nvSpPr>
          <p:spPr>
            <a:xfrm>
              <a:off x="5491325" y="1095575"/>
              <a:ext cx="82275" cy="64850"/>
            </a:xfrm>
            <a:custGeom>
              <a:avLst/>
              <a:gdLst/>
              <a:ahLst/>
              <a:cxnLst/>
              <a:rect l="l" t="t" r="r" b="b"/>
              <a:pathLst>
                <a:path w="3291" h="2594" extrusionOk="0">
                  <a:moveTo>
                    <a:pt x="158" y="0"/>
                  </a:moveTo>
                  <a:cubicBezTo>
                    <a:pt x="58" y="0"/>
                    <a:pt x="2" y="10"/>
                    <a:pt x="0" y="10"/>
                  </a:cubicBezTo>
                  <a:lnTo>
                    <a:pt x="7" y="44"/>
                  </a:lnTo>
                  <a:cubicBezTo>
                    <a:pt x="10" y="44"/>
                    <a:pt x="62" y="37"/>
                    <a:pt x="154" y="37"/>
                  </a:cubicBezTo>
                  <a:cubicBezTo>
                    <a:pt x="335" y="37"/>
                    <a:pt x="669" y="67"/>
                    <a:pt x="1079" y="249"/>
                  </a:cubicBezTo>
                  <a:cubicBezTo>
                    <a:pt x="1653" y="508"/>
                    <a:pt x="2499" y="1123"/>
                    <a:pt x="3266" y="2593"/>
                  </a:cubicBezTo>
                  <a:lnTo>
                    <a:pt x="3291" y="2578"/>
                  </a:lnTo>
                  <a:cubicBezTo>
                    <a:pt x="2518" y="1092"/>
                    <a:pt x="1666" y="470"/>
                    <a:pt x="1089" y="215"/>
                  </a:cubicBezTo>
                  <a:cubicBezTo>
                    <a:pt x="679" y="32"/>
                    <a:pt x="344" y="0"/>
                    <a:pt x="158" y="0"/>
                  </a:cubicBezTo>
                  <a:close/>
                </a:path>
              </a:pathLst>
            </a:custGeom>
            <a:solidFill>
              <a:srgbClr val="1A75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52"/>
            <p:cNvSpPr/>
            <p:nvPr/>
          </p:nvSpPr>
          <p:spPr>
            <a:xfrm>
              <a:off x="5478150" y="972625"/>
              <a:ext cx="141125" cy="152075"/>
            </a:xfrm>
            <a:custGeom>
              <a:avLst/>
              <a:gdLst/>
              <a:ahLst/>
              <a:cxnLst/>
              <a:rect l="l" t="t" r="r" b="b"/>
              <a:pathLst>
                <a:path w="5645" h="6083" extrusionOk="0">
                  <a:moveTo>
                    <a:pt x="392" y="0"/>
                  </a:moveTo>
                  <a:cubicBezTo>
                    <a:pt x="392" y="0"/>
                    <a:pt x="1" y="3331"/>
                    <a:pt x="5644" y="6082"/>
                  </a:cubicBezTo>
                  <a:cubicBezTo>
                    <a:pt x="5641" y="6082"/>
                    <a:pt x="4805" y="1221"/>
                    <a:pt x="392" y="0"/>
                  </a:cubicBezTo>
                  <a:close/>
                </a:path>
              </a:pathLst>
            </a:custGeom>
            <a:solidFill>
              <a:srgbClr val="1A75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52"/>
            <p:cNvSpPr/>
            <p:nvPr/>
          </p:nvSpPr>
          <p:spPr>
            <a:xfrm>
              <a:off x="5511200" y="999675"/>
              <a:ext cx="108375" cy="125325"/>
            </a:xfrm>
            <a:custGeom>
              <a:avLst/>
              <a:gdLst/>
              <a:ahLst/>
              <a:cxnLst/>
              <a:rect l="l" t="t" r="r" b="b"/>
              <a:pathLst>
                <a:path w="4335" h="5013" extrusionOk="0">
                  <a:moveTo>
                    <a:pt x="29" y="0"/>
                  </a:moveTo>
                  <a:lnTo>
                    <a:pt x="0" y="28"/>
                  </a:lnTo>
                  <a:cubicBezTo>
                    <a:pt x="1149" y="1133"/>
                    <a:pt x="4272" y="4975"/>
                    <a:pt x="4303" y="5013"/>
                  </a:cubicBezTo>
                  <a:lnTo>
                    <a:pt x="4335" y="4991"/>
                  </a:lnTo>
                  <a:cubicBezTo>
                    <a:pt x="4303" y="4950"/>
                    <a:pt x="1174" y="1104"/>
                    <a:pt x="29" y="0"/>
                  </a:cubicBezTo>
                  <a:close/>
                </a:path>
              </a:pathLst>
            </a:custGeom>
            <a:solidFill>
              <a:srgbClr val="2EC4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52"/>
            <p:cNvSpPr/>
            <p:nvPr/>
          </p:nvSpPr>
          <p:spPr>
            <a:xfrm>
              <a:off x="5512150" y="998875"/>
              <a:ext cx="22800" cy="26675"/>
            </a:xfrm>
            <a:custGeom>
              <a:avLst/>
              <a:gdLst/>
              <a:ahLst/>
              <a:cxnLst/>
              <a:rect l="l" t="t" r="r" b="b"/>
              <a:pathLst>
                <a:path w="912" h="1067" extrusionOk="0">
                  <a:moveTo>
                    <a:pt x="874" y="1"/>
                  </a:moveTo>
                  <a:lnTo>
                    <a:pt x="789" y="890"/>
                  </a:lnTo>
                  <a:cubicBezTo>
                    <a:pt x="552" y="925"/>
                    <a:pt x="38" y="1004"/>
                    <a:pt x="0" y="1035"/>
                  </a:cubicBezTo>
                  <a:lnTo>
                    <a:pt x="26" y="1067"/>
                  </a:lnTo>
                  <a:cubicBezTo>
                    <a:pt x="60" y="1042"/>
                    <a:pt x="527" y="969"/>
                    <a:pt x="811" y="928"/>
                  </a:cubicBezTo>
                  <a:lnTo>
                    <a:pt x="827" y="925"/>
                  </a:lnTo>
                  <a:lnTo>
                    <a:pt x="912" y="7"/>
                  </a:lnTo>
                  <a:lnTo>
                    <a:pt x="874" y="1"/>
                  </a:lnTo>
                  <a:close/>
                </a:path>
              </a:pathLst>
            </a:custGeom>
            <a:solidFill>
              <a:srgbClr val="2EC4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52"/>
            <p:cNvSpPr/>
            <p:nvPr/>
          </p:nvSpPr>
          <p:spPr>
            <a:xfrm>
              <a:off x="5533900" y="1023325"/>
              <a:ext cx="26150" cy="29450"/>
            </a:xfrm>
            <a:custGeom>
              <a:avLst/>
              <a:gdLst/>
              <a:ahLst/>
              <a:cxnLst/>
              <a:rect l="l" t="t" r="r" b="b"/>
              <a:pathLst>
                <a:path w="1046" h="1178" extrusionOk="0">
                  <a:moveTo>
                    <a:pt x="1004" y="1"/>
                  </a:moveTo>
                  <a:lnTo>
                    <a:pt x="818" y="953"/>
                  </a:lnTo>
                  <a:lnTo>
                    <a:pt x="1" y="1136"/>
                  </a:lnTo>
                  <a:lnTo>
                    <a:pt x="10" y="1177"/>
                  </a:lnTo>
                  <a:lnTo>
                    <a:pt x="856" y="985"/>
                  </a:lnTo>
                  <a:lnTo>
                    <a:pt x="1045" y="10"/>
                  </a:lnTo>
                  <a:lnTo>
                    <a:pt x="1004" y="1"/>
                  </a:lnTo>
                  <a:close/>
                </a:path>
              </a:pathLst>
            </a:custGeom>
            <a:solidFill>
              <a:srgbClr val="2EC4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52"/>
            <p:cNvSpPr/>
            <p:nvPr/>
          </p:nvSpPr>
          <p:spPr>
            <a:xfrm>
              <a:off x="5556225" y="1047925"/>
              <a:ext cx="27075" cy="33225"/>
            </a:xfrm>
            <a:custGeom>
              <a:avLst/>
              <a:gdLst/>
              <a:ahLst/>
              <a:cxnLst/>
              <a:rect l="l" t="t" r="r" b="b"/>
              <a:pathLst>
                <a:path w="1083" h="1329" extrusionOk="0">
                  <a:moveTo>
                    <a:pt x="1017" y="1"/>
                  </a:moveTo>
                  <a:lnTo>
                    <a:pt x="1039" y="1285"/>
                  </a:lnTo>
                  <a:lnTo>
                    <a:pt x="1" y="1288"/>
                  </a:lnTo>
                  <a:lnTo>
                    <a:pt x="1" y="1329"/>
                  </a:lnTo>
                  <a:lnTo>
                    <a:pt x="1083" y="1326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rgbClr val="2EC4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52"/>
            <p:cNvSpPr/>
            <p:nvPr/>
          </p:nvSpPr>
          <p:spPr>
            <a:xfrm>
              <a:off x="5514800" y="898475"/>
              <a:ext cx="73625" cy="113600"/>
            </a:xfrm>
            <a:custGeom>
              <a:avLst/>
              <a:gdLst/>
              <a:ahLst/>
              <a:cxnLst/>
              <a:rect l="l" t="t" r="r" b="b"/>
              <a:pathLst>
                <a:path w="2945" h="4544" extrusionOk="0">
                  <a:moveTo>
                    <a:pt x="909" y="1"/>
                  </a:moveTo>
                  <a:cubicBezTo>
                    <a:pt x="430" y="1"/>
                    <a:pt x="0" y="411"/>
                    <a:pt x="203" y="1004"/>
                  </a:cubicBezTo>
                  <a:cubicBezTo>
                    <a:pt x="538" y="1979"/>
                    <a:pt x="2459" y="4543"/>
                    <a:pt x="2459" y="4543"/>
                  </a:cubicBezTo>
                  <a:lnTo>
                    <a:pt x="2945" y="4379"/>
                  </a:lnTo>
                  <a:cubicBezTo>
                    <a:pt x="2945" y="4379"/>
                    <a:pt x="2235" y="1603"/>
                    <a:pt x="1743" y="575"/>
                  </a:cubicBezTo>
                  <a:cubicBezTo>
                    <a:pt x="1549" y="171"/>
                    <a:pt x="1219" y="1"/>
                    <a:pt x="909" y="1"/>
                  </a:cubicBezTo>
                  <a:close/>
                </a:path>
              </a:pathLst>
            </a:custGeom>
            <a:solidFill>
              <a:srgbClr val="2EC4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52"/>
            <p:cNvSpPr/>
            <p:nvPr/>
          </p:nvSpPr>
          <p:spPr>
            <a:xfrm>
              <a:off x="5536050" y="909600"/>
              <a:ext cx="45375" cy="101050"/>
            </a:xfrm>
            <a:custGeom>
              <a:avLst/>
              <a:gdLst/>
              <a:ahLst/>
              <a:cxnLst/>
              <a:rect l="l" t="t" r="r" b="b"/>
              <a:pathLst>
                <a:path w="1815" h="4042" extrusionOk="0">
                  <a:moveTo>
                    <a:pt x="44" y="0"/>
                  </a:moveTo>
                  <a:lnTo>
                    <a:pt x="0" y="22"/>
                  </a:lnTo>
                  <a:cubicBezTo>
                    <a:pt x="16" y="51"/>
                    <a:pt x="1628" y="3064"/>
                    <a:pt x="1767" y="4042"/>
                  </a:cubicBezTo>
                  <a:lnTo>
                    <a:pt x="1814" y="4035"/>
                  </a:lnTo>
                  <a:cubicBezTo>
                    <a:pt x="1675" y="3051"/>
                    <a:pt x="60" y="32"/>
                    <a:pt x="44" y="0"/>
                  </a:cubicBezTo>
                  <a:close/>
                </a:path>
              </a:pathLst>
            </a:custGeom>
            <a:solidFill>
              <a:srgbClr val="1A75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6" name="Google Shape;2346;p53"/>
          <p:cNvSpPr txBox="1">
            <a:spLocks noGrp="1"/>
          </p:cNvSpPr>
          <p:nvPr>
            <p:ph type="subTitle" idx="1"/>
          </p:nvPr>
        </p:nvSpPr>
        <p:spPr>
          <a:xfrm>
            <a:off x="422150" y="994525"/>
            <a:ext cx="7758300" cy="492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</a:rPr>
              <a:t>These two calls force the Swing container to refresh its layout and repaint the components, ensuring UI transitions function correctly on all platforms.</a:t>
            </a:r>
            <a:endParaRPr sz="17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7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rgbClr val="000000"/>
                </a:solidFill>
              </a:rPr>
              <a:t>Key Takeaway:</a:t>
            </a:r>
            <a:endParaRPr sz="1700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</a:rPr>
              <a:t>This problem highlighted the importance of platform-agnostic UI handling and the need for explicit layout refresh in Java Swing development, especially in multi-developer, cross-platform projects.</a:t>
            </a:r>
            <a:endParaRPr sz="17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700" b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7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b="1">
              <a:solidFill>
                <a:srgbClr val="000000"/>
              </a:solidFill>
            </a:endParaRPr>
          </a:p>
        </p:txBody>
      </p:sp>
      <p:sp>
        <p:nvSpPr>
          <p:cNvPr id="2347" name="Google Shape;2347;p53"/>
          <p:cNvSpPr txBox="1">
            <a:spLocks noGrp="1"/>
          </p:cNvSpPr>
          <p:nvPr>
            <p:ph type="title"/>
          </p:nvPr>
        </p:nvSpPr>
        <p:spPr>
          <a:xfrm>
            <a:off x="422150" y="479150"/>
            <a:ext cx="6461700" cy="74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Definition of the Problem We Solved</a:t>
            </a:r>
            <a:endParaRPr sz="3100"/>
          </a:p>
        </p:txBody>
      </p:sp>
      <p:grpSp>
        <p:nvGrpSpPr>
          <p:cNvPr id="2348" name="Google Shape;2348;p53"/>
          <p:cNvGrpSpPr/>
          <p:nvPr/>
        </p:nvGrpSpPr>
        <p:grpSpPr>
          <a:xfrm>
            <a:off x="6721796" y="584805"/>
            <a:ext cx="329470" cy="529684"/>
            <a:chOff x="5456600" y="898475"/>
            <a:chExt cx="162975" cy="262025"/>
          </a:xfrm>
        </p:grpSpPr>
        <p:sp>
          <p:nvSpPr>
            <p:cNvPr id="2349" name="Google Shape;2349;p53"/>
            <p:cNvSpPr/>
            <p:nvPr/>
          </p:nvSpPr>
          <p:spPr>
            <a:xfrm>
              <a:off x="5456600" y="1081225"/>
              <a:ext cx="120075" cy="79275"/>
            </a:xfrm>
            <a:custGeom>
              <a:avLst/>
              <a:gdLst/>
              <a:ahLst/>
              <a:cxnLst/>
              <a:rect l="l" t="t" r="r" b="b"/>
              <a:pathLst>
                <a:path w="4803" h="3171" extrusionOk="0">
                  <a:moveTo>
                    <a:pt x="1943" y="0"/>
                  </a:moveTo>
                  <a:cubicBezTo>
                    <a:pt x="851" y="0"/>
                    <a:pt x="0" y="1038"/>
                    <a:pt x="1393" y="1129"/>
                  </a:cubicBezTo>
                  <a:cubicBezTo>
                    <a:pt x="3295" y="1256"/>
                    <a:pt x="4503" y="3139"/>
                    <a:pt x="4503" y="3139"/>
                  </a:cubicBezTo>
                  <a:lnTo>
                    <a:pt x="4803" y="3171"/>
                  </a:lnTo>
                  <a:cubicBezTo>
                    <a:pt x="4803" y="3171"/>
                    <a:pt x="3844" y="609"/>
                    <a:pt x="2531" y="107"/>
                  </a:cubicBezTo>
                  <a:cubicBezTo>
                    <a:pt x="2335" y="32"/>
                    <a:pt x="2135" y="0"/>
                    <a:pt x="1943" y="0"/>
                  </a:cubicBezTo>
                  <a:close/>
                </a:path>
              </a:pathLst>
            </a:custGeom>
            <a:solidFill>
              <a:srgbClr val="2EC4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53"/>
            <p:cNvSpPr/>
            <p:nvPr/>
          </p:nvSpPr>
          <p:spPr>
            <a:xfrm>
              <a:off x="5491325" y="1095575"/>
              <a:ext cx="82275" cy="64850"/>
            </a:xfrm>
            <a:custGeom>
              <a:avLst/>
              <a:gdLst/>
              <a:ahLst/>
              <a:cxnLst/>
              <a:rect l="l" t="t" r="r" b="b"/>
              <a:pathLst>
                <a:path w="3291" h="2594" extrusionOk="0">
                  <a:moveTo>
                    <a:pt x="158" y="0"/>
                  </a:moveTo>
                  <a:cubicBezTo>
                    <a:pt x="58" y="0"/>
                    <a:pt x="2" y="10"/>
                    <a:pt x="0" y="10"/>
                  </a:cubicBezTo>
                  <a:lnTo>
                    <a:pt x="7" y="44"/>
                  </a:lnTo>
                  <a:cubicBezTo>
                    <a:pt x="10" y="44"/>
                    <a:pt x="62" y="37"/>
                    <a:pt x="154" y="37"/>
                  </a:cubicBezTo>
                  <a:cubicBezTo>
                    <a:pt x="335" y="37"/>
                    <a:pt x="669" y="67"/>
                    <a:pt x="1079" y="249"/>
                  </a:cubicBezTo>
                  <a:cubicBezTo>
                    <a:pt x="1653" y="508"/>
                    <a:pt x="2499" y="1123"/>
                    <a:pt x="3266" y="2593"/>
                  </a:cubicBezTo>
                  <a:lnTo>
                    <a:pt x="3291" y="2578"/>
                  </a:lnTo>
                  <a:cubicBezTo>
                    <a:pt x="2518" y="1092"/>
                    <a:pt x="1666" y="470"/>
                    <a:pt x="1089" y="215"/>
                  </a:cubicBezTo>
                  <a:cubicBezTo>
                    <a:pt x="679" y="32"/>
                    <a:pt x="344" y="0"/>
                    <a:pt x="158" y="0"/>
                  </a:cubicBezTo>
                  <a:close/>
                </a:path>
              </a:pathLst>
            </a:custGeom>
            <a:solidFill>
              <a:srgbClr val="1A75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53"/>
            <p:cNvSpPr/>
            <p:nvPr/>
          </p:nvSpPr>
          <p:spPr>
            <a:xfrm>
              <a:off x="5478150" y="972625"/>
              <a:ext cx="141125" cy="152075"/>
            </a:xfrm>
            <a:custGeom>
              <a:avLst/>
              <a:gdLst/>
              <a:ahLst/>
              <a:cxnLst/>
              <a:rect l="l" t="t" r="r" b="b"/>
              <a:pathLst>
                <a:path w="5645" h="6083" extrusionOk="0">
                  <a:moveTo>
                    <a:pt x="392" y="0"/>
                  </a:moveTo>
                  <a:cubicBezTo>
                    <a:pt x="392" y="0"/>
                    <a:pt x="1" y="3331"/>
                    <a:pt x="5644" y="6082"/>
                  </a:cubicBezTo>
                  <a:cubicBezTo>
                    <a:pt x="5641" y="6082"/>
                    <a:pt x="4805" y="1221"/>
                    <a:pt x="392" y="0"/>
                  </a:cubicBezTo>
                  <a:close/>
                </a:path>
              </a:pathLst>
            </a:custGeom>
            <a:solidFill>
              <a:srgbClr val="1A75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53"/>
            <p:cNvSpPr/>
            <p:nvPr/>
          </p:nvSpPr>
          <p:spPr>
            <a:xfrm>
              <a:off x="5511200" y="999675"/>
              <a:ext cx="108375" cy="125325"/>
            </a:xfrm>
            <a:custGeom>
              <a:avLst/>
              <a:gdLst/>
              <a:ahLst/>
              <a:cxnLst/>
              <a:rect l="l" t="t" r="r" b="b"/>
              <a:pathLst>
                <a:path w="4335" h="5013" extrusionOk="0">
                  <a:moveTo>
                    <a:pt x="29" y="0"/>
                  </a:moveTo>
                  <a:lnTo>
                    <a:pt x="0" y="28"/>
                  </a:lnTo>
                  <a:cubicBezTo>
                    <a:pt x="1149" y="1133"/>
                    <a:pt x="4272" y="4975"/>
                    <a:pt x="4303" y="5013"/>
                  </a:cubicBezTo>
                  <a:lnTo>
                    <a:pt x="4335" y="4991"/>
                  </a:lnTo>
                  <a:cubicBezTo>
                    <a:pt x="4303" y="4950"/>
                    <a:pt x="1174" y="1104"/>
                    <a:pt x="29" y="0"/>
                  </a:cubicBezTo>
                  <a:close/>
                </a:path>
              </a:pathLst>
            </a:custGeom>
            <a:solidFill>
              <a:srgbClr val="2EC4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53"/>
            <p:cNvSpPr/>
            <p:nvPr/>
          </p:nvSpPr>
          <p:spPr>
            <a:xfrm>
              <a:off x="5512150" y="998875"/>
              <a:ext cx="22800" cy="26675"/>
            </a:xfrm>
            <a:custGeom>
              <a:avLst/>
              <a:gdLst/>
              <a:ahLst/>
              <a:cxnLst/>
              <a:rect l="l" t="t" r="r" b="b"/>
              <a:pathLst>
                <a:path w="912" h="1067" extrusionOk="0">
                  <a:moveTo>
                    <a:pt x="874" y="1"/>
                  </a:moveTo>
                  <a:lnTo>
                    <a:pt x="789" y="890"/>
                  </a:lnTo>
                  <a:cubicBezTo>
                    <a:pt x="552" y="925"/>
                    <a:pt x="38" y="1004"/>
                    <a:pt x="0" y="1035"/>
                  </a:cubicBezTo>
                  <a:lnTo>
                    <a:pt x="26" y="1067"/>
                  </a:lnTo>
                  <a:cubicBezTo>
                    <a:pt x="60" y="1042"/>
                    <a:pt x="527" y="969"/>
                    <a:pt x="811" y="928"/>
                  </a:cubicBezTo>
                  <a:lnTo>
                    <a:pt x="827" y="925"/>
                  </a:lnTo>
                  <a:lnTo>
                    <a:pt x="912" y="7"/>
                  </a:lnTo>
                  <a:lnTo>
                    <a:pt x="874" y="1"/>
                  </a:lnTo>
                  <a:close/>
                </a:path>
              </a:pathLst>
            </a:custGeom>
            <a:solidFill>
              <a:srgbClr val="2EC4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53"/>
            <p:cNvSpPr/>
            <p:nvPr/>
          </p:nvSpPr>
          <p:spPr>
            <a:xfrm>
              <a:off x="5533900" y="1023325"/>
              <a:ext cx="26150" cy="29450"/>
            </a:xfrm>
            <a:custGeom>
              <a:avLst/>
              <a:gdLst/>
              <a:ahLst/>
              <a:cxnLst/>
              <a:rect l="l" t="t" r="r" b="b"/>
              <a:pathLst>
                <a:path w="1046" h="1178" extrusionOk="0">
                  <a:moveTo>
                    <a:pt x="1004" y="1"/>
                  </a:moveTo>
                  <a:lnTo>
                    <a:pt x="818" y="953"/>
                  </a:lnTo>
                  <a:lnTo>
                    <a:pt x="1" y="1136"/>
                  </a:lnTo>
                  <a:lnTo>
                    <a:pt x="10" y="1177"/>
                  </a:lnTo>
                  <a:lnTo>
                    <a:pt x="856" y="985"/>
                  </a:lnTo>
                  <a:lnTo>
                    <a:pt x="1045" y="10"/>
                  </a:lnTo>
                  <a:lnTo>
                    <a:pt x="1004" y="1"/>
                  </a:lnTo>
                  <a:close/>
                </a:path>
              </a:pathLst>
            </a:custGeom>
            <a:solidFill>
              <a:srgbClr val="2EC4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53"/>
            <p:cNvSpPr/>
            <p:nvPr/>
          </p:nvSpPr>
          <p:spPr>
            <a:xfrm>
              <a:off x="5556225" y="1047925"/>
              <a:ext cx="27075" cy="33225"/>
            </a:xfrm>
            <a:custGeom>
              <a:avLst/>
              <a:gdLst/>
              <a:ahLst/>
              <a:cxnLst/>
              <a:rect l="l" t="t" r="r" b="b"/>
              <a:pathLst>
                <a:path w="1083" h="1329" extrusionOk="0">
                  <a:moveTo>
                    <a:pt x="1017" y="1"/>
                  </a:moveTo>
                  <a:lnTo>
                    <a:pt x="1039" y="1285"/>
                  </a:lnTo>
                  <a:lnTo>
                    <a:pt x="1" y="1288"/>
                  </a:lnTo>
                  <a:lnTo>
                    <a:pt x="1" y="1329"/>
                  </a:lnTo>
                  <a:lnTo>
                    <a:pt x="1083" y="1326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rgbClr val="2EC4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53"/>
            <p:cNvSpPr/>
            <p:nvPr/>
          </p:nvSpPr>
          <p:spPr>
            <a:xfrm>
              <a:off x="5514800" y="898475"/>
              <a:ext cx="73625" cy="113600"/>
            </a:xfrm>
            <a:custGeom>
              <a:avLst/>
              <a:gdLst/>
              <a:ahLst/>
              <a:cxnLst/>
              <a:rect l="l" t="t" r="r" b="b"/>
              <a:pathLst>
                <a:path w="2945" h="4544" extrusionOk="0">
                  <a:moveTo>
                    <a:pt x="909" y="1"/>
                  </a:moveTo>
                  <a:cubicBezTo>
                    <a:pt x="430" y="1"/>
                    <a:pt x="0" y="411"/>
                    <a:pt x="203" y="1004"/>
                  </a:cubicBezTo>
                  <a:cubicBezTo>
                    <a:pt x="538" y="1979"/>
                    <a:pt x="2459" y="4543"/>
                    <a:pt x="2459" y="4543"/>
                  </a:cubicBezTo>
                  <a:lnTo>
                    <a:pt x="2945" y="4379"/>
                  </a:lnTo>
                  <a:cubicBezTo>
                    <a:pt x="2945" y="4379"/>
                    <a:pt x="2235" y="1603"/>
                    <a:pt x="1743" y="575"/>
                  </a:cubicBezTo>
                  <a:cubicBezTo>
                    <a:pt x="1549" y="171"/>
                    <a:pt x="1219" y="1"/>
                    <a:pt x="909" y="1"/>
                  </a:cubicBezTo>
                  <a:close/>
                </a:path>
              </a:pathLst>
            </a:custGeom>
            <a:solidFill>
              <a:srgbClr val="2EC4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53"/>
            <p:cNvSpPr/>
            <p:nvPr/>
          </p:nvSpPr>
          <p:spPr>
            <a:xfrm>
              <a:off x="5536050" y="909600"/>
              <a:ext cx="45375" cy="101050"/>
            </a:xfrm>
            <a:custGeom>
              <a:avLst/>
              <a:gdLst/>
              <a:ahLst/>
              <a:cxnLst/>
              <a:rect l="l" t="t" r="r" b="b"/>
              <a:pathLst>
                <a:path w="1815" h="4042" extrusionOk="0">
                  <a:moveTo>
                    <a:pt x="44" y="0"/>
                  </a:moveTo>
                  <a:lnTo>
                    <a:pt x="0" y="22"/>
                  </a:lnTo>
                  <a:cubicBezTo>
                    <a:pt x="16" y="51"/>
                    <a:pt x="1628" y="3064"/>
                    <a:pt x="1767" y="4042"/>
                  </a:cubicBezTo>
                  <a:lnTo>
                    <a:pt x="1814" y="4035"/>
                  </a:lnTo>
                  <a:cubicBezTo>
                    <a:pt x="1675" y="3051"/>
                    <a:pt x="60" y="32"/>
                    <a:pt x="44" y="0"/>
                  </a:cubicBezTo>
                  <a:close/>
                </a:path>
              </a:pathLst>
            </a:custGeom>
            <a:solidFill>
              <a:srgbClr val="1A75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2" name="Google Shape;2362;p54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7834" b="7834"/>
          <a:stretch/>
        </p:blipFill>
        <p:spPr>
          <a:xfrm>
            <a:off x="0" y="0"/>
            <a:ext cx="9144003" cy="5143502"/>
          </a:xfrm>
          <a:prstGeom prst="rect">
            <a:avLst/>
          </a:prstGeom>
        </p:spPr>
      </p:pic>
      <p:sp>
        <p:nvSpPr>
          <p:cNvPr id="2363" name="Google Shape;2363;p54"/>
          <p:cNvSpPr txBox="1">
            <a:spLocks noGrp="1"/>
          </p:cNvSpPr>
          <p:nvPr>
            <p:ph type="title"/>
          </p:nvPr>
        </p:nvSpPr>
        <p:spPr>
          <a:xfrm>
            <a:off x="5216850" y="2854800"/>
            <a:ext cx="3709800" cy="16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Thank you for your attention!</a:t>
            </a:r>
            <a:endParaRPr sz="2200" b="1">
              <a:solidFill>
                <a:srgbClr val="000000"/>
              </a:solidFill>
              <a:latin typeface="Heebo"/>
              <a:ea typeface="Heebo"/>
              <a:cs typeface="Heebo"/>
              <a:sym typeface="Heeb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i="1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We're happy to demonstrate the system now.</a:t>
            </a:r>
            <a:endParaRPr sz="4100" i="1">
              <a:latin typeface="Heebo"/>
              <a:ea typeface="Heebo"/>
              <a:cs typeface="Heebo"/>
              <a:sym typeface="Heeb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omeless Advocacy Initiatives Thesis Defense by Slidesgo">
  <a:themeElements>
    <a:clrScheme name="Simple Light">
      <a:dk1>
        <a:srgbClr val="011627"/>
      </a:dk1>
      <a:lt1>
        <a:srgbClr val="EEECEA"/>
      </a:lt1>
      <a:dk2>
        <a:srgbClr val="94EADD"/>
      </a:dk2>
      <a:lt2>
        <a:srgbClr val="2EC4B6"/>
      </a:lt2>
      <a:accent1>
        <a:srgbClr val="1A756A"/>
      </a:accent1>
      <a:accent2>
        <a:srgbClr val="E71D36"/>
      </a:accent2>
      <a:accent3>
        <a:srgbClr val="8E091F"/>
      </a:accent3>
      <a:accent4>
        <a:srgbClr val="FF9F1C"/>
      </a:accent4>
      <a:accent5>
        <a:srgbClr val="AD650E"/>
      </a:accent5>
      <a:accent6>
        <a:srgbClr val="FFFFFF"/>
      </a:accent6>
      <a:hlink>
        <a:srgbClr val="01162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816</Words>
  <Application>Microsoft Macintosh PowerPoint</Application>
  <PresentationFormat>全屏显示(16:9)</PresentationFormat>
  <Paragraphs>112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1" baseType="lpstr">
      <vt:lpstr>Arial</vt:lpstr>
      <vt:lpstr>Nunito Light</vt:lpstr>
      <vt:lpstr>Belanosima</vt:lpstr>
      <vt:lpstr>Heebo</vt:lpstr>
      <vt:lpstr>Heebo Light</vt:lpstr>
      <vt:lpstr>Homeless Advocacy Initiatives Thesis Defense by Slidesgo</vt:lpstr>
      <vt:lpstr>FoodLink: A Collaborative Platform for Food Rescue and Redistribution</vt:lpstr>
      <vt:lpstr>Problem Statement </vt:lpstr>
      <vt:lpstr> Problem Statement</vt:lpstr>
      <vt:lpstr>Roles</vt:lpstr>
      <vt:lpstr>PowerPoint 演示文稿</vt:lpstr>
      <vt:lpstr>Key Use-Cases</vt:lpstr>
      <vt:lpstr>Food Donation Flow</vt:lpstr>
      <vt:lpstr>Food Request Submission Flow</vt:lpstr>
      <vt:lpstr>Cross-Organization Task Assignment Flow</vt:lpstr>
      <vt:lpstr>User Registration Flow</vt:lpstr>
      <vt:lpstr>System Architecture Overview</vt:lpstr>
      <vt:lpstr> System Architecture Overview</vt:lpstr>
      <vt:lpstr>Implementation Techniques</vt:lpstr>
      <vt:lpstr> Implementation Techniques</vt:lpstr>
      <vt:lpstr>Authentication &amp; Validation</vt:lpstr>
      <vt:lpstr>Authentication &amp; Validation</vt:lpstr>
      <vt:lpstr>Why Every Enterprise Matters</vt:lpstr>
      <vt:lpstr>Why Every Enterprise Matters</vt:lpstr>
      <vt:lpstr>Advanced Features</vt:lpstr>
      <vt:lpstr>Dynamic ComboBoxes based on registered organizations Real-time food request updates for users Cross-role workflows: from request to delivery Clean UI with role-specific dashboards Config module with Faker-generated sample data</vt:lpstr>
      <vt:lpstr>Definition of the Problem We Solved</vt:lpstr>
      <vt:lpstr>Definition of the Problem We Solved</vt:lpstr>
      <vt:lpstr>Definition of the Problem We Solved</vt:lpstr>
      <vt:lpstr>Definition of the Problem We Solved</vt:lpstr>
      <vt:lpstr>Thank you for your attention! We're happy to demonstrate the system now.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Zhiyu Sun</cp:lastModifiedBy>
  <cp:revision>3</cp:revision>
  <dcterms:modified xsi:type="dcterms:W3CDTF">2025-04-23T20:32:53Z</dcterms:modified>
</cp:coreProperties>
</file>